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97" r:id="rId1"/>
  </p:sldMasterIdLst>
  <p:notesMasterIdLst>
    <p:notesMasterId r:id="rId25"/>
  </p:notesMasterIdLst>
  <p:handoutMasterIdLst>
    <p:handoutMasterId r:id="rId26"/>
  </p:handoutMasterIdLst>
  <p:sldIdLst>
    <p:sldId id="4776" r:id="rId2"/>
    <p:sldId id="4753" r:id="rId3"/>
    <p:sldId id="4752" r:id="rId4"/>
    <p:sldId id="4764" r:id="rId5"/>
    <p:sldId id="4760" r:id="rId6"/>
    <p:sldId id="4761" r:id="rId7"/>
    <p:sldId id="4768" r:id="rId8"/>
    <p:sldId id="4778" r:id="rId9"/>
    <p:sldId id="4769" r:id="rId10"/>
    <p:sldId id="4757" r:id="rId11"/>
    <p:sldId id="4771" r:id="rId12"/>
    <p:sldId id="4758" r:id="rId13"/>
    <p:sldId id="4779" r:id="rId14"/>
    <p:sldId id="4763" r:id="rId15"/>
    <p:sldId id="4774" r:id="rId16"/>
    <p:sldId id="4772" r:id="rId17"/>
    <p:sldId id="4773" r:id="rId18"/>
    <p:sldId id="4780" r:id="rId19"/>
    <p:sldId id="4765" r:id="rId20"/>
    <p:sldId id="4767" r:id="rId21"/>
    <p:sldId id="4770" r:id="rId22"/>
    <p:sldId id="4759" r:id="rId23"/>
    <p:sldId id="4777" r:id="rId24"/>
  </p:sldIdLst>
  <p:sldSz cx="9145588" cy="5145088"/>
  <p:notesSz cx="6858000" cy="9144000"/>
  <p:custDataLst>
    <p:tags r:id="rId27"/>
  </p:custDataLst>
  <p:defaultTex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4999" indent="-129839"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2256" indent="-261935"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69514" indent="-394032"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6771" indent="-526128"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1625803" algn="l" defTabSz="650321"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1950964" algn="l" defTabSz="650321"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2276124" algn="l" defTabSz="650321"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2601285" algn="l" defTabSz="650321"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328" userDrawn="1">
          <p15:clr>
            <a:srgbClr val="A4A3A4"/>
          </p15:clr>
        </p15:guide>
        <p15:guide id="2" pos="4050" userDrawn="1">
          <p15:clr>
            <a:srgbClr val="A4A3A4"/>
          </p15:clr>
        </p15:guide>
        <p15:guide id="3" pos="557" userDrawn="1">
          <p15:clr>
            <a:srgbClr val="A4A3A4"/>
          </p15:clr>
        </p15:guide>
        <p15:guide id="5" orient="horz" pos="4183" userDrawn="1">
          <p15:clr>
            <a:srgbClr val="A4A3A4"/>
          </p15:clr>
        </p15:guide>
        <p15:guide id="6" pos="7497" userDrawn="1">
          <p15:clr>
            <a:srgbClr val="A4A3A4"/>
          </p15:clr>
        </p15:guide>
        <p15:guide id="7" pos="6908" userDrawn="1">
          <p15:clr>
            <a:srgbClr val="A4A3A4"/>
          </p15:clr>
        </p15:guide>
        <p15:guide id="8" orient="horz" pos="233">
          <p15:clr>
            <a:srgbClr val="A4A3A4"/>
          </p15:clr>
        </p15:guide>
        <p15:guide id="9" orient="horz" pos="2976">
          <p15:clr>
            <a:srgbClr val="A4A3A4"/>
          </p15:clr>
        </p15:guide>
        <p15:guide id="10" pos="2881">
          <p15:clr>
            <a:srgbClr val="A4A3A4"/>
          </p15:clr>
        </p15:guide>
        <p15:guide id="11" pos="396">
          <p15:clr>
            <a:srgbClr val="A4A3A4"/>
          </p15:clr>
        </p15:guide>
        <p15:guide id="12" pos="5332">
          <p15:clr>
            <a:srgbClr val="A4A3A4"/>
          </p15:clr>
        </p15:guide>
        <p15:guide id="13" pos="4913">
          <p15:clr>
            <a:srgbClr val="A4A3A4"/>
          </p15:clr>
        </p15:guide>
        <p15:guide id="14" orient="horz" pos="2981">
          <p15:clr>
            <a:srgbClr val="A4A3A4"/>
          </p15:clr>
        </p15:guide>
        <p15:guide id="15" pos="567">
          <p15:clr>
            <a:srgbClr val="A4A3A4"/>
          </p15:clr>
        </p15:guide>
        <p15:guide id="16" pos="2880">
          <p15:clr>
            <a:srgbClr val="A4A3A4"/>
          </p15:clr>
        </p15:guide>
        <p15:guide id="17" pos="385">
          <p15:clr>
            <a:srgbClr val="A4A3A4"/>
          </p15:clr>
        </p15:guide>
        <p15:guide id="18" pos="492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7B6B9"/>
    <a:srgbClr val="FFFFFF"/>
    <a:srgbClr val="29ABE2"/>
    <a:srgbClr val="262626"/>
    <a:srgbClr val="F66E4F"/>
    <a:srgbClr val="73DB29"/>
    <a:srgbClr val="FED40D"/>
    <a:srgbClr val="3AD1B5"/>
    <a:srgbClr val="3F3F3F"/>
    <a:srgbClr val="9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48" autoAdjust="0"/>
    <p:restoredTop sz="95274" autoAdjust="0"/>
  </p:normalViewPr>
  <p:slideViewPr>
    <p:cSldViewPr>
      <p:cViewPr varScale="1">
        <p:scale>
          <a:sx n="113" d="100"/>
          <a:sy n="113" d="100"/>
        </p:scale>
        <p:origin x="84" y="174"/>
      </p:cViewPr>
      <p:guideLst>
        <p:guide orient="horz" pos="328"/>
        <p:guide pos="4050"/>
        <p:guide pos="557"/>
        <p:guide orient="horz" pos="4183"/>
        <p:guide pos="7497"/>
        <p:guide pos="6908"/>
        <p:guide orient="horz" pos="233"/>
        <p:guide orient="horz" pos="2976"/>
        <p:guide pos="2881"/>
        <p:guide pos="396"/>
        <p:guide pos="5332"/>
        <p:guide pos="4913"/>
        <p:guide orient="horz" pos="2981"/>
        <p:guide pos="567"/>
        <p:guide pos="2880"/>
        <p:guide pos="385"/>
        <p:guide pos="4921"/>
      </p:guideLst>
    </p:cSldViewPr>
  </p:slideViewPr>
  <p:outlineViewPr>
    <p:cViewPr>
      <p:scale>
        <a:sx n="100" d="100"/>
        <a:sy n="100" d="100"/>
      </p:scale>
      <p:origin x="0" y="-10374"/>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65" d="100"/>
          <a:sy n="65" d="100"/>
        </p:scale>
        <p:origin x="2796" y="5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gs" Target="tags/tag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spPr>
            <a:ln>
              <a:solidFill>
                <a:schemeClr val="accent1"/>
              </a:solidFill>
            </a:ln>
          </c:spPr>
          <c:marker>
            <c:symbol val="circle"/>
            <c:size val="10"/>
            <c:spPr>
              <a:solidFill>
                <a:schemeClr val="accent1"/>
              </a:solidFill>
              <a:ln>
                <a:solidFill>
                  <a:schemeClr val="accent1"/>
                </a:solidFill>
                <a:prstDash val="sysDot"/>
              </a:ln>
            </c:spPr>
          </c:marker>
          <c:trendline>
            <c:trendlineType val="log"/>
            <c:dispRSqr val="0"/>
            <c:dispEq val="0"/>
          </c:trendline>
          <c:trendline>
            <c:trendlineType val="log"/>
            <c:dispRSqr val="0"/>
            <c:dispEq val="0"/>
          </c:trendline>
          <c:xVal>
            <c:numRef>
              <c:f>Sheet1!$A$2:$A$5</c:f>
              <c:numCache>
                <c:formatCode>General</c:formatCode>
                <c:ptCount val="4"/>
                <c:pt idx="0">
                  <c:v>0</c:v>
                </c:pt>
                <c:pt idx="1">
                  <c:v>1</c:v>
                </c:pt>
                <c:pt idx="2">
                  <c:v>2</c:v>
                </c:pt>
                <c:pt idx="3">
                  <c:v>2.6</c:v>
                </c:pt>
              </c:numCache>
            </c:numRef>
          </c:xVal>
          <c:yVal>
            <c:numRef>
              <c:f>Sheet1!$B$2:$B$5</c:f>
              <c:numCache>
                <c:formatCode>General</c:formatCode>
                <c:ptCount val="4"/>
                <c:pt idx="0">
                  <c:v>0</c:v>
                </c:pt>
                <c:pt idx="1">
                  <c:v>1</c:v>
                </c:pt>
                <c:pt idx="2">
                  <c:v>1</c:v>
                </c:pt>
                <c:pt idx="3">
                  <c:v>3</c:v>
                </c:pt>
              </c:numCache>
            </c:numRef>
          </c:yVal>
          <c:smooth val="1"/>
          <c:extLst xmlns:c16r2="http://schemas.microsoft.com/office/drawing/2015/06/chart">
            <c:ext xmlns:c16="http://schemas.microsoft.com/office/drawing/2014/chart" uri="{C3380CC4-5D6E-409C-BE32-E72D297353CC}">
              <c16:uniqueId val="{00000000-D004-483F-A0A1-4A16EC2785F3}"/>
            </c:ext>
          </c:extLst>
        </c:ser>
        <c:ser>
          <c:idx val="1"/>
          <c:order val="1"/>
          <c:spPr>
            <a:ln>
              <a:solidFill>
                <a:schemeClr val="accent2"/>
              </a:solidFill>
            </a:ln>
          </c:spPr>
          <c:marker>
            <c:symbol val="circle"/>
            <c:size val="10"/>
            <c:spPr>
              <a:solidFill>
                <a:schemeClr val="accent2"/>
              </a:solidFill>
              <a:ln>
                <a:solidFill>
                  <a:schemeClr val="accent2"/>
                </a:solidFill>
              </a:ln>
            </c:spPr>
          </c:marker>
          <c:xVal>
            <c:numRef>
              <c:f>Sheet1!$A$2:$A$5</c:f>
              <c:numCache>
                <c:formatCode>General</c:formatCode>
                <c:ptCount val="4"/>
                <c:pt idx="0">
                  <c:v>0</c:v>
                </c:pt>
                <c:pt idx="1">
                  <c:v>1</c:v>
                </c:pt>
                <c:pt idx="2">
                  <c:v>2</c:v>
                </c:pt>
                <c:pt idx="3">
                  <c:v>2.6</c:v>
                </c:pt>
              </c:numCache>
            </c:numRef>
          </c:xVal>
          <c:yVal>
            <c:numRef>
              <c:f>Sheet1!$C$2:$C$5</c:f>
              <c:numCache>
                <c:formatCode>General</c:formatCode>
                <c:ptCount val="4"/>
                <c:pt idx="0">
                  <c:v>0</c:v>
                </c:pt>
                <c:pt idx="1">
                  <c:v>2</c:v>
                </c:pt>
                <c:pt idx="2">
                  <c:v>2</c:v>
                </c:pt>
                <c:pt idx="3">
                  <c:v>1</c:v>
                </c:pt>
              </c:numCache>
            </c:numRef>
          </c:yVal>
          <c:smooth val="1"/>
          <c:extLst xmlns:c16r2="http://schemas.microsoft.com/office/drawing/2015/06/chart">
            <c:ext xmlns:c16="http://schemas.microsoft.com/office/drawing/2014/chart" uri="{C3380CC4-5D6E-409C-BE32-E72D297353CC}">
              <c16:uniqueId val="{00000001-D004-483F-A0A1-4A16EC2785F3}"/>
            </c:ext>
          </c:extLst>
        </c:ser>
        <c:ser>
          <c:idx val="2"/>
          <c:order val="2"/>
          <c:spPr>
            <a:ln>
              <a:solidFill>
                <a:schemeClr val="accent3"/>
              </a:solidFill>
            </a:ln>
          </c:spPr>
          <c:marker>
            <c:symbol val="circle"/>
            <c:size val="10"/>
            <c:spPr>
              <a:solidFill>
                <a:schemeClr val="accent3"/>
              </a:solidFill>
              <a:ln>
                <a:solidFill>
                  <a:schemeClr val="accent3"/>
                </a:solidFill>
              </a:ln>
            </c:spPr>
          </c:marker>
          <c:xVal>
            <c:numRef>
              <c:f>Sheet1!$A$2:$A$5</c:f>
              <c:numCache>
                <c:formatCode>General</c:formatCode>
                <c:ptCount val="4"/>
                <c:pt idx="0">
                  <c:v>0</c:v>
                </c:pt>
                <c:pt idx="1">
                  <c:v>1</c:v>
                </c:pt>
                <c:pt idx="2">
                  <c:v>2</c:v>
                </c:pt>
                <c:pt idx="3">
                  <c:v>2.6</c:v>
                </c:pt>
              </c:numCache>
            </c:numRef>
          </c:xVal>
          <c:yVal>
            <c:numRef>
              <c:f>Sheet1!$D$2:$D$5</c:f>
              <c:numCache>
                <c:formatCode>General</c:formatCode>
                <c:ptCount val="4"/>
                <c:pt idx="0">
                  <c:v>0</c:v>
                </c:pt>
                <c:pt idx="1">
                  <c:v>3</c:v>
                </c:pt>
                <c:pt idx="2">
                  <c:v>3.1</c:v>
                </c:pt>
                <c:pt idx="3">
                  <c:v>3.5</c:v>
                </c:pt>
              </c:numCache>
            </c:numRef>
          </c:yVal>
          <c:smooth val="1"/>
          <c:extLst xmlns:c16r2="http://schemas.microsoft.com/office/drawing/2015/06/chart">
            <c:ext xmlns:c16="http://schemas.microsoft.com/office/drawing/2014/chart" uri="{C3380CC4-5D6E-409C-BE32-E72D297353CC}">
              <c16:uniqueId val="{00000002-D004-483F-A0A1-4A16EC2785F3}"/>
            </c:ext>
          </c:extLst>
        </c:ser>
        <c:ser>
          <c:idx val="3"/>
          <c:order val="3"/>
          <c:xVal>
            <c:numRef>
              <c:f>Sheet1!$A$2:$A$5</c:f>
              <c:numCache>
                <c:formatCode>General</c:formatCode>
                <c:ptCount val="4"/>
                <c:pt idx="0">
                  <c:v>0</c:v>
                </c:pt>
                <c:pt idx="1">
                  <c:v>1</c:v>
                </c:pt>
                <c:pt idx="2">
                  <c:v>2</c:v>
                </c:pt>
                <c:pt idx="3">
                  <c:v>2.6</c:v>
                </c:pt>
              </c:numCache>
            </c:numRef>
          </c:xVal>
          <c:yVal>
            <c:numRef>
              <c:f>Sheet1!$E$2:$E$5</c:f>
              <c:numCache>
                <c:formatCode>General</c:formatCode>
                <c:ptCount val="4"/>
              </c:numCache>
            </c:numRef>
          </c:yVal>
          <c:smooth val="1"/>
          <c:extLst xmlns:c16r2="http://schemas.microsoft.com/office/drawing/2015/06/chart">
            <c:ext xmlns:c16="http://schemas.microsoft.com/office/drawing/2014/chart" uri="{C3380CC4-5D6E-409C-BE32-E72D297353CC}">
              <c16:uniqueId val="{00000003-D004-483F-A0A1-4A16EC2785F3}"/>
            </c:ext>
          </c:extLst>
        </c:ser>
        <c:dLbls>
          <c:showLegendKey val="0"/>
          <c:showVal val="0"/>
          <c:showCatName val="0"/>
          <c:showSerName val="0"/>
          <c:showPercent val="0"/>
          <c:showBubbleSize val="0"/>
        </c:dLbls>
        <c:axId val="1017849136"/>
        <c:axId val="1017839888"/>
      </c:scatterChart>
      <c:valAx>
        <c:axId val="1017849136"/>
        <c:scaling>
          <c:orientation val="minMax"/>
        </c:scaling>
        <c:delete val="0"/>
        <c:axPos val="b"/>
        <c:numFmt formatCode="General" sourceLinked="1"/>
        <c:majorTickMark val="out"/>
        <c:minorTickMark val="none"/>
        <c:tickLblPos val="nextTo"/>
        <c:spPr>
          <a:ln>
            <a:solidFill>
              <a:schemeClr val="bg1">
                <a:lumMod val="75000"/>
              </a:schemeClr>
            </a:solidFill>
          </a:ln>
        </c:spPr>
        <c:txPr>
          <a:bodyPr/>
          <a:lstStyle/>
          <a:p>
            <a:pPr>
              <a:defRPr sz="1400">
                <a:solidFill>
                  <a:schemeClr val="bg1">
                    <a:lumMod val="65000"/>
                  </a:schemeClr>
                </a:solidFill>
              </a:defRPr>
            </a:pPr>
            <a:endParaRPr lang="zh-CN"/>
          </a:p>
        </c:txPr>
        <c:crossAx val="1017839888"/>
        <c:crosses val="autoZero"/>
        <c:crossBetween val="midCat"/>
      </c:valAx>
      <c:valAx>
        <c:axId val="1017839888"/>
        <c:scaling>
          <c:orientation val="minMax"/>
        </c:scaling>
        <c:delete val="0"/>
        <c:axPos val="l"/>
        <c:majorGridlines>
          <c:spPr>
            <a:ln>
              <a:solidFill>
                <a:schemeClr val="bg1">
                  <a:lumMod val="65000"/>
                </a:schemeClr>
              </a:solidFill>
              <a:prstDash val="sysDash"/>
            </a:ln>
          </c:spPr>
        </c:majorGridlines>
        <c:numFmt formatCode="General" sourceLinked="1"/>
        <c:majorTickMark val="out"/>
        <c:minorTickMark val="none"/>
        <c:tickLblPos val="nextTo"/>
        <c:spPr>
          <a:ln>
            <a:solidFill>
              <a:schemeClr val="bg1">
                <a:lumMod val="75000"/>
              </a:schemeClr>
            </a:solidFill>
          </a:ln>
        </c:spPr>
        <c:txPr>
          <a:bodyPr/>
          <a:lstStyle/>
          <a:p>
            <a:pPr>
              <a:defRPr sz="1400">
                <a:solidFill>
                  <a:schemeClr val="bg1">
                    <a:lumMod val="65000"/>
                  </a:schemeClr>
                </a:solidFill>
              </a:defRPr>
            </a:pPr>
            <a:endParaRPr lang="zh-CN"/>
          </a:p>
        </c:txPr>
        <c:crossAx val="1017849136"/>
        <c:crosses val="autoZero"/>
        <c:crossBetween val="midCat"/>
      </c:valAx>
    </c:plotArea>
    <c:plotVisOnly val="1"/>
    <c:dispBlanksAs val="gap"/>
    <c:showDLblsOverMax val="0"/>
  </c:chart>
  <c:txPr>
    <a:bodyPr/>
    <a:lstStyle/>
    <a:p>
      <a:pPr>
        <a:defRPr sz="1800">
          <a:latin typeface="Arial" panose="020B0604020202020204" pitchFamily="34" charset="0"/>
          <a:ea typeface="微软雅黑" panose="020B0503020204020204" pitchFamily="34" charset="-122"/>
          <a:cs typeface="+mn-ea"/>
          <a:sym typeface="Arial" panose="020B0604020202020204" pitchFamily="34" charset="0"/>
        </a:defRPr>
      </a:pPr>
      <a:endParaRPr lang="zh-CN"/>
    </a:p>
  </c:txPr>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9630DBF-D010-4114-9DE3-41E342A27C18}" type="datetimeFigureOut">
              <a:rPr lang="zh-CN" altLang="en-US" smtClean="0"/>
              <a:pPr/>
              <a:t>2019/6/19</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4D1D107-4CC9-43CA-8CA8-36E1DF70D5F2}" type="slidenum">
              <a:rPr lang="zh-CN" altLang="en-US" smtClean="0"/>
              <a:pPr/>
              <a:t>‹#›</a:t>
            </a:fld>
            <a:endParaRPr lang="zh-CN" altLang="en-US"/>
          </a:p>
        </p:txBody>
      </p:sp>
    </p:spTree>
    <p:extLst>
      <p:ext uri="{BB962C8B-B14F-4D97-AF65-F5344CB8AC3E}">
        <p14:creationId xmlns:p14="http://schemas.microsoft.com/office/powerpoint/2010/main" val="19866600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06024D97-E667-405D-B634-E583E2108D71}" type="datetimeFigureOut">
              <a:rPr lang="zh-CN" altLang="en-US"/>
              <a:pPr>
                <a:defRPr/>
              </a:pPr>
              <a:t>2019/6/19</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418F03C3-53C1-4F10-8DAF-D1F318E96C6E}" type="slidenum">
              <a:rPr lang="zh-CN" altLang="en-US"/>
              <a:pPr/>
              <a:t>‹#›</a:t>
            </a:fld>
            <a:endParaRPr lang="zh-CN" altLang="en-US"/>
          </a:p>
        </p:txBody>
      </p:sp>
    </p:spTree>
    <p:extLst>
      <p:ext uri="{BB962C8B-B14F-4D97-AF65-F5344CB8AC3E}">
        <p14:creationId xmlns:p14="http://schemas.microsoft.com/office/powerpoint/2010/main" val="206054043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900" kern="1200">
        <a:solidFill>
          <a:schemeClr val="tx1"/>
        </a:solidFill>
        <a:latin typeface="+mn-lt"/>
        <a:ea typeface="+mn-ea"/>
        <a:cs typeface="+mn-cs"/>
      </a:defRPr>
    </a:lvl1pPr>
    <a:lvl2pPr marL="324032" algn="l" rtl="0" eaLnBrk="0" fontAlgn="base" hangingPunct="0">
      <a:spcBef>
        <a:spcPct val="30000"/>
      </a:spcBef>
      <a:spcAft>
        <a:spcPct val="0"/>
      </a:spcAft>
      <a:defRPr sz="900" kern="1200">
        <a:solidFill>
          <a:schemeClr val="tx1"/>
        </a:solidFill>
        <a:latin typeface="+mn-lt"/>
        <a:ea typeface="+mn-ea"/>
        <a:cs typeface="+mn-cs"/>
      </a:defRPr>
    </a:lvl2pPr>
    <a:lvl3pPr marL="649193" algn="l" rtl="0" eaLnBrk="0" fontAlgn="base" hangingPunct="0">
      <a:spcBef>
        <a:spcPct val="30000"/>
      </a:spcBef>
      <a:spcAft>
        <a:spcPct val="0"/>
      </a:spcAft>
      <a:defRPr sz="900" kern="1200">
        <a:solidFill>
          <a:schemeClr val="tx1"/>
        </a:solidFill>
        <a:latin typeface="+mn-lt"/>
        <a:ea typeface="+mn-ea"/>
        <a:cs typeface="+mn-cs"/>
      </a:defRPr>
    </a:lvl3pPr>
    <a:lvl4pPr marL="974353" algn="l" rtl="0" eaLnBrk="0" fontAlgn="base" hangingPunct="0">
      <a:spcBef>
        <a:spcPct val="30000"/>
      </a:spcBef>
      <a:spcAft>
        <a:spcPct val="0"/>
      </a:spcAft>
      <a:defRPr sz="900" kern="1200">
        <a:solidFill>
          <a:schemeClr val="tx1"/>
        </a:solidFill>
        <a:latin typeface="+mn-lt"/>
        <a:ea typeface="+mn-ea"/>
        <a:cs typeface="+mn-cs"/>
      </a:defRPr>
    </a:lvl4pPr>
    <a:lvl5pPr marL="1299514" algn="l" rtl="0" eaLnBrk="0" fontAlgn="base" hangingPunct="0">
      <a:spcBef>
        <a:spcPct val="30000"/>
      </a:spcBef>
      <a:spcAft>
        <a:spcPct val="0"/>
      </a:spcAft>
      <a:defRPr sz="900" kern="1200">
        <a:solidFill>
          <a:schemeClr val="tx1"/>
        </a:solidFill>
        <a:latin typeface="+mn-lt"/>
        <a:ea typeface="+mn-ea"/>
        <a:cs typeface="+mn-cs"/>
      </a:defRPr>
    </a:lvl5pPr>
    <a:lvl6pPr marL="1625443" algn="l" defTabSz="650177" rtl="0" eaLnBrk="1" latinLnBrk="0" hangingPunct="1">
      <a:defRPr sz="900" kern="1200">
        <a:solidFill>
          <a:schemeClr val="tx1"/>
        </a:solidFill>
        <a:latin typeface="+mn-lt"/>
        <a:ea typeface="+mn-ea"/>
        <a:cs typeface="+mn-cs"/>
      </a:defRPr>
    </a:lvl6pPr>
    <a:lvl7pPr marL="1950531" algn="l" defTabSz="650177" rtl="0" eaLnBrk="1" latinLnBrk="0" hangingPunct="1">
      <a:defRPr sz="900" kern="1200">
        <a:solidFill>
          <a:schemeClr val="tx1"/>
        </a:solidFill>
        <a:latin typeface="+mn-lt"/>
        <a:ea typeface="+mn-ea"/>
        <a:cs typeface="+mn-cs"/>
      </a:defRPr>
    </a:lvl7pPr>
    <a:lvl8pPr marL="2275621" algn="l" defTabSz="650177" rtl="0" eaLnBrk="1" latinLnBrk="0" hangingPunct="1">
      <a:defRPr sz="900" kern="1200">
        <a:solidFill>
          <a:schemeClr val="tx1"/>
        </a:solidFill>
        <a:latin typeface="+mn-lt"/>
        <a:ea typeface="+mn-ea"/>
        <a:cs typeface="+mn-cs"/>
      </a:defRPr>
    </a:lvl8pPr>
    <a:lvl9pPr marL="2600708" algn="l" defTabSz="650177"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a:t>
            </a:fld>
            <a:endParaRPr lang="zh-CN" altLang="en-US"/>
          </a:p>
        </p:txBody>
      </p:sp>
    </p:spTree>
    <p:extLst>
      <p:ext uri="{BB962C8B-B14F-4D97-AF65-F5344CB8AC3E}">
        <p14:creationId xmlns:p14="http://schemas.microsoft.com/office/powerpoint/2010/main" val="27776082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7DE43C7-BEB6-426A-BE16-2C91E01EB2DC}" type="slidenum">
              <a:rPr lang="zh-CN" altLang="en-US" smtClean="0"/>
              <a:pPr/>
              <a:t>4</a:t>
            </a:fld>
            <a:endParaRPr lang="zh-CN" altLang="en-US"/>
          </a:p>
        </p:txBody>
      </p:sp>
    </p:spTree>
    <p:extLst>
      <p:ext uri="{BB962C8B-B14F-4D97-AF65-F5344CB8AC3E}">
        <p14:creationId xmlns:p14="http://schemas.microsoft.com/office/powerpoint/2010/main" val="34135598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pPr/>
              <a:t>5</a:t>
            </a:fld>
            <a:endParaRPr lang="zh-CN" altLang="en-US"/>
          </a:p>
        </p:txBody>
      </p:sp>
    </p:spTree>
    <p:extLst>
      <p:ext uri="{BB962C8B-B14F-4D97-AF65-F5344CB8AC3E}">
        <p14:creationId xmlns:p14="http://schemas.microsoft.com/office/powerpoint/2010/main" val="4977304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pPr/>
              <a:t>6</a:t>
            </a:fld>
            <a:endParaRPr lang="zh-CN" altLang="en-US"/>
          </a:p>
        </p:txBody>
      </p:sp>
    </p:spTree>
    <p:extLst>
      <p:ext uri="{BB962C8B-B14F-4D97-AF65-F5344CB8AC3E}">
        <p14:creationId xmlns:p14="http://schemas.microsoft.com/office/powerpoint/2010/main" val="25516949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idx="10"/>
          </p:nvPr>
        </p:nvSpPr>
        <p:spPr/>
        <p:txBody>
          <a:bodyPr/>
          <a:lstStyle/>
          <a:p>
            <a:r>
              <a:rPr lang="en-US"/>
              <a:t>My First Template</a:t>
            </a:r>
            <a:endParaRPr lang="en-US" dirty="0"/>
          </a:p>
        </p:txBody>
      </p:sp>
    </p:spTree>
    <p:extLst>
      <p:ext uri="{BB962C8B-B14F-4D97-AF65-F5344CB8AC3E}">
        <p14:creationId xmlns:p14="http://schemas.microsoft.com/office/powerpoint/2010/main" val="38075624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a:t>
            </a:fld>
            <a:endParaRPr lang="zh-CN" altLang="en-US"/>
          </a:p>
        </p:txBody>
      </p:sp>
    </p:spTree>
    <p:extLst>
      <p:ext uri="{BB962C8B-B14F-4D97-AF65-F5344CB8AC3E}">
        <p14:creationId xmlns:p14="http://schemas.microsoft.com/office/powerpoint/2010/main" val="27776082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0" y="514350"/>
            <a:ext cx="4572000" cy="2571750"/>
          </a:xfrm>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31620567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11</a:t>
            </a:fld>
            <a:endParaRPr lang="en-GB"/>
          </a:p>
        </p:txBody>
      </p:sp>
    </p:spTree>
    <p:extLst>
      <p:ext uri="{BB962C8B-B14F-4D97-AF65-F5344CB8AC3E}">
        <p14:creationId xmlns:p14="http://schemas.microsoft.com/office/powerpoint/2010/main" val="24808213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ChangeArrowheads="1" noTextEdit="1"/>
          </p:cNvSpPr>
          <p:nvPr>
            <p:ph type="sldImg" idx="4294967295"/>
          </p:nvPr>
        </p:nvSpPr>
        <p:spPr>
          <a:xfrm>
            <a:off x="381000" y="685800"/>
            <a:ext cx="6096000" cy="3429000"/>
          </a:xfrm>
          <a:ln>
            <a:miter lim="800000"/>
          </a:ln>
        </p:spPr>
      </p:sp>
      <p:sp>
        <p:nvSpPr>
          <p:cNvPr id="11267" name="备注占位符 2"/>
          <p:cNvSpPr>
            <a:spLocks noGrp="1" noChangeArrowheads="1"/>
          </p:cNvSpPr>
          <p:nvPr>
            <p:ph type="body" idx="4294967295"/>
          </p:nvPr>
        </p:nvSpPr>
        <p:spPr/>
        <p:txBody>
          <a:bodyPr/>
          <a:lstStyle/>
          <a:p>
            <a:endParaRPr lang="zh-CN" altLang="en-US"/>
          </a:p>
        </p:txBody>
      </p:sp>
      <p:sp>
        <p:nvSpPr>
          <p:cNvPr id="11268"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E23D0C2F-9BBC-4DC0-9E16-428744801FD4}" type="slidenum">
              <a:rPr altLang="en-US"/>
              <a:pPr/>
              <a:t>12</a:t>
            </a:fld>
            <a:endParaRPr lang="zh-CN" altLang="en-US"/>
          </a:p>
        </p:txBody>
      </p:sp>
    </p:spTree>
    <p:extLst>
      <p:ext uri="{BB962C8B-B14F-4D97-AF65-F5344CB8AC3E}">
        <p14:creationId xmlns:p14="http://schemas.microsoft.com/office/powerpoint/2010/main" val="31278840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a:t>
            </a:fld>
            <a:endParaRPr lang="zh-CN" altLang="en-US"/>
          </a:p>
        </p:txBody>
      </p:sp>
    </p:spTree>
    <p:extLst>
      <p:ext uri="{BB962C8B-B14F-4D97-AF65-F5344CB8AC3E}">
        <p14:creationId xmlns:p14="http://schemas.microsoft.com/office/powerpoint/2010/main" val="27776082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77D52DC-2AC0-40EB-AE3E-9EAE589A4496}" type="slidenum">
              <a:rPr lang="zh-CN" altLang="en-US" smtClean="0"/>
              <a:pPr/>
              <a:t>14</a:t>
            </a:fld>
            <a:endParaRPr lang="zh-CN" altLang="en-US"/>
          </a:p>
        </p:txBody>
      </p:sp>
    </p:spTree>
    <p:extLst>
      <p:ext uri="{BB962C8B-B14F-4D97-AF65-F5344CB8AC3E}">
        <p14:creationId xmlns:p14="http://schemas.microsoft.com/office/powerpoint/2010/main" val="30555251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15</a:t>
            </a:fld>
            <a:endParaRPr lang="en-GB"/>
          </a:p>
        </p:txBody>
      </p:sp>
    </p:spTree>
    <p:extLst>
      <p:ext uri="{BB962C8B-B14F-4D97-AF65-F5344CB8AC3E}">
        <p14:creationId xmlns:p14="http://schemas.microsoft.com/office/powerpoint/2010/main" val="11425954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16</a:t>
            </a:fld>
            <a:endParaRPr lang="zh-CN" altLang="en-US"/>
          </a:p>
        </p:txBody>
      </p:sp>
    </p:spTree>
    <p:extLst>
      <p:ext uri="{BB962C8B-B14F-4D97-AF65-F5344CB8AC3E}">
        <p14:creationId xmlns:p14="http://schemas.microsoft.com/office/powerpoint/2010/main" val="1630617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17</a:t>
            </a:fld>
            <a:endParaRPr lang="zh-CN" altLang="en-US"/>
          </a:p>
        </p:txBody>
      </p:sp>
    </p:spTree>
    <p:extLst>
      <p:ext uri="{BB962C8B-B14F-4D97-AF65-F5344CB8AC3E}">
        <p14:creationId xmlns:p14="http://schemas.microsoft.com/office/powerpoint/2010/main" val="17065583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18</a:t>
            </a:fld>
            <a:endParaRPr lang="zh-CN" altLang="en-US"/>
          </a:p>
        </p:txBody>
      </p:sp>
    </p:spTree>
    <p:extLst>
      <p:ext uri="{BB962C8B-B14F-4D97-AF65-F5344CB8AC3E}">
        <p14:creationId xmlns:p14="http://schemas.microsoft.com/office/powerpoint/2010/main" val="27776082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20</a:t>
            </a:fld>
            <a:endParaRPr lang="zh-CN" altLang="en-US"/>
          </a:p>
        </p:txBody>
      </p:sp>
    </p:spTree>
    <p:extLst>
      <p:ext uri="{BB962C8B-B14F-4D97-AF65-F5344CB8AC3E}">
        <p14:creationId xmlns:p14="http://schemas.microsoft.com/office/powerpoint/2010/main" val="24295234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21</a:t>
            </a:fld>
            <a:endParaRPr lang="en-GB"/>
          </a:p>
        </p:txBody>
      </p:sp>
    </p:spTree>
    <p:extLst>
      <p:ext uri="{BB962C8B-B14F-4D97-AF65-F5344CB8AC3E}">
        <p14:creationId xmlns:p14="http://schemas.microsoft.com/office/powerpoint/2010/main" val="31700437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22</a:t>
            </a:fld>
            <a:endParaRPr lang="zh-CN" altLang="en-US"/>
          </a:p>
        </p:txBody>
      </p:sp>
    </p:spTree>
    <p:extLst>
      <p:ext uri="{BB962C8B-B14F-4D97-AF65-F5344CB8AC3E}">
        <p14:creationId xmlns:p14="http://schemas.microsoft.com/office/powerpoint/2010/main" val="41189714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28901" y="4769032"/>
            <a:ext cx="2057193" cy="273290"/>
          </a:xfrm>
          <a:prstGeom prst="rect">
            <a:avLst/>
          </a:prstGeom>
        </p:spPr>
        <p:txBody>
          <a:bodyPr/>
          <a:lstStyle/>
          <a:p>
            <a:fld id="{32BF82D2-7A68-459D-A996-9BDDA2518FA4}" type="datetimeFigureOut">
              <a:rPr lang="zh-CN" altLang="en-US" smtClean="0"/>
              <a:pPr/>
              <a:t>2019/6/19</a:t>
            </a:fld>
            <a:endParaRPr lang="zh-CN" altLang="en-US"/>
          </a:p>
        </p:txBody>
      </p:sp>
      <p:sp>
        <p:nvSpPr>
          <p:cNvPr id="3" name="页脚占位符 2"/>
          <p:cNvSpPr>
            <a:spLocks noGrp="1"/>
          </p:cNvSpPr>
          <p:nvPr>
            <p:ph type="ftr" sz="quarter" idx="11"/>
          </p:nvPr>
        </p:nvSpPr>
        <p:spPr>
          <a:xfrm>
            <a:off x="3029336" y="4769032"/>
            <a:ext cx="3086918" cy="273290"/>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459496" y="4769032"/>
            <a:ext cx="2057193" cy="273290"/>
          </a:xfrm>
          <a:prstGeom prst="rect">
            <a:avLst/>
          </a:prstGeom>
        </p:spPr>
        <p:txBody>
          <a:bodyPr/>
          <a:lstStyle/>
          <a:p>
            <a:fld id="{3E01EE5D-26FB-46D5-A381-ECFB35BF1D34}" type="slidenum">
              <a:rPr lang="zh-CN" altLang="en-US" smtClean="0"/>
              <a:pPr/>
              <a:t>‹#›</a:t>
            </a:fld>
            <a:endParaRPr lang="zh-CN" altLang="en-US"/>
          </a:p>
        </p:txBody>
      </p:sp>
      <p:sp>
        <p:nvSpPr>
          <p:cNvPr id="5" name="文本框 32"/>
          <p:cNvSpPr txBox="1"/>
          <p:nvPr userDrawn="1"/>
        </p:nvSpPr>
        <p:spPr>
          <a:xfrm>
            <a:off x="265271" y="257676"/>
            <a:ext cx="1933871" cy="284697"/>
          </a:xfrm>
          <a:prstGeom prst="rect">
            <a:avLst/>
          </a:prstGeom>
          <a:noFill/>
        </p:spPr>
        <p:txBody>
          <a:bodyPr wrap="none" lIns="68584" tIns="34292" rIns="68584" bIns="34292" rtlCol="0">
            <a:spAutoFit/>
          </a:bodyPr>
          <a:lstStyle/>
          <a:p>
            <a:pPr defTabSz="685795"/>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点击添加相关标题文字</a:t>
            </a:r>
          </a:p>
        </p:txBody>
      </p:sp>
      <p:sp>
        <p:nvSpPr>
          <p:cNvPr id="6" name="文本框 33"/>
          <p:cNvSpPr txBox="1"/>
          <p:nvPr userDrawn="1"/>
        </p:nvSpPr>
        <p:spPr>
          <a:xfrm>
            <a:off x="265271" y="465917"/>
            <a:ext cx="1598844" cy="223142"/>
          </a:xfrm>
          <a:prstGeom prst="rect">
            <a:avLst/>
          </a:prstGeom>
          <a:noFill/>
        </p:spPr>
        <p:txBody>
          <a:bodyPr wrap="none" lIns="68584" tIns="34292" rIns="68584" bIns="34292" rtlCol="0">
            <a:spAutoFit/>
          </a:bodyPr>
          <a:lstStyle/>
          <a:p>
            <a:pPr defTabSz="685795"/>
            <a:r>
              <a:rPr lang="en-US" altLang="zh-CN" sz="1000" dirty="0">
                <a:solidFill>
                  <a:schemeClr val="tx1">
                    <a:lumMod val="50000"/>
                    <a:lumOff val="50000"/>
                  </a:schemeClr>
                </a:solidFill>
                <a:cs typeface="+mn-ea"/>
                <a:sym typeface="+mn-lt"/>
              </a:rPr>
              <a:t>ADD RELATED TITLE WORDS</a:t>
            </a:r>
            <a:endParaRPr lang="zh-CN" altLang="en-US" sz="1000" dirty="0">
              <a:solidFill>
                <a:schemeClr val="tx1">
                  <a:lumMod val="50000"/>
                  <a:lumOff val="50000"/>
                </a:schemeClr>
              </a:solidFill>
              <a:cs typeface="+mn-ea"/>
              <a:sym typeface="+mn-lt"/>
            </a:endParaRPr>
          </a:p>
        </p:txBody>
      </p:sp>
    </p:spTree>
    <p:extLst>
      <p:ext uri="{BB962C8B-B14F-4D97-AF65-F5344CB8AC3E}">
        <p14:creationId xmlns:p14="http://schemas.microsoft.com/office/powerpoint/2010/main" val="1933288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28901" y="4769032"/>
            <a:ext cx="2057193" cy="273290"/>
          </a:xfrm>
          <a:prstGeom prst="rect">
            <a:avLst/>
          </a:prstGeom>
        </p:spPr>
        <p:txBody>
          <a:bodyPr/>
          <a:lstStyle/>
          <a:p>
            <a:fld id="{32BF82D2-7A68-459D-A996-9BDDA2518FA4}" type="datetimeFigureOut">
              <a:rPr lang="zh-CN" altLang="en-US" smtClean="0"/>
              <a:pPr/>
              <a:t>2019/6/19</a:t>
            </a:fld>
            <a:endParaRPr lang="zh-CN" altLang="en-US"/>
          </a:p>
        </p:txBody>
      </p:sp>
      <p:sp>
        <p:nvSpPr>
          <p:cNvPr id="3" name="页脚占位符 2"/>
          <p:cNvSpPr>
            <a:spLocks noGrp="1"/>
          </p:cNvSpPr>
          <p:nvPr>
            <p:ph type="ftr" sz="quarter" idx="11"/>
          </p:nvPr>
        </p:nvSpPr>
        <p:spPr>
          <a:xfrm>
            <a:off x="3029336" y="4769032"/>
            <a:ext cx="3086918" cy="273290"/>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459496" y="4769032"/>
            <a:ext cx="2057193" cy="273290"/>
          </a:xfrm>
          <a:prstGeom prst="rect">
            <a:avLst/>
          </a:prstGeom>
        </p:spPr>
        <p:txBody>
          <a:bodyPr/>
          <a:lstStyle/>
          <a:p>
            <a:fld id="{3E01EE5D-26FB-46D5-A381-ECFB35BF1D34}" type="slidenum">
              <a:rPr lang="zh-CN" altLang="en-US" smtClean="0"/>
              <a:pPr/>
              <a:t>‹#›</a:t>
            </a:fld>
            <a:endParaRPr lang="zh-CN" altLang="en-US"/>
          </a:p>
        </p:txBody>
      </p:sp>
    </p:spTree>
    <p:extLst>
      <p:ext uri="{BB962C8B-B14F-4D97-AF65-F5344CB8AC3E}">
        <p14:creationId xmlns:p14="http://schemas.microsoft.com/office/powerpoint/2010/main" val="1933288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标题和内容">
    <p:bg>
      <p:bgPr>
        <a:blipFill dpi="0" rotWithShape="1">
          <a:blip r:embed="rId2">
            <a:alphaModFix amt="40000"/>
            <a:duotone>
              <a:schemeClr val="accent1">
                <a:shade val="45000"/>
                <a:satMod val="135000"/>
              </a:schemeClr>
              <a:prstClr val="white"/>
            </a:duotone>
            <a:lum/>
          </a:blip>
          <a:srcRect/>
          <a:stretch>
            <a:fillRect t="-39000" b="-39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6335761"/>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66241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末尾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129752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7">
            <a:alphaModFix amt="50000"/>
            <a:duotone>
              <a:schemeClr val="accent1">
                <a:shade val="45000"/>
                <a:satMod val="135000"/>
              </a:schemeClr>
              <a:prstClr val="white"/>
            </a:duotone>
            <a:lum/>
          </a:blip>
          <a:srcRect/>
          <a:stretch>
            <a:fillRect t="-39000" b="-39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5056897"/>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Lst>
  <p:timing>
    <p:tnLst>
      <p:par>
        <p:cTn id="1" dur="indefinite" restart="never" nodeType="tmRoot"/>
      </p:par>
    </p:tnLst>
  </p:timing>
  <p:txStyles>
    <p:titleStyle>
      <a:lvl1pPr algn="l" defTabSz="650321" rtl="0" eaLnBrk="1" latinLnBrk="0" hangingPunct="1">
        <a:lnSpc>
          <a:spcPct val="90000"/>
        </a:lnSpc>
        <a:spcBef>
          <a:spcPct val="0"/>
        </a:spcBef>
        <a:buNone/>
        <a:defRPr sz="3100" kern="1200">
          <a:solidFill>
            <a:schemeClr val="tx1"/>
          </a:solidFill>
          <a:latin typeface="+mj-lt"/>
          <a:ea typeface="+mj-ea"/>
          <a:cs typeface="+mj-cs"/>
        </a:defRPr>
      </a:lvl1pPr>
    </p:titleStyle>
    <p:bodyStyle>
      <a:lvl1pPr marL="162580" indent="-162580" algn="l" defTabSz="650321" rtl="0" eaLnBrk="1" latinLnBrk="0" hangingPunct="1">
        <a:lnSpc>
          <a:spcPct val="90000"/>
        </a:lnSpc>
        <a:spcBef>
          <a:spcPts val="711"/>
        </a:spcBef>
        <a:buFont typeface="Arial" panose="020B0604020202020204" pitchFamily="34" charset="0"/>
        <a:buChar char="•"/>
        <a:defRPr sz="2000" kern="1200">
          <a:solidFill>
            <a:schemeClr val="tx1"/>
          </a:solidFill>
          <a:latin typeface="+mn-lt"/>
          <a:ea typeface="+mn-ea"/>
          <a:cs typeface="+mn-cs"/>
        </a:defRPr>
      </a:lvl1pPr>
      <a:lvl2pPr marL="487741" indent="-162580" algn="l" defTabSz="650321" rtl="0" eaLnBrk="1" latinLnBrk="0" hangingPunct="1">
        <a:lnSpc>
          <a:spcPct val="90000"/>
        </a:lnSpc>
        <a:spcBef>
          <a:spcPts val="356"/>
        </a:spcBef>
        <a:buFont typeface="Arial" panose="020B0604020202020204" pitchFamily="34" charset="0"/>
        <a:buChar char="•"/>
        <a:defRPr sz="1700" kern="1200">
          <a:solidFill>
            <a:schemeClr val="tx1"/>
          </a:solidFill>
          <a:latin typeface="+mn-lt"/>
          <a:ea typeface="+mn-ea"/>
          <a:cs typeface="+mn-cs"/>
        </a:defRPr>
      </a:lvl2pPr>
      <a:lvl3pPr marL="812902" indent="-162580" algn="l" defTabSz="650321" rtl="0" eaLnBrk="1" latinLnBrk="0" hangingPunct="1">
        <a:lnSpc>
          <a:spcPct val="90000"/>
        </a:lnSpc>
        <a:spcBef>
          <a:spcPts val="356"/>
        </a:spcBef>
        <a:buFont typeface="Arial" panose="020B0604020202020204" pitchFamily="34" charset="0"/>
        <a:buChar char="•"/>
        <a:defRPr sz="1400" kern="1200">
          <a:solidFill>
            <a:schemeClr val="tx1"/>
          </a:solidFill>
          <a:latin typeface="+mn-lt"/>
          <a:ea typeface="+mn-ea"/>
          <a:cs typeface="+mn-cs"/>
        </a:defRPr>
      </a:lvl3pPr>
      <a:lvl4pPr marL="1138062"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4pPr>
      <a:lvl5pPr marL="1463223"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5pPr>
      <a:lvl6pPr marL="1788384"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6pPr>
      <a:lvl7pPr marL="2113544"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7pPr>
      <a:lvl8pPr marL="2438705"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8pPr>
      <a:lvl9pPr marL="2763865"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9pPr>
    </p:bodyStyle>
    <p:otherStyle>
      <a:defPPr>
        <a:defRPr lang="zh-CN"/>
      </a:defPPr>
      <a:lvl1pPr marL="0" algn="l" defTabSz="650321" rtl="0" eaLnBrk="1" latinLnBrk="0" hangingPunct="1">
        <a:defRPr sz="1300" kern="1200">
          <a:solidFill>
            <a:schemeClr val="tx1"/>
          </a:solidFill>
          <a:latin typeface="+mn-lt"/>
          <a:ea typeface="+mn-ea"/>
          <a:cs typeface="+mn-cs"/>
        </a:defRPr>
      </a:lvl1pPr>
      <a:lvl2pPr marL="325161" algn="l" defTabSz="650321" rtl="0" eaLnBrk="1" latinLnBrk="0" hangingPunct="1">
        <a:defRPr sz="1300" kern="1200">
          <a:solidFill>
            <a:schemeClr val="tx1"/>
          </a:solidFill>
          <a:latin typeface="+mn-lt"/>
          <a:ea typeface="+mn-ea"/>
          <a:cs typeface="+mn-cs"/>
        </a:defRPr>
      </a:lvl2pPr>
      <a:lvl3pPr marL="650321" algn="l" defTabSz="650321" rtl="0" eaLnBrk="1" latinLnBrk="0" hangingPunct="1">
        <a:defRPr sz="1300" kern="1200">
          <a:solidFill>
            <a:schemeClr val="tx1"/>
          </a:solidFill>
          <a:latin typeface="+mn-lt"/>
          <a:ea typeface="+mn-ea"/>
          <a:cs typeface="+mn-cs"/>
        </a:defRPr>
      </a:lvl3pPr>
      <a:lvl4pPr marL="975482" algn="l" defTabSz="650321" rtl="0" eaLnBrk="1" latinLnBrk="0" hangingPunct="1">
        <a:defRPr sz="1300" kern="1200">
          <a:solidFill>
            <a:schemeClr val="tx1"/>
          </a:solidFill>
          <a:latin typeface="+mn-lt"/>
          <a:ea typeface="+mn-ea"/>
          <a:cs typeface="+mn-cs"/>
        </a:defRPr>
      </a:lvl4pPr>
      <a:lvl5pPr marL="1300643" algn="l" defTabSz="650321" rtl="0" eaLnBrk="1" latinLnBrk="0" hangingPunct="1">
        <a:defRPr sz="1300" kern="1200">
          <a:solidFill>
            <a:schemeClr val="tx1"/>
          </a:solidFill>
          <a:latin typeface="+mn-lt"/>
          <a:ea typeface="+mn-ea"/>
          <a:cs typeface="+mn-cs"/>
        </a:defRPr>
      </a:lvl5pPr>
      <a:lvl6pPr marL="1625803" algn="l" defTabSz="650321" rtl="0" eaLnBrk="1" latinLnBrk="0" hangingPunct="1">
        <a:defRPr sz="1300" kern="1200">
          <a:solidFill>
            <a:schemeClr val="tx1"/>
          </a:solidFill>
          <a:latin typeface="+mn-lt"/>
          <a:ea typeface="+mn-ea"/>
          <a:cs typeface="+mn-cs"/>
        </a:defRPr>
      </a:lvl6pPr>
      <a:lvl7pPr marL="1950964" algn="l" defTabSz="650321" rtl="0" eaLnBrk="1" latinLnBrk="0" hangingPunct="1">
        <a:defRPr sz="1300" kern="1200">
          <a:solidFill>
            <a:schemeClr val="tx1"/>
          </a:solidFill>
          <a:latin typeface="+mn-lt"/>
          <a:ea typeface="+mn-ea"/>
          <a:cs typeface="+mn-cs"/>
        </a:defRPr>
      </a:lvl7pPr>
      <a:lvl8pPr marL="2276124" algn="l" defTabSz="650321" rtl="0" eaLnBrk="1" latinLnBrk="0" hangingPunct="1">
        <a:defRPr sz="1300" kern="1200">
          <a:solidFill>
            <a:schemeClr val="tx1"/>
          </a:solidFill>
          <a:latin typeface="+mn-lt"/>
          <a:ea typeface="+mn-ea"/>
          <a:cs typeface="+mn-cs"/>
        </a:defRPr>
      </a:lvl8pPr>
      <a:lvl9pPr marL="2601285" algn="l" defTabSz="650321"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image" Target="../media/image3.png"/><Relationship Id="rId2" Type="http://schemas.openxmlformats.org/officeDocument/2006/relationships/tags" Target="../tags/tag2.xml"/><Relationship Id="rId1" Type="http://schemas.openxmlformats.org/officeDocument/2006/relationships/vmlDrawing" Target="../drawings/vmlDrawing1.vml"/><Relationship Id="rId6" Type="http://schemas.openxmlformats.org/officeDocument/2006/relationships/image" Target="../media/image2.emf"/><Relationship Id="rId5" Type="http://schemas.openxmlformats.org/officeDocument/2006/relationships/oleObject" Target="../embeddings/oleObject1.bin"/><Relationship Id="rId4"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g"/><Relationship Id="rId7"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6.jpg"/><Relationship Id="rId5" Type="http://schemas.openxmlformats.org/officeDocument/2006/relationships/image" Target="../media/image15.jpg"/><Relationship Id="rId4" Type="http://schemas.openxmlformats.org/officeDocument/2006/relationships/image" Target="../media/image14.jp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8.jpg"/><Relationship Id="rId4" Type="http://schemas.openxmlformats.org/officeDocument/2006/relationships/image" Target="../media/image17.jpg"/></Relationships>
</file>

<file path=ppt/slides/_rels/slide23.xml.rels><?xml version="1.0" encoding="UTF-8" standalone="yes"?>
<Relationships xmlns="http://schemas.openxmlformats.org/package/2006/relationships"><Relationship Id="rId3" Type="http://schemas.openxmlformats.org/officeDocument/2006/relationships/tags" Target="../tags/tag5.xml"/><Relationship Id="rId7" Type="http://schemas.openxmlformats.org/officeDocument/2006/relationships/image" Target="../media/image19.png"/><Relationship Id="rId2" Type="http://schemas.openxmlformats.org/officeDocument/2006/relationships/tags" Target="../tags/tag4.xml"/><Relationship Id="rId1" Type="http://schemas.openxmlformats.org/officeDocument/2006/relationships/vmlDrawing" Target="../drawings/vmlDrawing2.vml"/><Relationship Id="rId6" Type="http://schemas.openxmlformats.org/officeDocument/2006/relationships/image" Target="../media/image2.emf"/><Relationship Id="rId5" Type="http://schemas.openxmlformats.org/officeDocument/2006/relationships/oleObject" Target="../embeddings/oleObject2.bin"/><Relationship Id="rId4"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xmlns="" id="{944035E0-42AB-4DEE-9334-AA2AA4F6EC82}"/>
              </a:ext>
            </a:extLst>
          </p:cNvPr>
          <p:cNvSpPr/>
          <p:nvPr/>
        </p:nvSpPr>
        <p:spPr>
          <a:xfrm rot="1400643">
            <a:off x="6580012" y="2267188"/>
            <a:ext cx="6495679" cy="3366922"/>
          </a:xfrm>
          <a:prstGeom prst="rect">
            <a:avLst/>
          </a:prstGeom>
          <a:gradFill flip="none" rotWithShape="1">
            <a:gsLst>
              <a:gs pos="53000">
                <a:schemeClr val="bg1">
                  <a:lumMod val="65000"/>
                  <a:lumOff val="35000"/>
                  <a:alpha val="0"/>
                </a:schemeClr>
              </a:gs>
              <a:gs pos="0">
                <a:schemeClr val="accent1">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3" name="对象 2" hidden="1">
            <a:extLst>
              <a:ext uri="{FF2B5EF4-FFF2-40B4-BE49-F238E27FC236}">
                <a16:creationId xmlns:a16="http://schemas.microsoft.com/office/drawing/2014/main" xmlns="" id="{3C326D0B-7DAB-41B6-8030-2E4A18CC949B}"/>
              </a:ext>
            </a:extLst>
          </p:cNvPr>
          <p:cNvGraphicFramePr>
            <a:graphicFrameLocks noChangeAspect="1"/>
          </p:cNvGraphicFramePr>
          <p:nvPr>
            <p:custDataLst>
              <p:tags r:id="rId2"/>
            </p:custDataLst>
            <p:extLst>
              <p:ext uri="{D42A27DB-BD31-4B8C-83A1-F6EECF244321}">
                <p14:modId xmlns:p14="http://schemas.microsoft.com/office/powerpoint/2010/main" val="828158705"/>
              </p:ext>
            </p:extLst>
          </p:nvPr>
        </p:nvGraphicFramePr>
        <p:xfrm>
          <a:off x="1191" y="1192"/>
          <a:ext cx="1191" cy="1191"/>
        </p:xfrm>
        <a:graphic>
          <a:graphicData uri="http://schemas.openxmlformats.org/presentationml/2006/ole">
            <mc:AlternateContent xmlns:mc="http://schemas.openxmlformats.org/markup-compatibility/2006">
              <mc:Choice xmlns:v="urn:schemas-microsoft-com:vml" Requires="v">
                <p:oleObj spid="_x0000_s1052" name="think-cell Slide" r:id="rId5" imgW="347" imgH="348" progId="TCLayout.ActiveDocument.1">
                  <p:embed/>
                </p:oleObj>
              </mc:Choice>
              <mc:Fallback>
                <p:oleObj name="think-cell Slide" r:id="rId5" imgW="347" imgH="348" progId="TCLayout.ActiveDocument.1">
                  <p:embed/>
                  <p:pic>
                    <p:nvPicPr>
                      <p:cNvPr id="0" name=""/>
                      <p:cNvPicPr/>
                      <p:nvPr/>
                    </p:nvPicPr>
                    <p:blipFill>
                      <a:blip r:embed="rId6"/>
                      <a:stretch>
                        <a:fillRect/>
                      </a:stretch>
                    </p:blipFill>
                    <p:spPr>
                      <a:xfrm>
                        <a:off x="1191" y="1192"/>
                        <a:ext cx="1191" cy="1191"/>
                      </a:xfrm>
                      <a:prstGeom prst="rect">
                        <a:avLst/>
                      </a:prstGeom>
                    </p:spPr>
                  </p:pic>
                </p:oleObj>
              </mc:Fallback>
            </mc:AlternateContent>
          </a:graphicData>
        </a:graphic>
      </p:graphicFrame>
      <p:sp>
        <p:nvSpPr>
          <p:cNvPr id="2" name="矩形 1" hidden="1">
            <a:extLst>
              <a:ext uri="{FF2B5EF4-FFF2-40B4-BE49-F238E27FC236}">
                <a16:creationId xmlns:a16="http://schemas.microsoft.com/office/drawing/2014/main" xmlns="" id="{EC933494-1B63-4A32-964F-D05236799BAA}"/>
              </a:ext>
            </a:extLst>
          </p:cNvPr>
          <p:cNvSpPr/>
          <p:nvPr>
            <p:custDataLst>
              <p:tags r:id="rId3"/>
            </p:custDataLst>
          </p:nvPr>
        </p:nvSpPr>
        <p:spPr>
          <a:xfrm>
            <a:off x="0" y="0"/>
            <a:ext cx="119083" cy="1190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3000" b="1" dirty="0">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6" name="文本占位符 5"/>
          <p:cNvSpPr>
            <a:spLocks noGrp="1"/>
          </p:cNvSpPr>
          <p:nvPr>
            <p:ph type="body" sz="quarter" idx="4294967295"/>
          </p:nvPr>
        </p:nvSpPr>
        <p:spPr>
          <a:xfrm>
            <a:off x="675971" y="4079946"/>
            <a:ext cx="3117572" cy="326897"/>
          </a:xfrm>
          <a:prstGeom prst="rect">
            <a:avLst/>
          </a:prstGeom>
        </p:spPr>
        <p:txBody>
          <a:bodyPr>
            <a:normAutofit/>
          </a:bodyPr>
          <a:lstStyle/>
          <a:p>
            <a:pPr marL="0" indent="0">
              <a:buNone/>
            </a:pPr>
            <a:r>
              <a:rPr lang="zh-CN" altLang="en-US" sz="1200" dirty="0" smtClean="0">
                <a:solidFill>
                  <a:schemeClr val="accent1"/>
                </a:solidFill>
              </a:rPr>
              <a:t>汇报人</a:t>
            </a:r>
            <a:r>
              <a:rPr lang="zh-CN" altLang="en-US" sz="1200" dirty="0" smtClean="0">
                <a:solidFill>
                  <a:schemeClr val="accent1"/>
                </a:solidFill>
              </a:rPr>
              <a:t>：</a:t>
            </a:r>
            <a:r>
              <a:rPr lang="zh-CN" altLang="en-US" sz="1200" dirty="0">
                <a:solidFill>
                  <a:schemeClr val="accent1"/>
                </a:solidFill>
              </a:rPr>
              <a:t>东北大学</a:t>
            </a:r>
            <a:r>
              <a:rPr lang="zh-CN" altLang="en-US" sz="1200" dirty="0" smtClean="0">
                <a:solidFill>
                  <a:schemeClr val="accent1"/>
                </a:solidFill>
              </a:rPr>
              <a:t>     </a:t>
            </a:r>
            <a:r>
              <a:rPr lang="zh-CN" altLang="en-US" sz="1200" dirty="0" smtClean="0">
                <a:solidFill>
                  <a:schemeClr val="accent1"/>
                </a:solidFill>
              </a:rPr>
              <a:t>汇报</a:t>
            </a:r>
            <a:r>
              <a:rPr lang="zh-CN" altLang="en-US" sz="1200" dirty="0">
                <a:solidFill>
                  <a:schemeClr val="accent1"/>
                </a:solidFill>
              </a:rPr>
              <a:t>时间：</a:t>
            </a:r>
            <a:r>
              <a:rPr lang="en-US" altLang="zh-CN" sz="1200" dirty="0" smtClean="0">
                <a:solidFill>
                  <a:schemeClr val="accent1"/>
                </a:solidFill>
              </a:rPr>
              <a:t>2019.XX</a:t>
            </a:r>
            <a:endParaRPr lang="en-US" altLang="zh-CN" sz="1200" dirty="0">
              <a:solidFill>
                <a:schemeClr val="accent1"/>
              </a:solidFill>
            </a:endParaRPr>
          </a:p>
        </p:txBody>
      </p:sp>
      <p:grpSp>
        <p:nvGrpSpPr>
          <p:cNvPr id="5" name="组合 4"/>
          <p:cNvGrpSpPr/>
          <p:nvPr/>
        </p:nvGrpSpPr>
        <p:grpSpPr>
          <a:xfrm>
            <a:off x="5148858" y="916360"/>
            <a:ext cx="3403797" cy="3416230"/>
            <a:chOff x="5148858" y="916360"/>
            <a:chExt cx="3403797" cy="3416230"/>
          </a:xfrm>
        </p:grpSpPr>
        <p:sp>
          <p:nvSpPr>
            <p:cNvPr id="11" name="空心弧 10">
              <a:extLst>
                <a:ext uri="{FF2B5EF4-FFF2-40B4-BE49-F238E27FC236}">
                  <a16:creationId xmlns:a16="http://schemas.microsoft.com/office/drawing/2014/main" xmlns="" id="{93A46AD8-D9B3-48BF-AAD4-4E4AA8F2A0A0}"/>
                </a:ext>
              </a:extLst>
            </p:cNvPr>
            <p:cNvSpPr/>
            <p:nvPr/>
          </p:nvSpPr>
          <p:spPr>
            <a:xfrm rot="9058792">
              <a:off x="5162499" y="941975"/>
              <a:ext cx="3390156" cy="3390615"/>
            </a:xfrm>
            <a:prstGeom prst="blockArc">
              <a:avLst>
                <a:gd name="adj1" fmla="val 12553498"/>
                <a:gd name="adj2" fmla="val 21168193"/>
                <a:gd name="adj3" fmla="val 5334"/>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9" tIns="34295" rIns="68589" bIns="34295" rtlCol="0" anchor="ctr"/>
            <a:lstStyle/>
            <a:p>
              <a:pPr algn="ctr"/>
              <a:endParaRPr lang="zh-CN" altLang="en-US">
                <a:solidFill>
                  <a:schemeClr val="tx1"/>
                </a:solidFill>
              </a:endParaRPr>
            </a:p>
          </p:txBody>
        </p:sp>
        <p:sp>
          <p:nvSpPr>
            <p:cNvPr id="9" name="空心弧 8">
              <a:extLst>
                <a:ext uri="{FF2B5EF4-FFF2-40B4-BE49-F238E27FC236}">
                  <a16:creationId xmlns:a16="http://schemas.microsoft.com/office/drawing/2014/main" xmlns="" id="{BE86F9F2-B205-4A7E-9D8B-37267369F2F9}"/>
                </a:ext>
              </a:extLst>
            </p:cNvPr>
            <p:cNvSpPr/>
            <p:nvPr/>
          </p:nvSpPr>
          <p:spPr>
            <a:xfrm>
              <a:off x="5148858" y="916360"/>
              <a:ext cx="3390156" cy="3390615"/>
            </a:xfrm>
            <a:prstGeom prst="blockArc">
              <a:avLst>
                <a:gd name="adj1" fmla="val 9123074"/>
                <a:gd name="adj2" fmla="val 21168193"/>
                <a:gd name="adj3" fmla="val 533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68589" tIns="34295" rIns="68589" bIns="34295" rtlCol="0" anchor="ctr"/>
            <a:lstStyle/>
            <a:p>
              <a:pPr algn="ctr"/>
              <a:endParaRPr lang="zh-CN" altLang="en-US">
                <a:solidFill>
                  <a:schemeClr val="tx1"/>
                </a:solidFill>
              </a:endParaRPr>
            </a:p>
          </p:txBody>
        </p:sp>
      </p:grpSp>
      <p:sp>
        <p:nvSpPr>
          <p:cNvPr id="10" name="矩形 9">
            <a:extLst>
              <a:ext uri="{FF2B5EF4-FFF2-40B4-BE49-F238E27FC236}">
                <a16:creationId xmlns:a16="http://schemas.microsoft.com/office/drawing/2014/main" xmlns="" id="{D12A1C55-1171-450D-B891-E61914566D6D}"/>
              </a:ext>
            </a:extLst>
          </p:cNvPr>
          <p:cNvSpPr/>
          <p:nvPr/>
        </p:nvSpPr>
        <p:spPr>
          <a:xfrm>
            <a:off x="-1" y="3220616"/>
            <a:ext cx="5349675" cy="20536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68589" tIns="34295" rIns="68589" bIns="34295" rtlCol="0" anchor="ctr"/>
          <a:lstStyle/>
          <a:p>
            <a:pPr algn="ctr"/>
            <a:endParaRPr lang="zh-CN" altLang="en-US"/>
          </a:p>
        </p:txBody>
      </p:sp>
      <p:sp>
        <p:nvSpPr>
          <p:cNvPr id="12" name="矩形 11">
            <a:extLst>
              <a:ext uri="{FF2B5EF4-FFF2-40B4-BE49-F238E27FC236}">
                <a16:creationId xmlns:a16="http://schemas.microsoft.com/office/drawing/2014/main" xmlns="" id="{5557FBDD-198D-4AC8-A20F-4258342C8F3C}"/>
              </a:ext>
            </a:extLst>
          </p:cNvPr>
          <p:cNvSpPr/>
          <p:nvPr/>
        </p:nvSpPr>
        <p:spPr>
          <a:xfrm rot="10800000">
            <a:off x="8359742" y="2587466"/>
            <a:ext cx="854440" cy="175619"/>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9" tIns="34295" rIns="68589" bIns="34295" rtlCol="0" anchor="ctr"/>
          <a:lstStyle/>
          <a:p>
            <a:pPr algn="ctr"/>
            <a:endParaRPr lang="zh-CN" altLang="en-US"/>
          </a:p>
        </p:txBody>
      </p:sp>
      <p:grpSp>
        <p:nvGrpSpPr>
          <p:cNvPr id="19" name="组合 18"/>
          <p:cNvGrpSpPr/>
          <p:nvPr/>
        </p:nvGrpSpPr>
        <p:grpSpPr>
          <a:xfrm>
            <a:off x="396330" y="881056"/>
            <a:ext cx="3125654" cy="1187432"/>
            <a:chOff x="207945" y="618123"/>
            <a:chExt cx="4100240" cy="1557678"/>
          </a:xfrm>
        </p:grpSpPr>
        <p:sp>
          <p:nvSpPr>
            <p:cNvPr id="14" name="矩形 13">
              <a:extLst>
                <a:ext uri="{FF2B5EF4-FFF2-40B4-BE49-F238E27FC236}">
                  <a16:creationId xmlns:a16="http://schemas.microsoft.com/office/drawing/2014/main" xmlns="" id="{AA828F8B-DEB8-4CF8-B270-E463F635D411}"/>
                </a:ext>
              </a:extLst>
            </p:cNvPr>
            <p:cNvSpPr/>
            <p:nvPr/>
          </p:nvSpPr>
          <p:spPr>
            <a:xfrm rot="1400643">
              <a:off x="830750" y="1306965"/>
              <a:ext cx="1981232" cy="868836"/>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sp>
          <p:nvSpPr>
            <p:cNvPr id="15" name="矩形 14">
              <a:extLst>
                <a:ext uri="{FF2B5EF4-FFF2-40B4-BE49-F238E27FC236}">
                  <a16:creationId xmlns:a16="http://schemas.microsoft.com/office/drawing/2014/main" xmlns="" id="{7962DE2D-3444-425A-979F-2CAB1E887031}"/>
                </a:ext>
              </a:extLst>
            </p:cNvPr>
            <p:cNvSpPr/>
            <p:nvPr/>
          </p:nvSpPr>
          <p:spPr>
            <a:xfrm rot="1400643">
              <a:off x="1368182" y="1264336"/>
              <a:ext cx="1981232" cy="868836"/>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sp>
          <p:nvSpPr>
            <p:cNvPr id="16" name="矩形 15">
              <a:extLst>
                <a:ext uri="{FF2B5EF4-FFF2-40B4-BE49-F238E27FC236}">
                  <a16:creationId xmlns:a16="http://schemas.microsoft.com/office/drawing/2014/main" xmlns="" id="{72066B25-4626-4F4B-9ADC-93B49F4F01B4}"/>
                </a:ext>
              </a:extLst>
            </p:cNvPr>
            <p:cNvSpPr/>
            <p:nvPr/>
          </p:nvSpPr>
          <p:spPr>
            <a:xfrm rot="1400643">
              <a:off x="1902966" y="1130868"/>
              <a:ext cx="1240470" cy="543987"/>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sp>
          <p:nvSpPr>
            <p:cNvPr id="17" name="矩形 16">
              <a:extLst>
                <a:ext uri="{FF2B5EF4-FFF2-40B4-BE49-F238E27FC236}">
                  <a16:creationId xmlns:a16="http://schemas.microsoft.com/office/drawing/2014/main" xmlns="" id="{65E75613-E828-462E-A0E3-3044B88C2B4A}"/>
                </a:ext>
              </a:extLst>
            </p:cNvPr>
            <p:cNvSpPr/>
            <p:nvPr/>
          </p:nvSpPr>
          <p:spPr>
            <a:xfrm rot="1400643">
              <a:off x="2326953" y="1285652"/>
              <a:ext cx="1981232" cy="868836"/>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sp>
          <p:nvSpPr>
            <p:cNvPr id="18" name="矩形 259"/>
            <p:cNvSpPr>
              <a:spLocks noChangeArrowheads="1"/>
            </p:cNvSpPr>
            <p:nvPr/>
          </p:nvSpPr>
          <p:spPr bwMode="auto">
            <a:xfrm>
              <a:off x="207945" y="618123"/>
              <a:ext cx="2913039" cy="13323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zh-CN" altLang="en-US" sz="6600" cap="all" dirty="0" smtClean="0">
                  <a:solidFill>
                    <a:schemeClr val="accent1"/>
                  </a:solidFill>
                  <a:latin typeface="Impact" panose="020B0806030902050204" pitchFamily="34" charset="0"/>
                  <a:cs typeface="Arial" panose="020B0604020202020204" pitchFamily="34" charset="0"/>
                </a:rPr>
                <a:t>通用</a:t>
              </a:r>
              <a:endParaRPr lang="zh-CN" altLang="en-US" sz="6600" cap="all" dirty="0">
                <a:solidFill>
                  <a:schemeClr val="accent1"/>
                </a:solidFill>
                <a:latin typeface="Impact" panose="020B0806030902050204" pitchFamily="34" charset="0"/>
                <a:cs typeface="Arial" panose="020B0604020202020204" pitchFamily="34" charset="0"/>
              </a:endParaRPr>
            </a:p>
          </p:txBody>
        </p:sp>
      </p:grpSp>
      <p:sp>
        <p:nvSpPr>
          <p:cNvPr id="20" name="矩形 259"/>
          <p:cNvSpPr>
            <a:spLocks noChangeArrowheads="1"/>
          </p:cNvSpPr>
          <p:nvPr/>
        </p:nvSpPr>
        <p:spPr bwMode="auto">
          <a:xfrm>
            <a:off x="613148" y="2140496"/>
            <a:ext cx="4247678"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buNone/>
            </a:pPr>
            <a:r>
              <a:rPr lang="zh-CN" altLang="en-US" sz="4000" b="1" dirty="0" smtClean="0">
                <a:solidFill>
                  <a:schemeClr val="tx1">
                    <a:lumMod val="65000"/>
                    <a:lumOff val="35000"/>
                  </a:schemeClr>
                </a:solidFill>
                <a:cs typeface="Arial" panose="020B0604020202020204" pitchFamily="34" charset="0"/>
              </a:rPr>
              <a:t>东大</a:t>
            </a:r>
            <a:r>
              <a:rPr lang="zh-CN" altLang="en-US" sz="4000" b="1" dirty="0" smtClean="0">
                <a:solidFill>
                  <a:schemeClr val="accent1"/>
                </a:solidFill>
                <a:cs typeface="Arial" panose="020B0604020202020204" pitchFamily="34" charset="0"/>
              </a:rPr>
              <a:t>工作</a:t>
            </a:r>
            <a:r>
              <a:rPr lang="zh-CN" altLang="en-US" sz="4000" b="1" dirty="0" smtClean="0">
                <a:solidFill>
                  <a:schemeClr val="accent1"/>
                </a:solidFill>
                <a:cs typeface="Arial" panose="020B0604020202020204" pitchFamily="34" charset="0"/>
              </a:rPr>
              <a:t>汇报</a:t>
            </a:r>
            <a:r>
              <a:rPr lang="en-US" altLang="zh-CN" sz="4000" b="1" dirty="0" smtClean="0">
                <a:solidFill>
                  <a:schemeClr val="tx1">
                    <a:lumMod val="65000"/>
                    <a:lumOff val="35000"/>
                  </a:schemeClr>
                </a:solidFill>
                <a:cs typeface="Arial" panose="020B0604020202020204" pitchFamily="34" charset="0"/>
              </a:rPr>
              <a:t>PPT</a:t>
            </a:r>
            <a:endParaRPr lang="zh-CN" altLang="en-US" sz="4000" b="1" dirty="0">
              <a:solidFill>
                <a:schemeClr val="tx1">
                  <a:lumMod val="65000"/>
                  <a:lumOff val="35000"/>
                </a:schemeClr>
              </a:solidFill>
              <a:cs typeface="Arial" panose="020B0604020202020204" pitchFamily="34" charset="0"/>
            </a:endParaRPr>
          </a:p>
        </p:txBody>
      </p:sp>
      <p:pic>
        <p:nvPicPr>
          <p:cNvPr id="7" name="图片 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001397" y="1740204"/>
            <a:ext cx="1805733" cy="1675742"/>
          </a:xfrm>
          <a:prstGeom prst="rect">
            <a:avLst/>
          </a:prstGeom>
        </p:spPr>
      </p:pic>
    </p:spTree>
    <p:extLst>
      <p:ext uri="{BB962C8B-B14F-4D97-AF65-F5344CB8AC3E}">
        <p14:creationId xmlns:p14="http://schemas.microsoft.com/office/powerpoint/2010/main" val="3197929766"/>
      </p:ext>
    </p:extLst>
  </p:cSld>
  <p:clrMapOvr>
    <a:masterClrMapping/>
  </p:clrMapOvr>
  <p:transition spd="slow" advTm="3000">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right)">
                                      <p:cBhvr>
                                        <p:cTn id="15" dur="500"/>
                                        <p:tgtEl>
                                          <p:spTgt spid="10"/>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left)">
                                      <p:cBhvr>
                                        <p:cTn id="18" dur="500"/>
                                        <p:tgtEl>
                                          <p:spTgt spid="12"/>
                                        </p:tgtEl>
                                      </p:cBhvr>
                                    </p:animEffect>
                                  </p:childTnLst>
                                </p:cTn>
                              </p:par>
                            </p:childTnLst>
                          </p:cTn>
                        </p:par>
                        <p:par>
                          <p:cTn id="19" fill="hold">
                            <p:stCondLst>
                              <p:cond delay="500"/>
                            </p:stCondLst>
                            <p:childTnLst>
                              <p:par>
                                <p:cTn id="20" presetID="10" presetClass="entr" presetSubtype="0" fill="hold" grpId="0" nodeType="after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par>
                          <p:cTn id="23" fill="hold">
                            <p:stCondLst>
                              <p:cond delay="1000"/>
                            </p:stCondLst>
                            <p:childTnLst>
                              <p:par>
                                <p:cTn id="24" presetID="47" presetClass="entr" presetSubtype="0" fill="hold" nodeType="after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500"/>
                                        <p:tgtEl>
                                          <p:spTgt spid="19"/>
                                        </p:tgtEl>
                                      </p:cBhvr>
                                    </p:animEffect>
                                    <p:anim calcmode="lin" valueType="num">
                                      <p:cBhvr>
                                        <p:cTn id="27" dur="500" fill="hold"/>
                                        <p:tgtEl>
                                          <p:spTgt spid="19"/>
                                        </p:tgtEl>
                                        <p:attrNameLst>
                                          <p:attrName>ppt_x</p:attrName>
                                        </p:attrNameLst>
                                      </p:cBhvr>
                                      <p:tavLst>
                                        <p:tav tm="0">
                                          <p:val>
                                            <p:strVal val="#ppt_x"/>
                                          </p:val>
                                        </p:tav>
                                        <p:tav tm="100000">
                                          <p:val>
                                            <p:strVal val="#ppt_x"/>
                                          </p:val>
                                        </p:tav>
                                      </p:tavLst>
                                    </p:anim>
                                    <p:anim calcmode="lin" valueType="num">
                                      <p:cBhvr>
                                        <p:cTn id="28" dur="500" fill="hold"/>
                                        <p:tgtEl>
                                          <p:spTgt spid="19"/>
                                        </p:tgtEl>
                                        <p:attrNameLst>
                                          <p:attrName>ppt_y</p:attrName>
                                        </p:attrNameLst>
                                      </p:cBhvr>
                                      <p:tavLst>
                                        <p:tav tm="0">
                                          <p:val>
                                            <p:strVal val="#ppt_y-.1"/>
                                          </p:val>
                                        </p:tav>
                                        <p:tav tm="100000">
                                          <p:val>
                                            <p:strVal val="#ppt_y"/>
                                          </p:val>
                                        </p:tav>
                                      </p:tavLst>
                                    </p:anim>
                                  </p:childTnLst>
                                </p:cTn>
                              </p:par>
                            </p:childTnLst>
                          </p:cTn>
                        </p:par>
                        <p:par>
                          <p:cTn id="29" fill="hold">
                            <p:stCondLst>
                              <p:cond delay="1500"/>
                            </p:stCondLst>
                            <p:childTnLst>
                              <p:par>
                                <p:cTn id="30" presetID="41" presetClass="entr" presetSubtype="0" fill="hold" grpId="0" nodeType="afterEffect">
                                  <p:stCondLst>
                                    <p:cond delay="0"/>
                                  </p:stCondLst>
                                  <p:iterate type="lt">
                                    <p:tmPct val="10000"/>
                                  </p:iterate>
                                  <p:childTnLst>
                                    <p:set>
                                      <p:cBhvr>
                                        <p:cTn id="31" dur="1" fill="hold">
                                          <p:stCondLst>
                                            <p:cond delay="0"/>
                                          </p:stCondLst>
                                        </p:cTn>
                                        <p:tgtEl>
                                          <p:spTgt spid="20"/>
                                        </p:tgtEl>
                                        <p:attrNameLst>
                                          <p:attrName>style.visibility</p:attrName>
                                        </p:attrNameLst>
                                      </p:cBhvr>
                                      <p:to>
                                        <p:strVal val="visible"/>
                                      </p:to>
                                    </p:set>
                                    <p:anim calcmode="lin" valueType="num">
                                      <p:cBhvr>
                                        <p:cTn id="32" dur="500" fill="hold"/>
                                        <p:tgtEl>
                                          <p:spTgt spid="20"/>
                                        </p:tgtEl>
                                        <p:attrNameLst>
                                          <p:attrName>ppt_x</p:attrName>
                                        </p:attrNameLst>
                                      </p:cBhvr>
                                      <p:tavLst>
                                        <p:tav tm="0">
                                          <p:val>
                                            <p:strVal val="#ppt_x"/>
                                          </p:val>
                                        </p:tav>
                                        <p:tav tm="50000">
                                          <p:val>
                                            <p:strVal val="#ppt_x+.1"/>
                                          </p:val>
                                        </p:tav>
                                        <p:tav tm="100000">
                                          <p:val>
                                            <p:strVal val="#ppt_x"/>
                                          </p:val>
                                        </p:tav>
                                      </p:tavLst>
                                    </p:anim>
                                    <p:anim calcmode="lin" valueType="num">
                                      <p:cBhvr>
                                        <p:cTn id="33" dur="500" fill="hold"/>
                                        <p:tgtEl>
                                          <p:spTgt spid="20"/>
                                        </p:tgtEl>
                                        <p:attrNameLst>
                                          <p:attrName>ppt_y</p:attrName>
                                        </p:attrNameLst>
                                      </p:cBhvr>
                                      <p:tavLst>
                                        <p:tav tm="0">
                                          <p:val>
                                            <p:strVal val="#ppt_y"/>
                                          </p:val>
                                        </p:tav>
                                        <p:tav tm="100000">
                                          <p:val>
                                            <p:strVal val="#ppt_y"/>
                                          </p:val>
                                        </p:tav>
                                      </p:tavLst>
                                    </p:anim>
                                    <p:anim calcmode="lin" valueType="num">
                                      <p:cBhvr>
                                        <p:cTn id="34" dur="500" fill="hold"/>
                                        <p:tgtEl>
                                          <p:spTgt spid="20"/>
                                        </p:tgtEl>
                                        <p:attrNameLst>
                                          <p:attrName>ppt_h</p:attrName>
                                        </p:attrNameLst>
                                      </p:cBhvr>
                                      <p:tavLst>
                                        <p:tav tm="0">
                                          <p:val>
                                            <p:strVal val="#ppt_h/10"/>
                                          </p:val>
                                        </p:tav>
                                        <p:tav tm="50000">
                                          <p:val>
                                            <p:strVal val="#ppt_h+.01"/>
                                          </p:val>
                                        </p:tav>
                                        <p:tav tm="100000">
                                          <p:val>
                                            <p:strVal val="#ppt_h"/>
                                          </p:val>
                                        </p:tav>
                                      </p:tavLst>
                                    </p:anim>
                                    <p:anim calcmode="lin" valueType="num">
                                      <p:cBhvr>
                                        <p:cTn id="35" dur="500" fill="hold"/>
                                        <p:tgtEl>
                                          <p:spTgt spid="20"/>
                                        </p:tgtEl>
                                        <p:attrNameLst>
                                          <p:attrName>ppt_w</p:attrName>
                                        </p:attrNameLst>
                                      </p:cBhvr>
                                      <p:tavLst>
                                        <p:tav tm="0">
                                          <p:val>
                                            <p:strVal val="#ppt_w/10"/>
                                          </p:val>
                                        </p:tav>
                                        <p:tav tm="50000">
                                          <p:val>
                                            <p:strVal val="#ppt_w+.01"/>
                                          </p:val>
                                        </p:tav>
                                        <p:tav tm="100000">
                                          <p:val>
                                            <p:strVal val="#ppt_w"/>
                                          </p:val>
                                        </p:tav>
                                      </p:tavLst>
                                    </p:anim>
                                    <p:animEffect transition="in" filter="fade">
                                      <p:cBhvr>
                                        <p:cTn id="36" dur="500" tmFilter="0,0; .5, 1; 1, 1"/>
                                        <p:tgtEl>
                                          <p:spTgt spid="20"/>
                                        </p:tgtEl>
                                      </p:cBhvr>
                                    </p:animEffect>
                                  </p:childTnLst>
                                </p:cTn>
                              </p:par>
                            </p:childTnLst>
                          </p:cTn>
                        </p:par>
                        <p:par>
                          <p:cTn id="37" fill="hold">
                            <p:stCondLst>
                              <p:cond delay="2400"/>
                            </p:stCondLst>
                            <p:childTnLst>
                              <p:par>
                                <p:cTn id="38" presetID="53" presetClass="entr" presetSubtype="16" fill="hold" grpId="0" nodeType="afterEffect">
                                  <p:stCondLst>
                                    <p:cond delay="0"/>
                                  </p:stCondLst>
                                  <p:childTnLst>
                                    <p:set>
                                      <p:cBhvr>
                                        <p:cTn id="39" dur="1" fill="hold">
                                          <p:stCondLst>
                                            <p:cond delay="0"/>
                                          </p:stCondLst>
                                        </p:cTn>
                                        <p:tgtEl>
                                          <p:spTgt spid="6">
                                            <p:txEl>
                                              <p:pRg st="0" end="0"/>
                                            </p:txEl>
                                          </p:spTgt>
                                        </p:tgtEl>
                                        <p:attrNameLst>
                                          <p:attrName>style.visibility</p:attrName>
                                        </p:attrNameLst>
                                      </p:cBhvr>
                                      <p:to>
                                        <p:strVal val="visible"/>
                                      </p:to>
                                    </p:set>
                                    <p:anim calcmode="lin" valueType="num">
                                      <p:cBhvr>
                                        <p:cTn id="40" dur="500" fill="hold"/>
                                        <p:tgtEl>
                                          <p:spTgt spid="6">
                                            <p:txEl>
                                              <p:pRg st="0" end="0"/>
                                            </p:txEl>
                                          </p:spTgt>
                                        </p:tgtEl>
                                        <p:attrNameLst>
                                          <p:attrName>ppt_w</p:attrName>
                                        </p:attrNameLst>
                                      </p:cBhvr>
                                      <p:tavLst>
                                        <p:tav tm="0">
                                          <p:val>
                                            <p:fltVal val="0"/>
                                          </p:val>
                                        </p:tav>
                                        <p:tav tm="100000">
                                          <p:val>
                                            <p:strVal val="#ppt_w"/>
                                          </p:val>
                                        </p:tav>
                                      </p:tavLst>
                                    </p:anim>
                                    <p:anim calcmode="lin" valueType="num">
                                      <p:cBhvr>
                                        <p:cTn id="41" dur="500" fill="hold"/>
                                        <p:tgtEl>
                                          <p:spTgt spid="6">
                                            <p:txEl>
                                              <p:pRg st="0" end="0"/>
                                            </p:txEl>
                                          </p:spTgt>
                                        </p:tgtEl>
                                        <p:attrNameLst>
                                          <p:attrName>ppt_h</p:attrName>
                                        </p:attrNameLst>
                                      </p:cBhvr>
                                      <p:tavLst>
                                        <p:tav tm="0">
                                          <p:val>
                                            <p:fltVal val="0"/>
                                          </p:val>
                                        </p:tav>
                                        <p:tav tm="100000">
                                          <p:val>
                                            <p:strVal val="#ppt_h"/>
                                          </p:val>
                                        </p:tav>
                                      </p:tavLst>
                                    </p:anim>
                                    <p:animEffect transition="in" filter="fade">
                                      <p:cBhvr>
                                        <p:cTn id="42"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6" grpId="0" build="p"/>
      <p:bldP spid="10" grpId="0" animBg="1"/>
      <p:bldP spid="12" grpId="0" animBg="1"/>
      <p:bldP spid="2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矩形 55">
            <a:extLst>
              <a:ext uri="{FF2B5EF4-FFF2-40B4-BE49-F238E27FC236}">
                <a16:creationId xmlns:a16="http://schemas.microsoft.com/office/drawing/2014/main" xmlns="" id="{944035E0-42AB-4DEE-9334-AA2AA4F6EC82}"/>
              </a:ext>
            </a:extLst>
          </p:cNvPr>
          <p:cNvSpPr/>
          <p:nvPr/>
        </p:nvSpPr>
        <p:spPr>
          <a:xfrm rot="1400643">
            <a:off x="1587767" y="2676416"/>
            <a:ext cx="3405958" cy="1117866"/>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3" name="矩形 62">
            <a:extLst>
              <a:ext uri="{FF2B5EF4-FFF2-40B4-BE49-F238E27FC236}">
                <a16:creationId xmlns:a16="http://schemas.microsoft.com/office/drawing/2014/main" xmlns="" id="{3FE746B5-3B2B-4999-8080-3F7AD4061875}"/>
              </a:ext>
            </a:extLst>
          </p:cNvPr>
          <p:cNvSpPr/>
          <p:nvPr/>
        </p:nvSpPr>
        <p:spPr>
          <a:xfrm rot="1400643">
            <a:off x="7094348" y="2625823"/>
            <a:ext cx="3405958" cy="1117866"/>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矩形 61">
            <a:extLst>
              <a:ext uri="{FF2B5EF4-FFF2-40B4-BE49-F238E27FC236}">
                <a16:creationId xmlns:a16="http://schemas.microsoft.com/office/drawing/2014/main" xmlns="" id="{C7D6CE48-8FD7-415C-AEF7-00E33DA580E0}"/>
              </a:ext>
            </a:extLst>
          </p:cNvPr>
          <p:cNvSpPr/>
          <p:nvPr/>
        </p:nvSpPr>
        <p:spPr>
          <a:xfrm rot="1400643">
            <a:off x="5385205" y="2625823"/>
            <a:ext cx="3405958" cy="1117866"/>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1" name="矩形 60">
            <a:extLst>
              <a:ext uri="{FF2B5EF4-FFF2-40B4-BE49-F238E27FC236}">
                <a16:creationId xmlns:a16="http://schemas.microsoft.com/office/drawing/2014/main" xmlns="" id="{44114A93-709A-4455-A588-8A58966C971E}"/>
              </a:ext>
            </a:extLst>
          </p:cNvPr>
          <p:cNvSpPr/>
          <p:nvPr/>
        </p:nvSpPr>
        <p:spPr>
          <a:xfrm rot="1400643">
            <a:off x="3444678" y="2660613"/>
            <a:ext cx="3405958" cy="1117866"/>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7" name="Freeform 28"/>
          <p:cNvSpPr/>
          <p:nvPr/>
        </p:nvSpPr>
        <p:spPr>
          <a:xfrm>
            <a:off x="6723895" y="1954204"/>
            <a:ext cx="1122183" cy="1122396"/>
          </a:xfrm>
          <a:custGeom>
            <a:avLst/>
            <a:gdLst>
              <a:gd name="connsiteX0" fmla="*/ 0 w 1811734"/>
              <a:gd name="connsiteY0" fmla="*/ 905867 h 1811734"/>
              <a:gd name="connsiteX1" fmla="*/ 905867 w 1811734"/>
              <a:gd name="connsiteY1" fmla="*/ 0 h 1811734"/>
              <a:gd name="connsiteX2" fmla="*/ 1811734 w 1811734"/>
              <a:gd name="connsiteY2" fmla="*/ 905867 h 1811734"/>
              <a:gd name="connsiteX3" fmla="*/ 905867 w 1811734"/>
              <a:gd name="connsiteY3" fmla="*/ 1811734 h 1811734"/>
              <a:gd name="connsiteX4" fmla="*/ 0 w 1811734"/>
              <a:gd name="connsiteY4" fmla="*/ 905867 h 1811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1734" h="1811734">
                <a:moveTo>
                  <a:pt x="0" y="905867"/>
                </a:moveTo>
                <a:cubicBezTo>
                  <a:pt x="0" y="405570"/>
                  <a:pt x="405570" y="0"/>
                  <a:pt x="905867" y="0"/>
                </a:cubicBezTo>
                <a:cubicBezTo>
                  <a:pt x="1406164" y="0"/>
                  <a:pt x="1811734" y="405570"/>
                  <a:pt x="1811734" y="905867"/>
                </a:cubicBezTo>
                <a:cubicBezTo>
                  <a:pt x="1811734" y="1406164"/>
                  <a:pt x="1406164" y="1811734"/>
                  <a:pt x="905867" y="1811734"/>
                </a:cubicBezTo>
                <a:cubicBezTo>
                  <a:pt x="405570" y="1811734"/>
                  <a:pt x="0" y="1406164"/>
                  <a:pt x="0" y="905867"/>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9474" tIns="289474" rIns="289474" bIns="289474" numCol="1" spcCol="1270" anchor="ctr" anchorCtr="0">
            <a:noAutofit/>
          </a:bodyPr>
          <a:lstStyle/>
          <a:p>
            <a:pPr algn="just" defTabSz="1157865">
              <a:lnSpc>
                <a:spcPct val="120000"/>
              </a:lnSpc>
              <a:spcAft>
                <a:spcPct val="35000"/>
              </a:spcAft>
            </a:pPr>
            <a:endParaRPr lang="en-GB"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6" name="Freeform 28"/>
          <p:cNvSpPr/>
          <p:nvPr/>
        </p:nvSpPr>
        <p:spPr>
          <a:xfrm>
            <a:off x="4923554" y="1954204"/>
            <a:ext cx="1122183" cy="1122396"/>
          </a:xfrm>
          <a:custGeom>
            <a:avLst/>
            <a:gdLst>
              <a:gd name="connsiteX0" fmla="*/ 0 w 1811734"/>
              <a:gd name="connsiteY0" fmla="*/ 905867 h 1811734"/>
              <a:gd name="connsiteX1" fmla="*/ 905867 w 1811734"/>
              <a:gd name="connsiteY1" fmla="*/ 0 h 1811734"/>
              <a:gd name="connsiteX2" fmla="*/ 1811734 w 1811734"/>
              <a:gd name="connsiteY2" fmla="*/ 905867 h 1811734"/>
              <a:gd name="connsiteX3" fmla="*/ 905867 w 1811734"/>
              <a:gd name="connsiteY3" fmla="*/ 1811734 h 1811734"/>
              <a:gd name="connsiteX4" fmla="*/ 0 w 1811734"/>
              <a:gd name="connsiteY4" fmla="*/ 905867 h 1811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1734" h="1811734">
                <a:moveTo>
                  <a:pt x="0" y="905867"/>
                </a:moveTo>
                <a:cubicBezTo>
                  <a:pt x="0" y="405570"/>
                  <a:pt x="405570" y="0"/>
                  <a:pt x="905867" y="0"/>
                </a:cubicBezTo>
                <a:cubicBezTo>
                  <a:pt x="1406164" y="0"/>
                  <a:pt x="1811734" y="405570"/>
                  <a:pt x="1811734" y="905867"/>
                </a:cubicBezTo>
                <a:cubicBezTo>
                  <a:pt x="1811734" y="1406164"/>
                  <a:pt x="1406164" y="1811734"/>
                  <a:pt x="905867" y="1811734"/>
                </a:cubicBezTo>
                <a:cubicBezTo>
                  <a:pt x="405570" y="1811734"/>
                  <a:pt x="0" y="1406164"/>
                  <a:pt x="0" y="905867"/>
                </a:cubicBezTo>
                <a:close/>
              </a:path>
            </a:pathLst>
          </a:custGeom>
          <a:solidFill>
            <a:schemeClr val="accent3">
              <a:lumMod val="7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9474" tIns="289474" rIns="289474" bIns="289474" numCol="1" spcCol="1270" anchor="ctr" anchorCtr="0">
            <a:noAutofit/>
          </a:bodyPr>
          <a:lstStyle/>
          <a:p>
            <a:pPr algn="just" defTabSz="1157865">
              <a:lnSpc>
                <a:spcPct val="120000"/>
              </a:lnSpc>
              <a:spcAft>
                <a:spcPct val="35000"/>
              </a:spcAft>
            </a:pPr>
            <a:endParaRPr lang="en-GB"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5" name="Freeform 28"/>
          <p:cNvSpPr/>
          <p:nvPr/>
        </p:nvSpPr>
        <p:spPr>
          <a:xfrm>
            <a:off x="2936507" y="1954204"/>
            <a:ext cx="1122183" cy="1122396"/>
          </a:xfrm>
          <a:custGeom>
            <a:avLst/>
            <a:gdLst>
              <a:gd name="connsiteX0" fmla="*/ 0 w 1811734"/>
              <a:gd name="connsiteY0" fmla="*/ 905867 h 1811734"/>
              <a:gd name="connsiteX1" fmla="*/ 905867 w 1811734"/>
              <a:gd name="connsiteY1" fmla="*/ 0 h 1811734"/>
              <a:gd name="connsiteX2" fmla="*/ 1811734 w 1811734"/>
              <a:gd name="connsiteY2" fmla="*/ 905867 h 1811734"/>
              <a:gd name="connsiteX3" fmla="*/ 905867 w 1811734"/>
              <a:gd name="connsiteY3" fmla="*/ 1811734 h 1811734"/>
              <a:gd name="connsiteX4" fmla="*/ 0 w 1811734"/>
              <a:gd name="connsiteY4" fmla="*/ 905867 h 1811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1734" h="1811734">
                <a:moveTo>
                  <a:pt x="0" y="905867"/>
                </a:moveTo>
                <a:cubicBezTo>
                  <a:pt x="0" y="405570"/>
                  <a:pt x="405570" y="0"/>
                  <a:pt x="905867" y="0"/>
                </a:cubicBezTo>
                <a:cubicBezTo>
                  <a:pt x="1406164" y="0"/>
                  <a:pt x="1811734" y="405570"/>
                  <a:pt x="1811734" y="905867"/>
                </a:cubicBezTo>
                <a:cubicBezTo>
                  <a:pt x="1811734" y="1406164"/>
                  <a:pt x="1406164" y="1811734"/>
                  <a:pt x="905867" y="1811734"/>
                </a:cubicBezTo>
                <a:cubicBezTo>
                  <a:pt x="405570" y="1811734"/>
                  <a:pt x="0" y="1406164"/>
                  <a:pt x="0" y="905867"/>
                </a:cubicBezTo>
                <a:close/>
              </a:path>
            </a:pathLst>
          </a:custGeom>
          <a:solidFill>
            <a:srgbClr val="FFC000"/>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9474" tIns="289474" rIns="289474" bIns="289474" numCol="1" spcCol="1270" anchor="ctr" anchorCtr="0">
            <a:noAutofit/>
          </a:bodyPr>
          <a:lstStyle/>
          <a:p>
            <a:pPr algn="just" defTabSz="1157865">
              <a:lnSpc>
                <a:spcPct val="120000"/>
              </a:lnSpc>
              <a:spcAft>
                <a:spcPct val="35000"/>
              </a:spcAft>
            </a:pPr>
            <a:endParaRPr lang="en-GB"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4" name="Freeform 28"/>
          <p:cNvSpPr/>
          <p:nvPr/>
        </p:nvSpPr>
        <p:spPr>
          <a:xfrm>
            <a:off x="1081726" y="1954204"/>
            <a:ext cx="1122183" cy="1122396"/>
          </a:xfrm>
          <a:custGeom>
            <a:avLst/>
            <a:gdLst>
              <a:gd name="connsiteX0" fmla="*/ 0 w 1811734"/>
              <a:gd name="connsiteY0" fmla="*/ 905867 h 1811734"/>
              <a:gd name="connsiteX1" fmla="*/ 905867 w 1811734"/>
              <a:gd name="connsiteY1" fmla="*/ 0 h 1811734"/>
              <a:gd name="connsiteX2" fmla="*/ 1811734 w 1811734"/>
              <a:gd name="connsiteY2" fmla="*/ 905867 h 1811734"/>
              <a:gd name="connsiteX3" fmla="*/ 905867 w 1811734"/>
              <a:gd name="connsiteY3" fmla="*/ 1811734 h 1811734"/>
              <a:gd name="connsiteX4" fmla="*/ 0 w 1811734"/>
              <a:gd name="connsiteY4" fmla="*/ 905867 h 1811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1734" h="1811734">
                <a:moveTo>
                  <a:pt x="0" y="905867"/>
                </a:moveTo>
                <a:cubicBezTo>
                  <a:pt x="0" y="405570"/>
                  <a:pt x="405570" y="0"/>
                  <a:pt x="905867" y="0"/>
                </a:cubicBezTo>
                <a:cubicBezTo>
                  <a:pt x="1406164" y="0"/>
                  <a:pt x="1811734" y="405570"/>
                  <a:pt x="1811734" y="905867"/>
                </a:cubicBezTo>
                <a:cubicBezTo>
                  <a:pt x="1811734" y="1406164"/>
                  <a:pt x="1406164" y="1811734"/>
                  <a:pt x="905867" y="1811734"/>
                </a:cubicBezTo>
                <a:cubicBezTo>
                  <a:pt x="405570" y="1811734"/>
                  <a:pt x="0" y="1406164"/>
                  <a:pt x="0" y="905867"/>
                </a:cubicBezTo>
                <a:close/>
              </a:path>
            </a:pathLst>
          </a:custGeom>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9474" tIns="289474" rIns="289474" bIns="289474" numCol="1" spcCol="1270" anchor="ctr" anchorCtr="0">
            <a:noAutofit/>
          </a:bodyPr>
          <a:lstStyle/>
          <a:p>
            <a:pPr algn="just" defTabSz="1157865">
              <a:lnSpc>
                <a:spcPct val="120000"/>
              </a:lnSpc>
              <a:spcAft>
                <a:spcPct val="35000"/>
              </a:spcAft>
            </a:pPr>
            <a:endParaRPr lang="en-GB" sz="600" dirty="0">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4" name="Group 74"/>
          <p:cNvGrpSpPr/>
          <p:nvPr/>
        </p:nvGrpSpPr>
        <p:grpSpPr>
          <a:xfrm>
            <a:off x="3997930" y="691526"/>
            <a:ext cx="1149729" cy="1129800"/>
            <a:chOff x="5329648" y="1486933"/>
            <a:chExt cx="1532706" cy="1506139"/>
          </a:xfrm>
        </p:grpSpPr>
        <p:sp>
          <p:nvSpPr>
            <p:cNvPr id="57" name="TextBox 75"/>
            <p:cNvSpPr txBox="1"/>
            <p:nvPr/>
          </p:nvSpPr>
          <p:spPr>
            <a:xfrm>
              <a:off x="5425440" y="1518147"/>
              <a:ext cx="1341120" cy="615553"/>
            </a:xfrm>
            <a:prstGeom prst="rect">
              <a:avLst/>
            </a:prstGeom>
            <a:noFill/>
          </p:spPr>
          <p:txBody>
            <a:bodyPr wrap="square" lIns="0" tIns="0" rIns="0" bIns="0">
              <a:normAutofit fontScale="92500" lnSpcReduction="20000"/>
            </a:bodyPr>
            <a:lstStyle/>
            <a:p>
              <a:pPr algn="dist"/>
              <a:r>
                <a:rPr lang="zh-CN" altLang="en-US" sz="4001" b="1" dirty="0">
                  <a:solidFill>
                    <a:schemeClr val="tx2">
                      <a:lumMod val="75000"/>
                    </a:schemeClr>
                  </a:solidFill>
                  <a:latin typeface="微软雅黑" panose="020B0503020204020204" pitchFamily="34" charset="-122"/>
                  <a:ea typeface="微软雅黑" panose="020B0503020204020204" pitchFamily="34" charset="-122"/>
                </a:rPr>
                <a:t>目录</a:t>
              </a:r>
            </a:p>
          </p:txBody>
        </p:sp>
        <p:sp>
          <p:nvSpPr>
            <p:cNvPr id="58" name="TextBox 76"/>
            <p:cNvSpPr txBox="1"/>
            <p:nvPr/>
          </p:nvSpPr>
          <p:spPr>
            <a:xfrm>
              <a:off x="5329648" y="1486933"/>
              <a:ext cx="1532706" cy="1506139"/>
            </a:xfrm>
            <a:prstGeom prst="diamond">
              <a:avLst/>
            </a:prstGeom>
            <a:noFill/>
          </p:spPr>
          <p:txBody>
            <a:bodyPr wrap="none" lIns="0" tIns="0" rIns="0" bIns="0" anchor="ctr" anchorCtr="1">
              <a:normAutofit/>
            </a:bodyPr>
            <a:lstStyle/>
            <a:p>
              <a:pPr algn="ctr"/>
              <a:r>
                <a:rPr lang="en-US" altLang="zh-CN" sz="2801" b="1" dirty="0">
                  <a:solidFill>
                    <a:schemeClr val="tx2">
                      <a:lumMod val="75000"/>
                    </a:schemeClr>
                  </a:solidFill>
                  <a:latin typeface="微软雅黑" panose="020B0503020204020204" pitchFamily="34" charset="-122"/>
                  <a:ea typeface="微软雅黑" panose="020B0503020204020204" pitchFamily="34" charset="-122"/>
                </a:rPr>
                <a:t>Contents</a:t>
              </a:r>
            </a:p>
          </p:txBody>
        </p:sp>
      </p:grpSp>
      <p:grpSp>
        <p:nvGrpSpPr>
          <p:cNvPr id="5" name="Group 32" hidden="1"/>
          <p:cNvGrpSpPr/>
          <p:nvPr/>
        </p:nvGrpSpPr>
        <p:grpSpPr>
          <a:xfrm>
            <a:off x="1394613" y="1458583"/>
            <a:ext cx="7097153" cy="985779"/>
            <a:chOff x="1859164" y="1943975"/>
            <a:chExt cx="9461225" cy="1314144"/>
          </a:xfrm>
        </p:grpSpPr>
        <p:cxnSp>
          <p:nvCxnSpPr>
            <p:cNvPr id="46" name="Straight Connector 10"/>
            <p:cNvCxnSpPr/>
            <p:nvPr/>
          </p:nvCxnSpPr>
          <p:spPr>
            <a:xfrm flipH="1">
              <a:off x="1859164" y="2384884"/>
              <a:ext cx="984142" cy="873235"/>
            </a:xfrm>
            <a:prstGeom prst="line">
              <a:avLst/>
            </a:prstGeom>
            <a:ln w="12700" cap="flat" cmpd="sng" algn="ctr">
              <a:solidFill>
                <a:schemeClr val="accent1">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Straight Connector 13"/>
            <p:cNvCxnSpPr/>
            <p:nvPr/>
          </p:nvCxnSpPr>
          <p:spPr>
            <a:xfrm>
              <a:off x="1897934" y="1943975"/>
              <a:ext cx="1044715" cy="1051258"/>
            </a:xfrm>
            <a:prstGeom prst="line">
              <a:avLst/>
            </a:prstGeom>
            <a:ln w="12700" cap="flat" cmpd="sng" algn="ctr">
              <a:solidFill>
                <a:schemeClr val="accent1">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Straight Connector 18"/>
            <p:cNvCxnSpPr/>
            <p:nvPr/>
          </p:nvCxnSpPr>
          <p:spPr>
            <a:xfrm flipH="1">
              <a:off x="2940929" y="1943975"/>
              <a:ext cx="1046634" cy="1052977"/>
            </a:xfrm>
            <a:prstGeom prst="line">
              <a:avLst/>
            </a:prstGeom>
            <a:ln w="12700" cap="flat" cmpd="sng" algn="ctr">
              <a:solidFill>
                <a:schemeClr val="accent2">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Straight Connector 23"/>
            <p:cNvCxnSpPr/>
            <p:nvPr/>
          </p:nvCxnSpPr>
          <p:spPr>
            <a:xfrm>
              <a:off x="3992369" y="1943975"/>
              <a:ext cx="1044715" cy="1051258"/>
            </a:xfrm>
            <a:prstGeom prst="line">
              <a:avLst/>
            </a:prstGeom>
            <a:ln w="12700" cap="flat" cmpd="sng" algn="ctr">
              <a:solidFill>
                <a:schemeClr val="accent2">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Straight Connector 24"/>
            <p:cNvCxnSpPr/>
            <p:nvPr/>
          </p:nvCxnSpPr>
          <p:spPr>
            <a:xfrm flipH="1">
              <a:off x="5035364" y="1943975"/>
              <a:ext cx="1046634" cy="1052977"/>
            </a:xfrm>
            <a:prstGeom prst="line">
              <a:avLst/>
            </a:prstGeom>
            <a:ln w="12700" cap="flat" cmpd="sng" algn="ctr">
              <a:solidFill>
                <a:schemeClr val="accent3">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Straight Connector 25"/>
            <p:cNvCxnSpPr/>
            <p:nvPr/>
          </p:nvCxnSpPr>
          <p:spPr>
            <a:xfrm>
              <a:off x="6086804" y="1943975"/>
              <a:ext cx="1044715" cy="1051258"/>
            </a:xfrm>
            <a:prstGeom prst="line">
              <a:avLst/>
            </a:prstGeom>
            <a:ln w="12700" cap="flat" cmpd="sng" algn="ctr">
              <a:solidFill>
                <a:schemeClr val="accent3">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Straight Connector 26"/>
            <p:cNvCxnSpPr/>
            <p:nvPr/>
          </p:nvCxnSpPr>
          <p:spPr>
            <a:xfrm flipH="1">
              <a:off x="7129799" y="1943975"/>
              <a:ext cx="1046634" cy="1052977"/>
            </a:xfrm>
            <a:prstGeom prst="line">
              <a:avLst/>
            </a:prstGeom>
            <a:ln w="12700" cap="flat" cmpd="sng" algn="ctr">
              <a:solidFill>
                <a:schemeClr val="accent4">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Straight Connector 27"/>
            <p:cNvCxnSpPr/>
            <p:nvPr/>
          </p:nvCxnSpPr>
          <p:spPr>
            <a:xfrm>
              <a:off x="8181239" y="1943975"/>
              <a:ext cx="1044715" cy="1051258"/>
            </a:xfrm>
            <a:prstGeom prst="line">
              <a:avLst/>
            </a:prstGeom>
            <a:ln w="12700" cap="flat" cmpd="sng" algn="ctr">
              <a:solidFill>
                <a:schemeClr val="accent4">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 name="Straight Connector 28"/>
            <p:cNvCxnSpPr/>
            <p:nvPr/>
          </p:nvCxnSpPr>
          <p:spPr>
            <a:xfrm flipH="1">
              <a:off x="9224234" y="1943975"/>
              <a:ext cx="1046634" cy="1052977"/>
            </a:xfrm>
            <a:prstGeom prst="line">
              <a:avLst/>
            </a:prstGeom>
            <a:ln w="12700" cap="flat" cmpd="sng" algn="ctr">
              <a:solidFill>
                <a:schemeClr val="accent5">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Straight Connector 29"/>
            <p:cNvCxnSpPr/>
            <p:nvPr/>
          </p:nvCxnSpPr>
          <p:spPr>
            <a:xfrm>
              <a:off x="10275674" y="1943975"/>
              <a:ext cx="1044715" cy="1051258"/>
            </a:xfrm>
            <a:prstGeom prst="line">
              <a:avLst/>
            </a:prstGeom>
            <a:ln w="12700" cap="flat" cmpd="sng" algn="ctr">
              <a:solidFill>
                <a:schemeClr val="accent5">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 name="组合 1"/>
          <p:cNvGrpSpPr/>
          <p:nvPr/>
        </p:nvGrpSpPr>
        <p:grpSpPr>
          <a:xfrm>
            <a:off x="884259" y="2088374"/>
            <a:ext cx="1531038" cy="2068348"/>
            <a:chOff x="539354" y="2087663"/>
            <a:chExt cx="1530772" cy="2067990"/>
          </a:xfrm>
        </p:grpSpPr>
        <p:grpSp>
          <p:nvGrpSpPr>
            <p:cNvPr id="43" name="Group 43"/>
            <p:cNvGrpSpPr/>
            <p:nvPr/>
          </p:nvGrpSpPr>
          <p:grpSpPr>
            <a:xfrm>
              <a:off x="687924" y="2087663"/>
              <a:ext cx="1206424" cy="916139"/>
              <a:chOff x="737371" y="2523368"/>
              <a:chExt cx="1763734" cy="1339350"/>
            </a:xfrm>
          </p:grpSpPr>
          <p:sp>
            <p:nvSpPr>
              <p:cNvPr id="44" name="TextBox 33"/>
              <p:cNvSpPr txBox="1"/>
              <p:nvPr/>
            </p:nvSpPr>
            <p:spPr>
              <a:xfrm>
                <a:off x="737371" y="2523368"/>
                <a:ext cx="1763734" cy="669675"/>
              </a:xfrm>
              <a:prstGeom prst="rect">
                <a:avLst/>
              </a:prstGeom>
              <a:noFill/>
            </p:spPr>
            <p:txBody>
              <a:bodyPr wrap="none">
                <a:normAutofit fontScale="70000" lnSpcReduction="20000"/>
              </a:bodyPr>
              <a:lstStyle/>
              <a:p>
                <a:pPr algn="ctr"/>
                <a:r>
                  <a:rPr lang="en-US" altLang="zh-CN" sz="4001">
                    <a:solidFill>
                      <a:schemeClr val="bg1"/>
                    </a:solidFill>
                    <a:latin typeface="微软雅黑" panose="020B0503020204020204" pitchFamily="34" charset="-122"/>
                    <a:ea typeface="微软雅黑" panose="020B0503020204020204" pitchFamily="34" charset="-122"/>
                  </a:rPr>
                  <a:t>01</a:t>
                </a:r>
              </a:p>
            </p:txBody>
          </p:sp>
          <p:sp>
            <p:nvSpPr>
              <p:cNvPr id="45" name="TextBox 34"/>
              <p:cNvSpPr txBox="1"/>
              <p:nvPr/>
            </p:nvSpPr>
            <p:spPr>
              <a:xfrm>
                <a:off x="737371" y="3189411"/>
                <a:ext cx="1763734" cy="673307"/>
              </a:xfrm>
              <a:prstGeom prst="rect">
                <a:avLst/>
              </a:prstGeom>
              <a:noFill/>
            </p:spPr>
            <p:txBody>
              <a:bodyPr wrap="none">
                <a:norm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关键词</a:t>
                </a:r>
              </a:p>
            </p:txBody>
          </p:sp>
        </p:grpSp>
        <p:grpSp>
          <p:nvGrpSpPr>
            <p:cNvPr id="11" name="Group 49"/>
            <p:cNvGrpSpPr/>
            <p:nvPr/>
          </p:nvGrpSpPr>
          <p:grpSpPr>
            <a:xfrm>
              <a:off x="539354" y="3417450"/>
              <a:ext cx="1530772" cy="738203"/>
              <a:chOff x="1732858" y="5041899"/>
              <a:chExt cx="2213143" cy="984272"/>
            </a:xfrm>
          </p:grpSpPr>
          <p:sp>
            <p:nvSpPr>
              <p:cNvPr id="24" name="TextBox 62"/>
              <p:cNvSpPr txBox="1">
                <a:spLocks/>
              </p:cNvSpPr>
              <p:nvPr/>
            </p:nvSpPr>
            <p:spPr bwMode="auto">
              <a:xfrm>
                <a:off x="1732858" y="5041899"/>
                <a:ext cx="2213143" cy="283027"/>
              </a:xfrm>
              <a:prstGeom prst="rect">
                <a:avLst/>
              </a:prstGeom>
              <a:noFill/>
              <a:ln w="9525">
                <a:noFill/>
                <a:miter lim="800000"/>
                <a:headEnd/>
                <a:tailEnd/>
              </a:ln>
            </p:spPr>
            <p:txBody>
              <a:bodyPr wrap="none" lIns="0" tIns="0" rIns="0" bIns="0" anchor="ctr" anchorCtr="1">
                <a:normAutofit lnSpcReduction="10000"/>
                <a:scene3d>
                  <a:camera prst="orthographicFront"/>
                  <a:lightRig rig="threePt" dir="t"/>
                </a:scene3d>
                <a:sp3d>
                  <a:bevelT w="0" h="0"/>
                </a:sp3d>
              </a:bodyPr>
              <a:lstStyle/>
              <a:p>
                <a:pPr marL="0" lvl="1" algn="ctr"/>
                <a:r>
                  <a:rPr lang="zh-CN" altLang="en-US" sz="1400" b="1" dirty="0" smtClean="0">
                    <a:solidFill>
                      <a:schemeClr val="tx2"/>
                    </a:solidFill>
                    <a:latin typeface="微软雅黑" panose="020B0503020204020204" pitchFamily="34" charset="-122"/>
                    <a:ea typeface="微软雅黑" panose="020B0503020204020204" pitchFamily="34" charset="-122"/>
                  </a:rPr>
                  <a:t>整体工作概述</a:t>
                </a:r>
                <a:endParaRPr lang="zh-CN" altLang="en-US" sz="1400" b="1" dirty="0">
                  <a:solidFill>
                    <a:schemeClr val="tx2"/>
                  </a:solidFill>
                  <a:latin typeface="微软雅黑" panose="020B0503020204020204" pitchFamily="34" charset="-122"/>
                  <a:ea typeface="微软雅黑" panose="020B0503020204020204" pitchFamily="34" charset="-122"/>
                </a:endParaRPr>
              </a:p>
            </p:txBody>
          </p:sp>
          <p:sp>
            <p:nvSpPr>
              <p:cNvPr id="25" name="TextBox 63"/>
              <p:cNvSpPr txBox="1">
                <a:spLocks/>
              </p:cNvSpPr>
              <p:nvPr/>
            </p:nvSpPr>
            <p:spPr bwMode="auto">
              <a:xfrm>
                <a:off x="1732858" y="5451941"/>
                <a:ext cx="2213143" cy="574230"/>
              </a:xfrm>
              <a:prstGeom prst="rect">
                <a:avLst/>
              </a:prstGeom>
              <a:noFill/>
              <a:ln w="9525">
                <a:noFill/>
                <a:miter lim="800000"/>
                <a:headEnd/>
                <a:tailEnd/>
              </a:ln>
            </p:spPr>
            <p:txBody>
              <a:bodyPr wrap="square" lIns="0" tIns="0" rIns="0" bIns="0" anchor="ctr" anchorCtr="1">
                <a:normAutofit fontScale="92500" lnSpcReduction="20000"/>
                <a:scene3d>
                  <a:camera prst="orthographicFront"/>
                  <a:lightRig rig="threePt" dir="t"/>
                </a:scene3d>
                <a:sp3d>
                  <a:bevelT w="0" h="0"/>
                </a:sp3d>
              </a:bodyPr>
              <a:lstStyle/>
              <a:p>
                <a:pPr algn="ctr">
                  <a:lnSpc>
                    <a:spcPct val="120000"/>
                  </a:lnSpc>
                  <a:defRPr/>
                </a:pPr>
                <a:r>
                  <a:rPr lang="zh-CN" altLang="en-US" sz="1000" dirty="0">
                    <a:solidFill>
                      <a:schemeClr val="bg1">
                        <a:lumMod val="50000"/>
                      </a:schemeClr>
                    </a:solidFill>
                    <a:latin typeface="微软雅黑" panose="020B0503020204020204" pitchFamily="34" charset="-122"/>
                    <a:ea typeface="微软雅黑" panose="020B0503020204020204" pitchFamily="34" charset="-122"/>
                  </a:rPr>
                  <a:t>此部分内容作为文字排版占位显示 </a:t>
                </a:r>
                <a:br>
                  <a:rPr lang="zh-CN" altLang="en-US" sz="1000" dirty="0">
                    <a:solidFill>
                      <a:schemeClr val="bg1">
                        <a:lumMod val="50000"/>
                      </a:schemeClr>
                    </a:solidFill>
                    <a:latin typeface="微软雅黑" panose="020B0503020204020204" pitchFamily="34" charset="-122"/>
                    <a:ea typeface="微软雅黑" panose="020B0503020204020204" pitchFamily="34" charset="-122"/>
                  </a:rPr>
                </a:br>
                <a:r>
                  <a:rPr lang="zh-CN" altLang="en-US" sz="1000" dirty="0">
                    <a:solidFill>
                      <a:schemeClr val="bg1">
                        <a:lumMod val="50000"/>
                      </a:schemeClr>
                    </a:solidFill>
                    <a:latin typeface="微软雅黑" panose="020B0503020204020204" pitchFamily="34" charset="-122"/>
                    <a:ea typeface="微软雅黑" panose="020B0503020204020204" pitchFamily="34" charset="-122"/>
                  </a:rPr>
                  <a:t>（建议使用主题字体）</a:t>
                </a:r>
              </a:p>
            </p:txBody>
          </p:sp>
        </p:grpSp>
      </p:grpSp>
      <p:grpSp>
        <p:nvGrpSpPr>
          <p:cNvPr id="3" name="组合 2"/>
          <p:cNvGrpSpPr/>
          <p:nvPr/>
        </p:nvGrpSpPr>
        <p:grpSpPr>
          <a:xfrm>
            <a:off x="2736565" y="2088374"/>
            <a:ext cx="1531038" cy="2068344"/>
            <a:chOff x="2172984" y="2087663"/>
            <a:chExt cx="1530772" cy="2067986"/>
          </a:xfrm>
        </p:grpSpPr>
        <p:grpSp>
          <p:nvGrpSpPr>
            <p:cNvPr id="39" name="Group 44"/>
            <p:cNvGrpSpPr/>
            <p:nvPr/>
          </p:nvGrpSpPr>
          <p:grpSpPr>
            <a:xfrm>
              <a:off x="2328356" y="2087663"/>
              <a:ext cx="1206424" cy="916139"/>
              <a:chOff x="3130297" y="2523368"/>
              <a:chExt cx="1763734" cy="1339350"/>
            </a:xfrm>
          </p:grpSpPr>
          <p:sp>
            <p:nvSpPr>
              <p:cNvPr id="40" name="TextBox 35"/>
              <p:cNvSpPr txBox="1"/>
              <p:nvPr/>
            </p:nvSpPr>
            <p:spPr>
              <a:xfrm>
                <a:off x="3130297" y="2523368"/>
                <a:ext cx="1763734" cy="669675"/>
              </a:xfrm>
              <a:prstGeom prst="rect">
                <a:avLst/>
              </a:prstGeom>
              <a:noFill/>
            </p:spPr>
            <p:txBody>
              <a:bodyPr wrap="none">
                <a:normAutofit fontScale="70000" lnSpcReduction="20000"/>
              </a:bodyPr>
              <a:lstStyle/>
              <a:p>
                <a:pPr algn="ctr"/>
                <a:r>
                  <a:rPr lang="en-US" altLang="zh-CN" sz="4001">
                    <a:solidFill>
                      <a:schemeClr val="bg1"/>
                    </a:solidFill>
                    <a:latin typeface="微软雅黑" panose="020B0503020204020204" pitchFamily="34" charset="-122"/>
                    <a:ea typeface="微软雅黑" panose="020B0503020204020204" pitchFamily="34" charset="-122"/>
                  </a:rPr>
                  <a:t>02</a:t>
                </a:r>
              </a:p>
            </p:txBody>
          </p:sp>
          <p:sp>
            <p:nvSpPr>
              <p:cNvPr id="41" name="TextBox 36"/>
              <p:cNvSpPr txBox="1"/>
              <p:nvPr/>
            </p:nvSpPr>
            <p:spPr>
              <a:xfrm>
                <a:off x="3130297" y="3189411"/>
                <a:ext cx="1763734" cy="673307"/>
              </a:xfrm>
              <a:prstGeom prst="rect">
                <a:avLst/>
              </a:prstGeom>
              <a:noFill/>
            </p:spPr>
            <p:txBody>
              <a:bodyPr wrap="none">
                <a:normAutofit/>
              </a:bodyPr>
              <a:lstStyle/>
              <a:p>
                <a:pPr algn="ctr"/>
                <a:r>
                  <a:rPr lang="zh-CN" altLang="en-US">
                    <a:solidFill>
                      <a:schemeClr val="bg1"/>
                    </a:solidFill>
                    <a:latin typeface="微软雅黑" panose="020B0503020204020204" pitchFamily="34" charset="-122"/>
                    <a:ea typeface="微软雅黑" panose="020B0503020204020204" pitchFamily="34" charset="-122"/>
                  </a:rPr>
                  <a:t>关键词</a:t>
                </a:r>
              </a:p>
            </p:txBody>
          </p:sp>
        </p:grpSp>
        <p:grpSp>
          <p:nvGrpSpPr>
            <p:cNvPr id="12" name="Group 50"/>
            <p:cNvGrpSpPr/>
            <p:nvPr/>
          </p:nvGrpSpPr>
          <p:grpSpPr>
            <a:xfrm>
              <a:off x="2172984" y="3417443"/>
              <a:ext cx="1530772" cy="738206"/>
              <a:chOff x="1732858" y="5041880"/>
              <a:chExt cx="2213143" cy="984274"/>
            </a:xfrm>
          </p:grpSpPr>
          <p:sp>
            <p:nvSpPr>
              <p:cNvPr id="22" name="TextBox 60"/>
              <p:cNvSpPr txBox="1">
                <a:spLocks/>
              </p:cNvSpPr>
              <p:nvPr/>
            </p:nvSpPr>
            <p:spPr bwMode="auto">
              <a:xfrm>
                <a:off x="1732858" y="5041880"/>
                <a:ext cx="2213143" cy="283028"/>
              </a:xfrm>
              <a:prstGeom prst="rect">
                <a:avLst/>
              </a:prstGeom>
              <a:noFill/>
              <a:ln w="9525">
                <a:noFill/>
                <a:miter lim="800000"/>
                <a:headEnd/>
                <a:tailEnd/>
              </a:ln>
            </p:spPr>
            <p:txBody>
              <a:bodyPr wrap="none" lIns="0" tIns="0" rIns="0" bIns="0" anchor="ctr" anchorCtr="1">
                <a:normAutofit lnSpcReduction="10000"/>
                <a:scene3d>
                  <a:camera prst="orthographicFront"/>
                  <a:lightRig rig="threePt" dir="t"/>
                </a:scene3d>
                <a:sp3d>
                  <a:bevelT w="0" h="0"/>
                </a:sp3d>
              </a:bodyPr>
              <a:lstStyle/>
              <a:p>
                <a:pPr marL="0" lvl="1" algn="ctr"/>
                <a:r>
                  <a:rPr lang="zh-CN" altLang="en-US" sz="1400" b="1" dirty="0">
                    <a:solidFill>
                      <a:schemeClr val="tx2"/>
                    </a:solidFill>
                    <a:latin typeface="微软雅黑" panose="020B0503020204020204" pitchFamily="34" charset="-122"/>
                    <a:ea typeface="微软雅黑" panose="020B0503020204020204" pitchFamily="34" charset="-122"/>
                  </a:rPr>
                  <a:t>工作完成情况</a:t>
                </a:r>
              </a:p>
            </p:txBody>
          </p:sp>
          <p:sp>
            <p:nvSpPr>
              <p:cNvPr id="23" name="TextBox 61"/>
              <p:cNvSpPr txBox="1">
                <a:spLocks/>
              </p:cNvSpPr>
              <p:nvPr/>
            </p:nvSpPr>
            <p:spPr bwMode="auto">
              <a:xfrm>
                <a:off x="1732858" y="5451924"/>
                <a:ext cx="2213143" cy="574230"/>
              </a:xfrm>
              <a:prstGeom prst="rect">
                <a:avLst/>
              </a:prstGeom>
              <a:noFill/>
              <a:ln w="9525">
                <a:noFill/>
                <a:miter lim="800000"/>
                <a:headEnd/>
                <a:tailEnd/>
              </a:ln>
            </p:spPr>
            <p:txBody>
              <a:bodyPr wrap="square" lIns="0" tIns="0" rIns="0" bIns="0" anchor="ctr" anchorCtr="1">
                <a:normAutofit fontScale="92500" lnSpcReduction="20000"/>
                <a:scene3d>
                  <a:camera prst="orthographicFront"/>
                  <a:lightRig rig="threePt" dir="t"/>
                </a:scene3d>
                <a:sp3d>
                  <a:bevelT w="0" h="0"/>
                </a:sp3d>
              </a:bodyPr>
              <a:lstStyle/>
              <a:p>
                <a:pPr algn="ctr">
                  <a:lnSpc>
                    <a:spcPct val="120000"/>
                  </a:lnSpc>
                  <a:defRPr/>
                </a:pPr>
                <a:r>
                  <a:rPr lang="zh-CN" altLang="en-US" sz="1000" dirty="0">
                    <a:solidFill>
                      <a:schemeClr val="bg1">
                        <a:lumMod val="50000"/>
                      </a:schemeClr>
                    </a:solidFill>
                    <a:latin typeface="微软雅黑" panose="020B0503020204020204" pitchFamily="34" charset="-122"/>
                    <a:ea typeface="微软雅黑" panose="020B0503020204020204" pitchFamily="34" charset="-122"/>
                  </a:rPr>
                  <a:t>此部分内容作为文字排版占位显示 </a:t>
                </a:r>
                <a:br>
                  <a:rPr lang="zh-CN" altLang="en-US" sz="1000" dirty="0">
                    <a:solidFill>
                      <a:schemeClr val="bg1">
                        <a:lumMod val="50000"/>
                      </a:schemeClr>
                    </a:solidFill>
                    <a:latin typeface="微软雅黑" panose="020B0503020204020204" pitchFamily="34" charset="-122"/>
                    <a:ea typeface="微软雅黑" panose="020B0503020204020204" pitchFamily="34" charset="-122"/>
                  </a:rPr>
                </a:br>
                <a:r>
                  <a:rPr lang="zh-CN" altLang="en-US" sz="1000" dirty="0">
                    <a:solidFill>
                      <a:schemeClr val="bg1">
                        <a:lumMod val="50000"/>
                      </a:schemeClr>
                    </a:solidFill>
                    <a:latin typeface="微软雅黑" panose="020B0503020204020204" pitchFamily="34" charset="-122"/>
                    <a:ea typeface="微软雅黑" panose="020B0503020204020204" pitchFamily="34" charset="-122"/>
                  </a:rPr>
                  <a:t>（建议使用主题字体）</a:t>
                </a:r>
              </a:p>
            </p:txBody>
          </p:sp>
        </p:grpSp>
      </p:grpSp>
      <p:grpSp>
        <p:nvGrpSpPr>
          <p:cNvPr id="59" name="组合 58"/>
          <p:cNvGrpSpPr/>
          <p:nvPr/>
        </p:nvGrpSpPr>
        <p:grpSpPr>
          <a:xfrm>
            <a:off x="4716810" y="2088374"/>
            <a:ext cx="1531038" cy="2068352"/>
            <a:chOff x="3806616" y="2087663"/>
            <a:chExt cx="1530772" cy="2067994"/>
          </a:xfrm>
        </p:grpSpPr>
        <p:grpSp>
          <p:nvGrpSpPr>
            <p:cNvPr id="35" name="Group 45"/>
            <p:cNvGrpSpPr/>
            <p:nvPr/>
          </p:nvGrpSpPr>
          <p:grpSpPr>
            <a:xfrm>
              <a:off x="3968789" y="2087663"/>
              <a:ext cx="1206424" cy="916139"/>
              <a:chOff x="5523224" y="2523368"/>
              <a:chExt cx="1763734" cy="1339350"/>
            </a:xfrm>
          </p:grpSpPr>
          <p:sp>
            <p:nvSpPr>
              <p:cNvPr id="36" name="TextBox 37"/>
              <p:cNvSpPr txBox="1"/>
              <p:nvPr/>
            </p:nvSpPr>
            <p:spPr>
              <a:xfrm>
                <a:off x="5523224" y="2523368"/>
                <a:ext cx="1763734" cy="669675"/>
              </a:xfrm>
              <a:prstGeom prst="rect">
                <a:avLst/>
              </a:prstGeom>
              <a:noFill/>
            </p:spPr>
            <p:txBody>
              <a:bodyPr wrap="none">
                <a:normAutofit fontScale="70000" lnSpcReduction="20000"/>
              </a:bodyPr>
              <a:lstStyle/>
              <a:p>
                <a:pPr algn="ctr"/>
                <a:r>
                  <a:rPr lang="en-US" altLang="zh-CN" sz="4001">
                    <a:solidFill>
                      <a:schemeClr val="bg1"/>
                    </a:solidFill>
                    <a:latin typeface="微软雅黑" panose="020B0503020204020204" pitchFamily="34" charset="-122"/>
                    <a:ea typeface="微软雅黑" panose="020B0503020204020204" pitchFamily="34" charset="-122"/>
                  </a:rPr>
                  <a:t>03</a:t>
                </a:r>
              </a:p>
            </p:txBody>
          </p:sp>
          <p:sp>
            <p:nvSpPr>
              <p:cNvPr id="37" name="TextBox 38"/>
              <p:cNvSpPr txBox="1"/>
              <p:nvPr/>
            </p:nvSpPr>
            <p:spPr>
              <a:xfrm>
                <a:off x="5523224" y="3189411"/>
                <a:ext cx="1763734" cy="673307"/>
              </a:xfrm>
              <a:prstGeom prst="rect">
                <a:avLst/>
              </a:prstGeom>
              <a:noFill/>
            </p:spPr>
            <p:txBody>
              <a:bodyPr wrap="none">
                <a:norm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关键词</a:t>
                </a:r>
              </a:p>
            </p:txBody>
          </p:sp>
        </p:grpSp>
        <p:grpSp>
          <p:nvGrpSpPr>
            <p:cNvPr id="13" name="Group 51"/>
            <p:cNvGrpSpPr/>
            <p:nvPr/>
          </p:nvGrpSpPr>
          <p:grpSpPr>
            <a:xfrm>
              <a:off x="3806616" y="3417451"/>
              <a:ext cx="1530772" cy="738206"/>
              <a:chOff x="1732858" y="5041891"/>
              <a:chExt cx="2213143" cy="984274"/>
            </a:xfrm>
          </p:grpSpPr>
          <p:sp>
            <p:nvSpPr>
              <p:cNvPr id="20" name="TextBox 58"/>
              <p:cNvSpPr txBox="1">
                <a:spLocks/>
              </p:cNvSpPr>
              <p:nvPr/>
            </p:nvSpPr>
            <p:spPr bwMode="auto">
              <a:xfrm>
                <a:off x="1732858" y="5041891"/>
                <a:ext cx="2213143" cy="283028"/>
              </a:xfrm>
              <a:prstGeom prst="rect">
                <a:avLst/>
              </a:prstGeom>
              <a:noFill/>
              <a:ln w="9525">
                <a:noFill/>
                <a:miter lim="800000"/>
                <a:headEnd/>
                <a:tailEnd/>
              </a:ln>
            </p:spPr>
            <p:txBody>
              <a:bodyPr wrap="none" lIns="0" tIns="0" rIns="0" bIns="0" anchor="ctr" anchorCtr="1">
                <a:normAutofit lnSpcReduction="10000"/>
                <a:scene3d>
                  <a:camera prst="orthographicFront"/>
                  <a:lightRig rig="threePt" dir="t"/>
                </a:scene3d>
                <a:sp3d>
                  <a:bevelT w="0" h="0"/>
                </a:sp3d>
              </a:bodyPr>
              <a:lstStyle/>
              <a:p>
                <a:pPr marL="0" lvl="1" algn="ctr"/>
                <a:r>
                  <a:rPr lang="zh-CN" altLang="en-US" sz="1400" b="1" dirty="0">
                    <a:solidFill>
                      <a:schemeClr val="accent1"/>
                    </a:solidFill>
                    <a:latin typeface="微软雅黑" panose="020B0503020204020204" pitchFamily="34" charset="-122"/>
                    <a:ea typeface="微软雅黑" panose="020B0503020204020204" pitchFamily="34" charset="-122"/>
                  </a:rPr>
                  <a:t>成功项目展示</a:t>
                </a:r>
              </a:p>
            </p:txBody>
          </p:sp>
          <p:sp>
            <p:nvSpPr>
              <p:cNvPr id="21" name="TextBox 59"/>
              <p:cNvSpPr txBox="1">
                <a:spLocks/>
              </p:cNvSpPr>
              <p:nvPr/>
            </p:nvSpPr>
            <p:spPr bwMode="auto">
              <a:xfrm>
                <a:off x="1732858" y="5451935"/>
                <a:ext cx="2213143" cy="574230"/>
              </a:xfrm>
              <a:prstGeom prst="rect">
                <a:avLst/>
              </a:prstGeom>
              <a:noFill/>
              <a:ln w="9525">
                <a:noFill/>
                <a:miter lim="800000"/>
                <a:headEnd/>
                <a:tailEnd/>
              </a:ln>
            </p:spPr>
            <p:txBody>
              <a:bodyPr wrap="square" lIns="0" tIns="0" rIns="0" bIns="0" anchor="ctr" anchorCtr="1">
                <a:normAutofit fontScale="92500" lnSpcReduction="20000"/>
                <a:scene3d>
                  <a:camera prst="orthographicFront"/>
                  <a:lightRig rig="threePt" dir="t"/>
                </a:scene3d>
                <a:sp3d>
                  <a:bevelT w="0" h="0"/>
                </a:sp3d>
              </a:bodyPr>
              <a:lstStyle/>
              <a:p>
                <a:pPr algn="ctr">
                  <a:lnSpc>
                    <a:spcPct val="120000"/>
                  </a:lnSpc>
                  <a:defRPr/>
                </a:pPr>
                <a:r>
                  <a:rPr lang="zh-CN" altLang="en-US" sz="1000" dirty="0">
                    <a:solidFill>
                      <a:schemeClr val="bg1">
                        <a:lumMod val="50000"/>
                      </a:schemeClr>
                    </a:solidFill>
                    <a:latin typeface="微软雅黑" panose="020B0503020204020204" pitchFamily="34" charset="-122"/>
                    <a:ea typeface="微软雅黑" panose="020B0503020204020204" pitchFamily="34" charset="-122"/>
                  </a:rPr>
                  <a:t>此部分内容作为文字排版占位显示 </a:t>
                </a:r>
                <a:br>
                  <a:rPr lang="zh-CN" altLang="en-US" sz="1000" dirty="0">
                    <a:solidFill>
                      <a:schemeClr val="bg1">
                        <a:lumMod val="50000"/>
                      </a:schemeClr>
                    </a:solidFill>
                    <a:latin typeface="微软雅黑" panose="020B0503020204020204" pitchFamily="34" charset="-122"/>
                    <a:ea typeface="微软雅黑" panose="020B0503020204020204" pitchFamily="34" charset="-122"/>
                  </a:rPr>
                </a:br>
                <a:r>
                  <a:rPr lang="zh-CN" altLang="en-US" sz="1000" dirty="0">
                    <a:solidFill>
                      <a:schemeClr val="bg1">
                        <a:lumMod val="50000"/>
                      </a:schemeClr>
                    </a:solidFill>
                    <a:latin typeface="微软雅黑" panose="020B0503020204020204" pitchFamily="34" charset="-122"/>
                    <a:ea typeface="微软雅黑" panose="020B0503020204020204" pitchFamily="34" charset="-122"/>
                  </a:rPr>
                  <a:t>（建议使用主题字体）</a:t>
                </a:r>
              </a:p>
            </p:txBody>
          </p:sp>
        </p:grpSp>
      </p:grpSp>
      <p:grpSp>
        <p:nvGrpSpPr>
          <p:cNvPr id="60" name="组合 59"/>
          <p:cNvGrpSpPr/>
          <p:nvPr/>
        </p:nvGrpSpPr>
        <p:grpSpPr>
          <a:xfrm>
            <a:off x="6531627" y="2088374"/>
            <a:ext cx="1531038" cy="2068352"/>
            <a:chOff x="5440246" y="2087663"/>
            <a:chExt cx="1530772" cy="2067994"/>
          </a:xfrm>
        </p:grpSpPr>
        <p:grpSp>
          <p:nvGrpSpPr>
            <p:cNvPr id="31" name="Group 46"/>
            <p:cNvGrpSpPr/>
            <p:nvPr/>
          </p:nvGrpSpPr>
          <p:grpSpPr>
            <a:xfrm>
              <a:off x="5609221" y="2087663"/>
              <a:ext cx="1206424" cy="916139"/>
              <a:chOff x="7343867" y="2423507"/>
              <a:chExt cx="1763734" cy="1339350"/>
            </a:xfrm>
          </p:grpSpPr>
          <p:sp>
            <p:nvSpPr>
              <p:cNvPr id="32" name="TextBox 39"/>
              <p:cNvSpPr txBox="1"/>
              <p:nvPr/>
            </p:nvSpPr>
            <p:spPr>
              <a:xfrm>
                <a:off x="7343867" y="2423507"/>
                <a:ext cx="1763734" cy="669675"/>
              </a:xfrm>
              <a:prstGeom prst="rect">
                <a:avLst/>
              </a:prstGeom>
              <a:noFill/>
            </p:spPr>
            <p:txBody>
              <a:bodyPr wrap="none">
                <a:normAutofit fontScale="70000" lnSpcReduction="20000"/>
              </a:bodyPr>
              <a:lstStyle/>
              <a:p>
                <a:pPr algn="ctr"/>
                <a:r>
                  <a:rPr lang="en-US" altLang="zh-CN" sz="4001">
                    <a:solidFill>
                      <a:schemeClr val="bg1"/>
                    </a:solidFill>
                    <a:latin typeface="微软雅黑" panose="020B0503020204020204" pitchFamily="34" charset="-122"/>
                    <a:ea typeface="微软雅黑" panose="020B0503020204020204" pitchFamily="34" charset="-122"/>
                  </a:rPr>
                  <a:t>04</a:t>
                </a:r>
              </a:p>
            </p:txBody>
          </p:sp>
          <p:sp>
            <p:nvSpPr>
              <p:cNvPr id="33" name="TextBox 40"/>
              <p:cNvSpPr txBox="1"/>
              <p:nvPr/>
            </p:nvSpPr>
            <p:spPr>
              <a:xfrm>
                <a:off x="7343867" y="3089550"/>
                <a:ext cx="1763734" cy="673307"/>
              </a:xfrm>
              <a:prstGeom prst="rect">
                <a:avLst/>
              </a:prstGeom>
              <a:noFill/>
            </p:spPr>
            <p:txBody>
              <a:bodyPr wrap="none">
                <a:normAutofit/>
              </a:bodyPr>
              <a:lstStyle/>
              <a:p>
                <a:pPr algn="ctr"/>
                <a:r>
                  <a:rPr lang="zh-CN" altLang="en-US">
                    <a:solidFill>
                      <a:schemeClr val="bg1"/>
                    </a:solidFill>
                    <a:latin typeface="微软雅黑" panose="020B0503020204020204" pitchFamily="34" charset="-122"/>
                    <a:ea typeface="微软雅黑" panose="020B0503020204020204" pitchFamily="34" charset="-122"/>
                  </a:rPr>
                  <a:t>关键词</a:t>
                </a:r>
              </a:p>
            </p:txBody>
          </p:sp>
        </p:grpSp>
        <p:grpSp>
          <p:nvGrpSpPr>
            <p:cNvPr id="14" name="Group 52"/>
            <p:cNvGrpSpPr/>
            <p:nvPr/>
          </p:nvGrpSpPr>
          <p:grpSpPr>
            <a:xfrm>
              <a:off x="5440246" y="3417451"/>
              <a:ext cx="1530772" cy="738206"/>
              <a:chOff x="1732858" y="5041891"/>
              <a:chExt cx="2213143" cy="984274"/>
            </a:xfrm>
          </p:grpSpPr>
          <p:sp>
            <p:nvSpPr>
              <p:cNvPr id="18" name="TextBox 56"/>
              <p:cNvSpPr txBox="1">
                <a:spLocks/>
              </p:cNvSpPr>
              <p:nvPr/>
            </p:nvSpPr>
            <p:spPr bwMode="auto">
              <a:xfrm>
                <a:off x="1732858" y="5041891"/>
                <a:ext cx="2213143" cy="283028"/>
              </a:xfrm>
              <a:prstGeom prst="rect">
                <a:avLst/>
              </a:prstGeom>
              <a:noFill/>
              <a:ln w="9525">
                <a:noFill/>
                <a:miter lim="800000"/>
                <a:headEnd/>
                <a:tailEnd/>
              </a:ln>
            </p:spPr>
            <p:txBody>
              <a:bodyPr wrap="none" lIns="0" tIns="0" rIns="0" bIns="0" anchor="ctr" anchorCtr="1">
                <a:normAutofit lnSpcReduction="10000"/>
                <a:scene3d>
                  <a:camera prst="orthographicFront"/>
                  <a:lightRig rig="threePt" dir="t"/>
                </a:scene3d>
                <a:sp3d>
                  <a:bevelT w="0" h="0"/>
                </a:sp3d>
              </a:bodyPr>
              <a:lstStyle/>
              <a:p>
                <a:pPr marL="0" lvl="1" algn="ctr"/>
                <a:r>
                  <a:rPr lang="zh-CN" altLang="en-US" sz="1400" b="1" dirty="0" smtClean="0">
                    <a:solidFill>
                      <a:schemeClr val="accent4"/>
                    </a:solidFill>
                    <a:latin typeface="微软雅黑" panose="020B0503020204020204" pitchFamily="34" charset="-122"/>
                    <a:ea typeface="微软雅黑" panose="020B0503020204020204" pitchFamily="34" charset="-122"/>
                  </a:rPr>
                  <a:t>后续目标计划</a:t>
                </a:r>
                <a:endParaRPr lang="zh-CN" altLang="en-US" sz="1400" b="1" dirty="0">
                  <a:solidFill>
                    <a:schemeClr val="accent4"/>
                  </a:solidFill>
                  <a:latin typeface="微软雅黑" panose="020B0503020204020204" pitchFamily="34" charset="-122"/>
                  <a:ea typeface="微软雅黑" panose="020B0503020204020204" pitchFamily="34" charset="-122"/>
                </a:endParaRPr>
              </a:p>
            </p:txBody>
          </p:sp>
          <p:sp>
            <p:nvSpPr>
              <p:cNvPr id="19" name="TextBox 57"/>
              <p:cNvSpPr txBox="1">
                <a:spLocks/>
              </p:cNvSpPr>
              <p:nvPr/>
            </p:nvSpPr>
            <p:spPr bwMode="auto">
              <a:xfrm>
                <a:off x="1732858" y="5451935"/>
                <a:ext cx="2213143" cy="574230"/>
              </a:xfrm>
              <a:prstGeom prst="rect">
                <a:avLst/>
              </a:prstGeom>
              <a:noFill/>
              <a:ln w="9525">
                <a:noFill/>
                <a:miter lim="800000"/>
                <a:headEnd/>
                <a:tailEnd/>
              </a:ln>
            </p:spPr>
            <p:txBody>
              <a:bodyPr wrap="square" lIns="0" tIns="0" rIns="0" bIns="0" anchor="ctr" anchorCtr="1">
                <a:normAutofit fontScale="92500" lnSpcReduction="20000"/>
                <a:scene3d>
                  <a:camera prst="orthographicFront"/>
                  <a:lightRig rig="threePt" dir="t"/>
                </a:scene3d>
                <a:sp3d>
                  <a:bevelT w="0" h="0"/>
                </a:sp3d>
              </a:bodyPr>
              <a:lstStyle/>
              <a:p>
                <a:pPr algn="ctr">
                  <a:lnSpc>
                    <a:spcPct val="120000"/>
                  </a:lnSpc>
                  <a:defRPr/>
                </a:pPr>
                <a:r>
                  <a:rPr lang="zh-CN" altLang="en-US" sz="1000" dirty="0">
                    <a:solidFill>
                      <a:schemeClr val="bg1">
                        <a:lumMod val="50000"/>
                      </a:schemeClr>
                    </a:solidFill>
                    <a:latin typeface="微软雅黑" panose="020B0503020204020204" pitchFamily="34" charset="-122"/>
                    <a:ea typeface="微软雅黑" panose="020B0503020204020204" pitchFamily="34" charset="-122"/>
                  </a:rPr>
                  <a:t>此部分内容作为文字排版占位显示 </a:t>
                </a:r>
                <a:br>
                  <a:rPr lang="zh-CN" altLang="en-US" sz="1000" dirty="0">
                    <a:solidFill>
                      <a:schemeClr val="bg1">
                        <a:lumMod val="50000"/>
                      </a:schemeClr>
                    </a:solidFill>
                    <a:latin typeface="微软雅黑" panose="020B0503020204020204" pitchFamily="34" charset="-122"/>
                    <a:ea typeface="微软雅黑" panose="020B0503020204020204" pitchFamily="34" charset="-122"/>
                  </a:rPr>
                </a:br>
                <a:r>
                  <a:rPr lang="zh-CN" altLang="en-US" sz="1000" dirty="0">
                    <a:solidFill>
                      <a:schemeClr val="bg1">
                        <a:lumMod val="50000"/>
                      </a:schemeClr>
                    </a:solidFill>
                    <a:latin typeface="微软雅黑" panose="020B0503020204020204" pitchFamily="34" charset="-122"/>
                    <a:ea typeface="微软雅黑" panose="020B0503020204020204" pitchFamily="34" charset="-122"/>
                  </a:rPr>
                  <a:t>（建议使用主题字体）</a:t>
                </a:r>
              </a:p>
            </p:txBody>
          </p:sp>
        </p:grpSp>
      </p:grpSp>
    </p:spTree>
    <p:extLst>
      <p:ext uri="{BB962C8B-B14F-4D97-AF65-F5344CB8AC3E}">
        <p14:creationId xmlns:p14="http://schemas.microsoft.com/office/powerpoint/2010/main" val="761180546"/>
      </p:ext>
    </p:extLst>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1000" fill="hold"/>
                                        <p:tgtEl>
                                          <p:spTgt spid="2"/>
                                        </p:tgtEl>
                                        <p:attrNameLst>
                                          <p:attrName>ppt_y</p:attrName>
                                        </p:attrNameLst>
                                      </p:cBhvr>
                                      <p:tavLst>
                                        <p:tav tm="0">
                                          <p:val>
                                            <p:strVal val="#ppt_y+.1"/>
                                          </p:val>
                                        </p:tav>
                                        <p:tav tm="100000">
                                          <p:val>
                                            <p:strVal val="#ppt_y"/>
                                          </p:val>
                                        </p:tav>
                                      </p:tavLst>
                                    </p:anim>
                                  </p:childTnLst>
                                </p:cTn>
                              </p:par>
                            </p:childTnLst>
                          </p:cTn>
                        </p:par>
                        <p:par>
                          <p:cTn id="16" fill="hold">
                            <p:stCondLst>
                              <p:cond delay="1500"/>
                            </p:stCondLst>
                            <p:childTnLst>
                              <p:par>
                                <p:cTn id="17" presetID="42" presetClass="entr" presetSubtype="0"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1000" fill="hold"/>
                                        <p:tgtEl>
                                          <p:spTgt spid="3"/>
                                        </p:tgtEl>
                                        <p:attrNameLst>
                                          <p:attrName>ppt_y</p:attrName>
                                        </p:attrNameLst>
                                      </p:cBhvr>
                                      <p:tavLst>
                                        <p:tav tm="0">
                                          <p:val>
                                            <p:strVal val="#ppt_y+.1"/>
                                          </p:val>
                                        </p:tav>
                                        <p:tav tm="100000">
                                          <p:val>
                                            <p:strVal val="#ppt_y"/>
                                          </p:val>
                                        </p:tav>
                                      </p:tavLst>
                                    </p:anim>
                                  </p:childTnLst>
                                </p:cTn>
                              </p:par>
                            </p:childTnLst>
                          </p:cTn>
                        </p:par>
                        <p:par>
                          <p:cTn id="22" fill="hold">
                            <p:stCondLst>
                              <p:cond delay="2500"/>
                            </p:stCondLst>
                            <p:childTnLst>
                              <p:par>
                                <p:cTn id="23" presetID="42" presetClass="entr" presetSubtype="0" fill="hold" nodeType="afterEffect">
                                  <p:stCondLst>
                                    <p:cond delay="0"/>
                                  </p:stCondLst>
                                  <p:childTnLst>
                                    <p:set>
                                      <p:cBhvr>
                                        <p:cTn id="24" dur="1" fill="hold">
                                          <p:stCondLst>
                                            <p:cond delay="0"/>
                                          </p:stCondLst>
                                        </p:cTn>
                                        <p:tgtEl>
                                          <p:spTgt spid="59"/>
                                        </p:tgtEl>
                                        <p:attrNameLst>
                                          <p:attrName>style.visibility</p:attrName>
                                        </p:attrNameLst>
                                      </p:cBhvr>
                                      <p:to>
                                        <p:strVal val="visible"/>
                                      </p:to>
                                    </p:set>
                                    <p:animEffect transition="in" filter="fade">
                                      <p:cBhvr>
                                        <p:cTn id="25" dur="1000"/>
                                        <p:tgtEl>
                                          <p:spTgt spid="59"/>
                                        </p:tgtEl>
                                      </p:cBhvr>
                                    </p:animEffect>
                                    <p:anim calcmode="lin" valueType="num">
                                      <p:cBhvr>
                                        <p:cTn id="26" dur="1000" fill="hold"/>
                                        <p:tgtEl>
                                          <p:spTgt spid="59"/>
                                        </p:tgtEl>
                                        <p:attrNameLst>
                                          <p:attrName>ppt_x</p:attrName>
                                        </p:attrNameLst>
                                      </p:cBhvr>
                                      <p:tavLst>
                                        <p:tav tm="0">
                                          <p:val>
                                            <p:strVal val="#ppt_x"/>
                                          </p:val>
                                        </p:tav>
                                        <p:tav tm="100000">
                                          <p:val>
                                            <p:strVal val="#ppt_x"/>
                                          </p:val>
                                        </p:tav>
                                      </p:tavLst>
                                    </p:anim>
                                    <p:anim calcmode="lin" valueType="num">
                                      <p:cBhvr>
                                        <p:cTn id="27" dur="1000" fill="hold"/>
                                        <p:tgtEl>
                                          <p:spTgt spid="59"/>
                                        </p:tgtEl>
                                        <p:attrNameLst>
                                          <p:attrName>ppt_y</p:attrName>
                                        </p:attrNameLst>
                                      </p:cBhvr>
                                      <p:tavLst>
                                        <p:tav tm="0">
                                          <p:val>
                                            <p:strVal val="#ppt_y+.1"/>
                                          </p:val>
                                        </p:tav>
                                        <p:tav tm="100000">
                                          <p:val>
                                            <p:strVal val="#ppt_y"/>
                                          </p:val>
                                        </p:tav>
                                      </p:tavLst>
                                    </p:anim>
                                  </p:childTnLst>
                                </p:cTn>
                              </p:par>
                            </p:childTnLst>
                          </p:cTn>
                        </p:par>
                        <p:par>
                          <p:cTn id="28" fill="hold">
                            <p:stCondLst>
                              <p:cond delay="3500"/>
                            </p:stCondLst>
                            <p:childTnLst>
                              <p:par>
                                <p:cTn id="29" presetID="42" presetClass="entr" presetSubtype="0" fill="hold" nodeType="afterEffect">
                                  <p:stCondLst>
                                    <p:cond delay="0"/>
                                  </p:stCondLst>
                                  <p:childTnLst>
                                    <p:set>
                                      <p:cBhvr>
                                        <p:cTn id="30" dur="1" fill="hold">
                                          <p:stCondLst>
                                            <p:cond delay="0"/>
                                          </p:stCondLst>
                                        </p:cTn>
                                        <p:tgtEl>
                                          <p:spTgt spid="60"/>
                                        </p:tgtEl>
                                        <p:attrNameLst>
                                          <p:attrName>style.visibility</p:attrName>
                                        </p:attrNameLst>
                                      </p:cBhvr>
                                      <p:to>
                                        <p:strVal val="visible"/>
                                      </p:to>
                                    </p:set>
                                    <p:animEffect transition="in" filter="fade">
                                      <p:cBhvr>
                                        <p:cTn id="31" dur="1000"/>
                                        <p:tgtEl>
                                          <p:spTgt spid="60"/>
                                        </p:tgtEl>
                                      </p:cBhvr>
                                    </p:animEffect>
                                    <p:anim calcmode="lin" valueType="num">
                                      <p:cBhvr>
                                        <p:cTn id="32" dur="1000" fill="hold"/>
                                        <p:tgtEl>
                                          <p:spTgt spid="60"/>
                                        </p:tgtEl>
                                        <p:attrNameLst>
                                          <p:attrName>ppt_x</p:attrName>
                                        </p:attrNameLst>
                                      </p:cBhvr>
                                      <p:tavLst>
                                        <p:tav tm="0">
                                          <p:val>
                                            <p:strVal val="#ppt_x"/>
                                          </p:val>
                                        </p:tav>
                                        <p:tav tm="100000">
                                          <p:val>
                                            <p:strVal val="#ppt_x"/>
                                          </p:val>
                                        </p:tav>
                                      </p:tavLst>
                                    </p:anim>
                                    <p:anim calcmode="lin" valueType="num">
                                      <p:cBhvr>
                                        <p:cTn id="33" dur="1000" fill="hold"/>
                                        <p:tgtEl>
                                          <p:spTgt spid="60"/>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56"/>
                                        </p:tgtEl>
                                        <p:attrNameLst>
                                          <p:attrName>style.visibility</p:attrName>
                                        </p:attrNameLst>
                                      </p:cBhvr>
                                      <p:to>
                                        <p:strVal val="visible"/>
                                      </p:to>
                                    </p:set>
                                    <p:animEffect transition="in" filter="wipe(left)">
                                      <p:cBhvr>
                                        <p:cTn id="38" dur="500"/>
                                        <p:tgtEl>
                                          <p:spTgt spid="56"/>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61"/>
                                        </p:tgtEl>
                                        <p:attrNameLst>
                                          <p:attrName>style.visibility</p:attrName>
                                        </p:attrNameLst>
                                      </p:cBhvr>
                                      <p:to>
                                        <p:strVal val="visible"/>
                                      </p:to>
                                    </p:set>
                                    <p:animEffect transition="in" filter="wipe(left)">
                                      <p:cBhvr>
                                        <p:cTn id="43" dur="500"/>
                                        <p:tgtEl>
                                          <p:spTgt spid="61"/>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62"/>
                                        </p:tgtEl>
                                        <p:attrNameLst>
                                          <p:attrName>style.visibility</p:attrName>
                                        </p:attrNameLst>
                                      </p:cBhvr>
                                      <p:to>
                                        <p:strVal val="visible"/>
                                      </p:to>
                                    </p:set>
                                    <p:animEffect transition="in" filter="wipe(left)">
                                      <p:cBhvr>
                                        <p:cTn id="48" dur="500"/>
                                        <p:tgtEl>
                                          <p:spTgt spid="62"/>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63"/>
                                        </p:tgtEl>
                                        <p:attrNameLst>
                                          <p:attrName>style.visibility</p:attrName>
                                        </p:attrNameLst>
                                      </p:cBhvr>
                                      <p:to>
                                        <p:strVal val="visible"/>
                                      </p:to>
                                    </p:set>
                                    <p:animEffect transition="in" filter="wipe(left)">
                                      <p:cBhvr>
                                        <p:cTn id="53"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63" grpId="0" animBg="1"/>
      <p:bldP spid="62" grpId="0" animBg="1"/>
      <p:bldP spid="6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xmlns="" id="{B41E3B1B-C5D4-42EC-9A72-C4E188A6DD8E}"/>
              </a:ext>
            </a:extLst>
          </p:cNvPr>
          <p:cNvSpPr txBox="1"/>
          <p:nvPr/>
        </p:nvSpPr>
        <p:spPr>
          <a:xfrm>
            <a:off x="3527802" y="1936666"/>
            <a:ext cx="3493264" cy="707886"/>
          </a:xfrm>
          <a:prstGeom prst="rect">
            <a:avLst/>
          </a:prstGeom>
          <a:noFill/>
        </p:spPr>
        <p:txBody>
          <a:bodyPr wrap="none" rtlCol="0">
            <a:spAutoFit/>
          </a:bodyPr>
          <a:lstStyle/>
          <a:p>
            <a:r>
              <a:rPr lang="zh-CN" altLang="en-US" sz="4000" b="1" spc="300" dirty="0">
                <a:solidFill>
                  <a:schemeClr val="accent1"/>
                </a:solidFill>
                <a:latin typeface="微软雅黑" panose="020B0503020204020204" pitchFamily="34" charset="-122"/>
                <a:ea typeface="微软雅黑" panose="020B0503020204020204" pitchFamily="34" charset="-122"/>
              </a:rPr>
              <a:t>整体工作概述</a:t>
            </a:r>
          </a:p>
        </p:txBody>
      </p:sp>
      <p:grpSp>
        <p:nvGrpSpPr>
          <p:cNvPr id="4" name="组合 3"/>
          <p:cNvGrpSpPr/>
          <p:nvPr/>
        </p:nvGrpSpPr>
        <p:grpSpPr>
          <a:xfrm>
            <a:off x="1404442" y="1852083"/>
            <a:ext cx="3991621" cy="2016605"/>
            <a:chOff x="1548458" y="1735524"/>
            <a:chExt cx="3991621" cy="2016605"/>
          </a:xfrm>
        </p:grpSpPr>
        <p:sp>
          <p:nvSpPr>
            <p:cNvPr id="6" name="矩形 5">
              <a:extLst>
                <a:ext uri="{FF2B5EF4-FFF2-40B4-BE49-F238E27FC236}">
                  <a16:creationId xmlns:a16="http://schemas.microsoft.com/office/drawing/2014/main" xmlns="" id="{A03E2D81-A098-4F79-8D6D-60E3B520850D}"/>
                </a:ext>
              </a:extLst>
            </p:cNvPr>
            <p:cNvSpPr/>
            <p:nvPr/>
          </p:nvSpPr>
          <p:spPr>
            <a:xfrm rot="1400643">
              <a:off x="2134121" y="2428055"/>
              <a:ext cx="3405958" cy="1324074"/>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p:cNvGrpSpPr/>
            <p:nvPr/>
          </p:nvGrpSpPr>
          <p:grpSpPr>
            <a:xfrm>
              <a:off x="1548458" y="1735524"/>
              <a:ext cx="1309988" cy="1309988"/>
              <a:chOff x="1174574" y="1234009"/>
              <a:chExt cx="2239520" cy="2239520"/>
            </a:xfrm>
          </p:grpSpPr>
          <p:sp>
            <p:nvSpPr>
              <p:cNvPr id="7" name="椭圆 6">
                <a:extLst>
                  <a:ext uri="{FF2B5EF4-FFF2-40B4-BE49-F238E27FC236}">
                    <a16:creationId xmlns:a16="http://schemas.microsoft.com/office/drawing/2014/main" xmlns="" id="{C4BE6785-D46F-4798-A828-984E2C57DE19}"/>
                  </a:ext>
                </a:extLst>
              </p:cNvPr>
              <p:cNvSpPr/>
              <p:nvPr/>
            </p:nvSpPr>
            <p:spPr>
              <a:xfrm>
                <a:off x="1174574" y="1234009"/>
                <a:ext cx="2239520" cy="223952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8">
                <a:extLst>
                  <a:ext uri="{FF2B5EF4-FFF2-40B4-BE49-F238E27FC236}">
                    <a16:creationId xmlns:a16="http://schemas.microsoft.com/office/drawing/2014/main" xmlns="" id="{04F69230-F3A6-4586-9371-A858F4763E9F}"/>
                  </a:ext>
                </a:extLst>
              </p:cNvPr>
              <p:cNvSpPr txBox="1"/>
              <p:nvPr/>
            </p:nvSpPr>
            <p:spPr>
              <a:xfrm>
                <a:off x="1723249" y="1906094"/>
                <a:ext cx="1029774" cy="895350"/>
              </a:xfrm>
              <a:prstGeom prst="rect">
                <a:avLst/>
              </a:prstGeom>
              <a:noFill/>
              <a:ln w="117475">
                <a:noFill/>
              </a:ln>
              <a:effectLst/>
            </p:spPr>
            <p:txBody>
              <a:bodyPr wrap="none" rtlCol="0">
                <a:prstTxWarp prst="textPlain">
                  <a:avLst/>
                </a:prstTxWarp>
                <a:spAutoFit/>
              </a:bodyPr>
              <a:lstStyle/>
              <a:p>
                <a:pPr algn="ctr"/>
                <a:r>
                  <a:rPr lang="en-US" altLang="zh-CN" spc="100" dirty="0" smtClean="0">
                    <a:solidFill>
                      <a:schemeClr val="bg1"/>
                    </a:solidFill>
                    <a:effectLst>
                      <a:outerShdw blurRad="38100" dist="38100" dir="2700000" algn="tl">
                        <a:srgbClr val="000000">
                          <a:alpha val="43137"/>
                        </a:srgbClr>
                      </a:outerShdw>
                    </a:effectLst>
                    <a:latin typeface="Impact" panose="020B0806030902050204" pitchFamily="34" charset="0"/>
                    <a:cs typeface="Arial" panose="020B0604020202020204" pitchFamily="34" charset="0"/>
                  </a:rPr>
                  <a:t>01</a:t>
                </a:r>
                <a:endParaRPr lang="zh-CN" altLang="en-US" spc="100" dirty="0">
                  <a:solidFill>
                    <a:schemeClr val="bg1"/>
                  </a:solidFill>
                  <a:effectLst>
                    <a:outerShdw blurRad="38100" dist="38100" dir="2700000" algn="tl">
                      <a:srgbClr val="000000">
                        <a:alpha val="43137"/>
                      </a:srgbClr>
                    </a:outerShdw>
                  </a:effectLst>
                  <a:latin typeface="Impact" panose="020B0806030902050204" pitchFamily="34" charset="0"/>
                  <a:cs typeface="Arial" panose="020B0604020202020204" pitchFamily="34" charset="0"/>
                </a:endParaRPr>
              </a:p>
            </p:txBody>
          </p:sp>
        </p:grpSp>
      </p:grpSp>
      <p:sp>
        <p:nvSpPr>
          <p:cNvPr id="10" name="矩形 259"/>
          <p:cNvSpPr>
            <a:spLocks noChangeArrowheads="1"/>
          </p:cNvSpPr>
          <p:nvPr/>
        </p:nvSpPr>
        <p:spPr bwMode="auto">
          <a:xfrm>
            <a:off x="3673440" y="2644552"/>
            <a:ext cx="3707666" cy="698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50000"/>
              </a:lnSpc>
              <a:buNone/>
            </a:pPr>
            <a:r>
              <a:rPr lang="en-US" altLang="zh-CN" sz="1050" dirty="0">
                <a:solidFill>
                  <a:schemeClr val="tx1">
                    <a:lumMod val="65000"/>
                    <a:lumOff val="35000"/>
                  </a:schemeClr>
                </a:solidFill>
                <a:cs typeface="Arial" panose="020B0604020202020204" pitchFamily="34" charset="0"/>
              </a:rPr>
              <a:t>Please replace text, click add relevant headline, modify the text content, also can copy your content to this directly. Please replace text, </a:t>
            </a:r>
            <a:endParaRPr lang="zh-CN" altLang="en-US" sz="1050" dirty="0">
              <a:solidFill>
                <a:schemeClr val="accent1"/>
              </a:solidFill>
              <a:cs typeface="Arial" panose="020B0604020202020204" pitchFamily="34" charset="0"/>
            </a:endParaRPr>
          </a:p>
        </p:txBody>
      </p:sp>
    </p:spTree>
    <p:extLst>
      <p:ext uri="{BB962C8B-B14F-4D97-AF65-F5344CB8AC3E}">
        <p14:creationId xmlns:p14="http://schemas.microsoft.com/office/powerpoint/2010/main" val="4240135470"/>
      </p:ext>
    </p:extLst>
  </p:cSld>
  <p:clrMapOvr>
    <a:masterClrMapping/>
  </p:clrMapOvr>
  <p:transition spd="slow" advTm="3000">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anim calcmode="lin" valueType="num">
                                      <p:cBhvr>
                                        <p:cTn id="8" dur="750" fill="hold"/>
                                        <p:tgtEl>
                                          <p:spTgt spid="4"/>
                                        </p:tgtEl>
                                        <p:attrNameLst>
                                          <p:attrName>ppt_x</p:attrName>
                                        </p:attrNameLst>
                                      </p:cBhvr>
                                      <p:tavLst>
                                        <p:tav tm="0">
                                          <p:val>
                                            <p:strVal val="#ppt_x"/>
                                          </p:val>
                                        </p:tav>
                                        <p:tav tm="100000">
                                          <p:val>
                                            <p:strVal val="#ppt_x"/>
                                          </p:val>
                                        </p:tav>
                                      </p:tavLst>
                                    </p:anim>
                                    <p:anim calcmode="lin" valueType="num">
                                      <p:cBhvr>
                                        <p:cTn id="9" dur="75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22" presetClass="entr" presetSubtype="8" fill="hold" grpId="0"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childTnLst>
                          </p:cTn>
                        </p:par>
                        <p:par>
                          <p:cTn id="14" fill="hold">
                            <p:stCondLst>
                              <p:cond delay="1250"/>
                            </p:stCondLst>
                            <p:childTnLst>
                              <p:par>
                                <p:cTn id="15" presetID="42" presetClass="entr" presetSubtype="0"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anim calcmode="lin" valueType="num">
                                      <p:cBhvr>
                                        <p:cTn id="18" dur="500" fill="hold"/>
                                        <p:tgtEl>
                                          <p:spTgt spid="10"/>
                                        </p:tgtEl>
                                        <p:attrNameLst>
                                          <p:attrName>ppt_x</p:attrName>
                                        </p:attrNameLst>
                                      </p:cBhvr>
                                      <p:tavLst>
                                        <p:tav tm="0">
                                          <p:val>
                                            <p:strVal val="#ppt_x"/>
                                          </p:val>
                                        </p:tav>
                                        <p:tav tm="100000">
                                          <p:val>
                                            <p:strVal val="#ppt_x"/>
                                          </p:val>
                                        </p:tav>
                                      </p:tavLst>
                                    </p:anim>
                                    <p:anim calcmode="lin" valueType="num">
                                      <p:cBhvr>
                                        <p:cTn id="19" dur="5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a:extLst>
              <a:ext uri="{FF2B5EF4-FFF2-40B4-BE49-F238E27FC236}">
                <a16:creationId xmlns:a16="http://schemas.microsoft.com/office/drawing/2014/main" xmlns="" id="{49F38D07-D7F9-41B4-AA6B-A9F25B8BB2E4}"/>
              </a:ext>
            </a:extLst>
          </p:cNvPr>
          <p:cNvSpPr/>
          <p:nvPr/>
        </p:nvSpPr>
        <p:spPr>
          <a:xfrm rot="1057730">
            <a:off x="5413780" y="3666523"/>
            <a:ext cx="4796378" cy="324861"/>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矩形 24">
            <a:extLst>
              <a:ext uri="{FF2B5EF4-FFF2-40B4-BE49-F238E27FC236}">
                <a16:creationId xmlns:a16="http://schemas.microsoft.com/office/drawing/2014/main" xmlns="" id="{AF7E70D1-9020-4A58-9B3D-1DA9A723961E}"/>
              </a:ext>
            </a:extLst>
          </p:cNvPr>
          <p:cNvSpPr/>
          <p:nvPr/>
        </p:nvSpPr>
        <p:spPr>
          <a:xfrm rot="1057730">
            <a:off x="5477896" y="2961867"/>
            <a:ext cx="4796378" cy="324861"/>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22">
            <a:extLst>
              <a:ext uri="{FF2B5EF4-FFF2-40B4-BE49-F238E27FC236}">
                <a16:creationId xmlns:a16="http://schemas.microsoft.com/office/drawing/2014/main" xmlns="" id="{BA33FDCA-547A-4985-ABC5-E7B26DD0C7A1}"/>
              </a:ext>
            </a:extLst>
          </p:cNvPr>
          <p:cNvSpPr/>
          <p:nvPr/>
        </p:nvSpPr>
        <p:spPr>
          <a:xfrm rot="1057730">
            <a:off x="4029342" y="2208719"/>
            <a:ext cx="5421525" cy="2007124"/>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矩形 23">
            <a:extLst>
              <a:ext uri="{FF2B5EF4-FFF2-40B4-BE49-F238E27FC236}">
                <a16:creationId xmlns:a16="http://schemas.microsoft.com/office/drawing/2014/main" xmlns="" id="{50AFF8E7-480D-490D-A23F-5400C280BB9A}"/>
              </a:ext>
            </a:extLst>
          </p:cNvPr>
          <p:cNvSpPr/>
          <p:nvPr/>
        </p:nvSpPr>
        <p:spPr>
          <a:xfrm rot="1057730">
            <a:off x="5438691" y="2256201"/>
            <a:ext cx="4796378" cy="324861"/>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Rectangle 2"/>
          <p:cNvSpPr/>
          <p:nvPr/>
        </p:nvSpPr>
        <p:spPr>
          <a:xfrm>
            <a:off x="1153782" y="1361422"/>
            <a:ext cx="3563028" cy="2052584"/>
          </a:xfrm>
          <a:prstGeom prst="rect">
            <a:avLst/>
          </a:prstGeom>
          <a:blipFill>
            <a:blip r:embed="rId3"/>
            <a:srcRect/>
            <a:stretch>
              <a:fillRect/>
            </a:stretch>
          </a:blipFill>
          <a:ln w="28575">
            <a:noFill/>
          </a:ln>
        </p:spPr>
        <p:style>
          <a:lnRef idx="2">
            <a:schemeClr val="accent1">
              <a:shade val="50000"/>
            </a:schemeClr>
          </a:lnRef>
          <a:fillRef idx="1">
            <a:schemeClr val="accent1"/>
          </a:fillRef>
          <a:effectRef idx="0">
            <a:schemeClr val="accent1"/>
          </a:effectRef>
          <a:fontRef idx="minor">
            <a:schemeClr val="lt1"/>
          </a:fontRef>
        </p:style>
        <p:txBody>
          <a:bodyPr lIns="68592" tIns="34296" rIns="68592" bIns="34296" anchor="ctr"/>
          <a:lstStyle/>
          <a:p>
            <a:pPr algn="ctr">
              <a:defRPr/>
            </a:pPr>
            <a:endParaRPr lang="en-US" dirty="0">
              <a:solidFill>
                <a:schemeClr val="bg1">
                  <a:lumMod val="95000"/>
                </a:schemeClr>
              </a:solidFill>
            </a:endParaRPr>
          </a:p>
        </p:txBody>
      </p:sp>
      <p:sp>
        <p:nvSpPr>
          <p:cNvPr id="11" name="Rectangle 3"/>
          <p:cNvSpPr/>
          <p:nvPr/>
        </p:nvSpPr>
        <p:spPr>
          <a:xfrm>
            <a:off x="4193454" y="1523468"/>
            <a:ext cx="1497620" cy="32409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92" tIns="34296" rIns="68592" bIns="34296" rtlCol="0" anchor="ctr"/>
          <a:lstStyle/>
          <a:p>
            <a:pPr algn="ctr"/>
            <a:endParaRPr lang="en-US" sz="2400" dirty="0">
              <a:solidFill>
                <a:schemeClr val="bg1">
                  <a:lumMod val="95000"/>
                </a:schemeClr>
              </a:solidFill>
            </a:endParaRPr>
          </a:p>
        </p:txBody>
      </p:sp>
      <p:sp>
        <p:nvSpPr>
          <p:cNvPr id="12" name="矩形 11"/>
          <p:cNvSpPr/>
          <p:nvPr/>
        </p:nvSpPr>
        <p:spPr>
          <a:xfrm>
            <a:off x="4193455" y="1555226"/>
            <a:ext cx="1497620" cy="253954"/>
          </a:xfrm>
          <a:prstGeom prst="rect">
            <a:avLst/>
          </a:prstGeom>
        </p:spPr>
        <p:txBody>
          <a:bodyPr wrap="square" lIns="68585" tIns="34293" rIns="68585" bIns="34293">
            <a:spAutoFit/>
          </a:bodyPr>
          <a:lstStyle/>
          <a:p>
            <a:pPr algn="ctr"/>
            <a:r>
              <a:rPr lang="zh-CN" altLang="en-US" sz="1200" b="1" dirty="0">
                <a:solidFill>
                  <a:schemeClr val="bg1"/>
                </a:solidFill>
                <a:latin typeface="微软雅黑" pitchFamily="34" charset="-122"/>
                <a:ea typeface="微软雅黑" pitchFamily="34" charset="-122"/>
              </a:rPr>
              <a:t>及时完成上级任务</a:t>
            </a:r>
            <a:endParaRPr lang="en-US" altLang="zh-CN" sz="1200" b="1" dirty="0">
              <a:solidFill>
                <a:schemeClr val="bg1"/>
              </a:solidFill>
              <a:latin typeface="微软雅黑" pitchFamily="34" charset="-122"/>
              <a:ea typeface="微软雅黑" pitchFamily="34" charset="-122"/>
            </a:endParaRPr>
          </a:p>
        </p:txBody>
      </p:sp>
      <p:sp>
        <p:nvSpPr>
          <p:cNvPr id="13" name="矩形 47"/>
          <p:cNvSpPr>
            <a:spLocks noChangeArrowheads="1"/>
          </p:cNvSpPr>
          <p:nvPr/>
        </p:nvSpPr>
        <p:spPr bwMode="auto">
          <a:xfrm>
            <a:off x="5769484" y="1473469"/>
            <a:ext cx="2106600" cy="457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5" tIns="34293" rIns="68585" bIns="34293">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nSpc>
                <a:spcPct val="120000"/>
              </a:lnSpc>
              <a:spcBef>
                <a:spcPct val="0"/>
              </a:spcBef>
              <a:buNone/>
            </a:pPr>
            <a:r>
              <a:rPr lang="zh-CN" altLang="en-US" sz="1050" dirty="0">
                <a:solidFill>
                  <a:schemeClr val="bg1">
                    <a:lumMod val="50000"/>
                  </a:schemeClr>
                </a:solidFill>
                <a:sym typeface="微软雅黑" pitchFamily="34" charset="-122"/>
              </a:rPr>
              <a:t>在此录入上述图表的描述说明，在此录入上述图表的描述说明。</a:t>
            </a:r>
          </a:p>
        </p:txBody>
      </p:sp>
      <p:sp>
        <p:nvSpPr>
          <p:cNvPr id="14" name="Rectangle 3"/>
          <p:cNvSpPr/>
          <p:nvPr/>
        </p:nvSpPr>
        <p:spPr>
          <a:xfrm>
            <a:off x="4193454" y="2225668"/>
            <a:ext cx="1497620" cy="32409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92" tIns="34296" rIns="68592" bIns="34296" rtlCol="0" anchor="ctr"/>
          <a:lstStyle/>
          <a:p>
            <a:pPr algn="ctr"/>
            <a:endParaRPr lang="en-US" sz="2400" dirty="0">
              <a:solidFill>
                <a:schemeClr val="bg1">
                  <a:lumMod val="95000"/>
                </a:schemeClr>
              </a:solidFill>
            </a:endParaRPr>
          </a:p>
        </p:txBody>
      </p:sp>
      <p:sp>
        <p:nvSpPr>
          <p:cNvPr id="15" name="矩形 14"/>
          <p:cNvSpPr/>
          <p:nvPr/>
        </p:nvSpPr>
        <p:spPr>
          <a:xfrm>
            <a:off x="4193455" y="2257426"/>
            <a:ext cx="1497620" cy="253954"/>
          </a:xfrm>
          <a:prstGeom prst="rect">
            <a:avLst/>
          </a:prstGeom>
        </p:spPr>
        <p:txBody>
          <a:bodyPr wrap="square" lIns="68585" tIns="34293" rIns="68585" bIns="34293">
            <a:spAutoFit/>
          </a:bodyPr>
          <a:lstStyle/>
          <a:p>
            <a:pPr algn="ctr"/>
            <a:r>
              <a:rPr lang="zh-CN" altLang="en-US" sz="1200" b="1" dirty="0">
                <a:solidFill>
                  <a:schemeClr val="bg1"/>
                </a:solidFill>
                <a:latin typeface="微软雅黑" pitchFamily="34" charset="-122"/>
                <a:ea typeface="微软雅黑" pitchFamily="34" charset="-122"/>
              </a:rPr>
              <a:t>同事之间团结友爱</a:t>
            </a:r>
            <a:endParaRPr lang="en-US" altLang="zh-CN" sz="1200" b="1" dirty="0">
              <a:solidFill>
                <a:schemeClr val="bg1"/>
              </a:solidFill>
              <a:latin typeface="微软雅黑" pitchFamily="34" charset="-122"/>
              <a:ea typeface="微软雅黑" pitchFamily="34" charset="-122"/>
            </a:endParaRPr>
          </a:p>
        </p:txBody>
      </p:sp>
      <p:sp>
        <p:nvSpPr>
          <p:cNvPr id="16" name="矩形 47"/>
          <p:cNvSpPr>
            <a:spLocks noChangeArrowheads="1"/>
          </p:cNvSpPr>
          <p:nvPr/>
        </p:nvSpPr>
        <p:spPr bwMode="auto">
          <a:xfrm>
            <a:off x="5730279" y="2200669"/>
            <a:ext cx="2106600" cy="457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5" tIns="34293" rIns="68585" bIns="34293">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nSpc>
                <a:spcPct val="120000"/>
              </a:lnSpc>
              <a:spcBef>
                <a:spcPct val="0"/>
              </a:spcBef>
              <a:buNone/>
            </a:pPr>
            <a:r>
              <a:rPr lang="zh-CN" altLang="en-US" sz="1050" dirty="0">
                <a:solidFill>
                  <a:schemeClr val="bg1">
                    <a:lumMod val="50000"/>
                  </a:schemeClr>
                </a:solidFill>
                <a:sym typeface="微软雅黑" pitchFamily="34" charset="-122"/>
              </a:rPr>
              <a:t>在此录入上述图表的描述说明，在此录入上述图表的描述说明。</a:t>
            </a:r>
          </a:p>
        </p:txBody>
      </p:sp>
      <p:sp>
        <p:nvSpPr>
          <p:cNvPr id="17" name="Rectangle 3"/>
          <p:cNvSpPr/>
          <p:nvPr/>
        </p:nvSpPr>
        <p:spPr>
          <a:xfrm>
            <a:off x="4178644" y="2927868"/>
            <a:ext cx="1497620" cy="32409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8592" tIns="34296" rIns="68592" bIns="34296" rtlCol="0" anchor="ctr"/>
          <a:lstStyle/>
          <a:p>
            <a:pPr algn="ctr"/>
            <a:endParaRPr lang="en-US" sz="2400" dirty="0">
              <a:solidFill>
                <a:schemeClr val="bg1">
                  <a:lumMod val="95000"/>
                </a:schemeClr>
              </a:solidFill>
            </a:endParaRPr>
          </a:p>
        </p:txBody>
      </p:sp>
      <p:sp>
        <p:nvSpPr>
          <p:cNvPr id="18" name="矩形 17"/>
          <p:cNvSpPr/>
          <p:nvPr/>
        </p:nvSpPr>
        <p:spPr>
          <a:xfrm>
            <a:off x="4163833" y="2959626"/>
            <a:ext cx="1497620" cy="253954"/>
          </a:xfrm>
          <a:prstGeom prst="rect">
            <a:avLst/>
          </a:prstGeom>
        </p:spPr>
        <p:txBody>
          <a:bodyPr wrap="square" lIns="68585" tIns="34293" rIns="68585" bIns="34293">
            <a:spAutoFit/>
          </a:bodyPr>
          <a:lstStyle/>
          <a:p>
            <a:pPr algn="ctr"/>
            <a:r>
              <a:rPr lang="zh-CN" altLang="en-US" sz="1200" b="1" dirty="0">
                <a:solidFill>
                  <a:schemeClr val="bg1"/>
                </a:solidFill>
                <a:latin typeface="微软雅黑" pitchFamily="34" charset="-122"/>
                <a:ea typeface="微软雅黑" pitchFamily="34" charset="-122"/>
              </a:rPr>
              <a:t>对待下属互帮互助</a:t>
            </a:r>
            <a:endParaRPr lang="en-US" altLang="zh-CN" sz="1200" b="1" dirty="0">
              <a:solidFill>
                <a:schemeClr val="bg1"/>
              </a:solidFill>
              <a:latin typeface="微软雅黑" pitchFamily="34" charset="-122"/>
              <a:ea typeface="微软雅黑" pitchFamily="34" charset="-122"/>
            </a:endParaRPr>
          </a:p>
        </p:txBody>
      </p:sp>
      <p:sp>
        <p:nvSpPr>
          <p:cNvPr id="19" name="矩形 47"/>
          <p:cNvSpPr>
            <a:spLocks noChangeArrowheads="1"/>
          </p:cNvSpPr>
          <p:nvPr/>
        </p:nvSpPr>
        <p:spPr bwMode="auto">
          <a:xfrm>
            <a:off x="5769484" y="2902869"/>
            <a:ext cx="2106600" cy="457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5" tIns="34293" rIns="68585" bIns="34293">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nSpc>
                <a:spcPct val="120000"/>
              </a:lnSpc>
              <a:spcBef>
                <a:spcPct val="0"/>
              </a:spcBef>
              <a:buNone/>
            </a:pPr>
            <a:r>
              <a:rPr lang="zh-CN" altLang="en-US" sz="1050" dirty="0">
                <a:solidFill>
                  <a:schemeClr val="bg1">
                    <a:lumMod val="50000"/>
                  </a:schemeClr>
                </a:solidFill>
                <a:sym typeface="微软雅黑" pitchFamily="34" charset="-122"/>
              </a:rPr>
              <a:t>在此录入上述图表的描述说明，在此录入上述图表的描述说明。</a:t>
            </a:r>
          </a:p>
        </p:txBody>
      </p:sp>
      <p:sp>
        <p:nvSpPr>
          <p:cNvPr id="20" name="Freeform 12"/>
          <p:cNvSpPr>
            <a:spLocks/>
          </p:cNvSpPr>
          <p:nvPr/>
        </p:nvSpPr>
        <p:spPr bwMode="auto">
          <a:xfrm>
            <a:off x="1051706" y="3644823"/>
            <a:ext cx="396548" cy="39773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chemeClr val="accent1"/>
          </a:solidFill>
          <a:ln>
            <a:noFill/>
          </a:ln>
          <a:extLst/>
        </p:spPr>
        <p:txBody>
          <a:bodyPr lIns="68592" tIns="34296" rIns="68592" bIns="34296"/>
          <a:lstStyle/>
          <a:p>
            <a:endParaRPr lang="zh-CN" altLang="en-US">
              <a:solidFill>
                <a:schemeClr val="tx1">
                  <a:lumMod val="50000"/>
                  <a:lumOff val="50000"/>
                </a:schemeClr>
              </a:solidFill>
            </a:endParaRPr>
          </a:p>
        </p:txBody>
      </p:sp>
      <p:sp>
        <p:nvSpPr>
          <p:cNvPr id="21" name="Freeform 12"/>
          <p:cNvSpPr>
            <a:spLocks/>
          </p:cNvSpPr>
          <p:nvPr/>
        </p:nvSpPr>
        <p:spPr bwMode="auto">
          <a:xfrm flipH="1" flipV="1">
            <a:off x="7497976" y="4332268"/>
            <a:ext cx="396548" cy="39773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chemeClr val="accent2"/>
          </a:solidFill>
          <a:ln>
            <a:noFill/>
          </a:ln>
          <a:extLst/>
        </p:spPr>
        <p:txBody>
          <a:bodyPr lIns="68592" tIns="34296" rIns="68592" bIns="34296"/>
          <a:lstStyle/>
          <a:p>
            <a:endParaRPr lang="zh-CN" altLang="en-US">
              <a:solidFill>
                <a:schemeClr val="tx1">
                  <a:lumMod val="50000"/>
                  <a:lumOff val="50000"/>
                </a:schemeClr>
              </a:solidFill>
            </a:endParaRPr>
          </a:p>
        </p:txBody>
      </p:sp>
      <p:sp>
        <p:nvSpPr>
          <p:cNvPr id="22" name="TextBox 37"/>
          <p:cNvSpPr txBox="1"/>
          <p:nvPr/>
        </p:nvSpPr>
        <p:spPr>
          <a:xfrm>
            <a:off x="1321784" y="3880514"/>
            <a:ext cx="6410042" cy="699543"/>
          </a:xfrm>
          <a:prstGeom prst="rect">
            <a:avLst/>
          </a:prstGeom>
          <a:noFill/>
        </p:spPr>
        <p:txBody>
          <a:bodyPr wrap="square" lIns="68592" tIns="34296" rIns="68592" bIns="34296" rtlCol="0">
            <a:spAutoFit/>
          </a:bodyPr>
          <a:lstStyle/>
          <a:p>
            <a:pPr>
              <a:lnSpc>
                <a:spcPct val="130000"/>
              </a:lnSpc>
              <a:spcBef>
                <a:spcPct val="0"/>
              </a:spcBef>
            </a:pPr>
            <a:r>
              <a:rPr lang="zh-CN" altLang="en-US" sz="1050" dirty="0">
                <a:solidFill>
                  <a:schemeClr val="bg1">
                    <a:lumMod val="50000"/>
                  </a:schemeClr>
                </a:solidFill>
                <a:latin typeface="微软雅黑" panose="020B0503020204020204" pitchFamily="34" charset="-122"/>
                <a:ea typeface="微软雅黑" panose="020B0503020204020204" pitchFamily="34" charset="-122"/>
                <a:sym typeface="微软雅黑" pitchFamily="34" charset="-122"/>
              </a:rPr>
              <a:t>在此录入上述图表的综合描述说明，在此录入上述图表的上述图表的综合描述说明入。在此录入上述图表的综合描述说明，在此录入上述图表的上述图表的综合描述说明入。在此录入上述图表的综合描述说明，在此录入上述图表的上述图表的综合描述说明入。</a:t>
            </a:r>
          </a:p>
        </p:txBody>
      </p:sp>
      <p:pic>
        <p:nvPicPr>
          <p:cNvPr id="2" name="图片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137905" y="61236"/>
            <a:ext cx="979629" cy="909108"/>
          </a:xfrm>
          <a:prstGeom prst="rect">
            <a:avLst/>
          </a:prstGeom>
        </p:spPr>
      </p:pic>
    </p:spTree>
    <p:extLst>
      <p:ext uri="{BB962C8B-B14F-4D97-AF65-F5344CB8AC3E}">
        <p14:creationId xmlns:p14="http://schemas.microsoft.com/office/powerpoint/2010/main" val="2855032781"/>
      </p:ext>
    </p:extLst>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2" fill="hold" grpId="0" nodeType="after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right)">
                                      <p:cBhvr>
                                        <p:cTn id="12" dur="500"/>
                                        <p:tgtEl>
                                          <p:spTgt spid="11"/>
                                        </p:tgtEl>
                                      </p:cBhvr>
                                    </p:animEffect>
                                  </p:childTnLst>
                                </p:cTn>
                              </p:par>
                              <p:par>
                                <p:cTn id="13" presetID="14" presetClass="entr" presetSubtype="10" fill="hold" grpId="0" nodeType="withEffect">
                                  <p:stCondLst>
                                    <p:cond delay="500"/>
                                  </p:stCondLst>
                                  <p:childTnLst>
                                    <p:set>
                                      <p:cBhvr>
                                        <p:cTn id="14" dur="1" fill="hold">
                                          <p:stCondLst>
                                            <p:cond delay="0"/>
                                          </p:stCondLst>
                                        </p:cTn>
                                        <p:tgtEl>
                                          <p:spTgt spid="12"/>
                                        </p:tgtEl>
                                        <p:attrNameLst>
                                          <p:attrName>style.visibility</p:attrName>
                                        </p:attrNameLst>
                                      </p:cBhvr>
                                      <p:to>
                                        <p:strVal val="visible"/>
                                      </p:to>
                                    </p:set>
                                    <p:animEffect transition="in" filter="randombar(horizontal)">
                                      <p:cBhvr>
                                        <p:cTn id="15" dur="400"/>
                                        <p:tgtEl>
                                          <p:spTgt spid="12"/>
                                        </p:tgtEl>
                                      </p:cBhvr>
                                    </p:animEffect>
                                  </p:childTnLst>
                                </p:cTn>
                              </p:par>
                              <p:par>
                                <p:cTn id="16" presetID="14" presetClass="entr" presetSubtype="10" fill="hold" grpId="0" nodeType="withEffect">
                                  <p:stCondLst>
                                    <p:cond delay="500"/>
                                  </p:stCondLst>
                                  <p:childTnLst>
                                    <p:set>
                                      <p:cBhvr>
                                        <p:cTn id="17" dur="1" fill="hold">
                                          <p:stCondLst>
                                            <p:cond delay="0"/>
                                          </p:stCondLst>
                                        </p:cTn>
                                        <p:tgtEl>
                                          <p:spTgt spid="13"/>
                                        </p:tgtEl>
                                        <p:attrNameLst>
                                          <p:attrName>style.visibility</p:attrName>
                                        </p:attrNameLst>
                                      </p:cBhvr>
                                      <p:to>
                                        <p:strVal val="visible"/>
                                      </p:to>
                                    </p:set>
                                    <p:animEffect transition="in" filter="randombar(horizontal)">
                                      <p:cBhvr>
                                        <p:cTn id="18" dur="400"/>
                                        <p:tgtEl>
                                          <p:spTgt spid="13"/>
                                        </p:tgtEl>
                                      </p:cBhvr>
                                    </p:animEffect>
                                  </p:childTnLst>
                                </p:cTn>
                              </p:par>
                            </p:childTnLst>
                          </p:cTn>
                        </p:par>
                        <p:par>
                          <p:cTn id="19" fill="hold">
                            <p:stCondLst>
                              <p:cond delay="1400"/>
                            </p:stCondLst>
                            <p:childTnLst>
                              <p:par>
                                <p:cTn id="20" presetID="22" presetClass="entr" presetSubtype="2" fill="hold" grpId="0" nodeType="after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right)">
                                      <p:cBhvr>
                                        <p:cTn id="22" dur="500"/>
                                        <p:tgtEl>
                                          <p:spTgt spid="14"/>
                                        </p:tgtEl>
                                      </p:cBhvr>
                                    </p:animEffect>
                                  </p:childTnLst>
                                </p:cTn>
                              </p:par>
                              <p:par>
                                <p:cTn id="23" presetID="14" presetClass="entr" presetSubtype="10" fill="hold" grpId="0" nodeType="withEffect">
                                  <p:stCondLst>
                                    <p:cond delay="500"/>
                                  </p:stCondLst>
                                  <p:childTnLst>
                                    <p:set>
                                      <p:cBhvr>
                                        <p:cTn id="24" dur="1" fill="hold">
                                          <p:stCondLst>
                                            <p:cond delay="0"/>
                                          </p:stCondLst>
                                        </p:cTn>
                                        <p:tgtEl>
                                          <p:spTgt spid="15"/>
                                        </p:tgtEl>
                                        <p:attrNameLst>
                                          <p:attrName>style.visibility</p:attrName>
                                        </p:attrNameLst>
                                      </p:cBhvr>
                                      <p:to>
                                        <p:strVal val="visible"/>
                                      </p:to>
                                    </p:set>
                                    <p:animEffect transition="in" filter="randombar(horizontal)">
                                      <p:cBhvr>
                                        <p:cTn id="25" dur="400"/>
                                        <p:tgtEl>
                                          <p:spTgt spid="15"/>
                                        </p:tgtEl>
                                      </p:cBhvr>
                                    </p:animEffect>
                                  </p:childTnLst>
                                </p:cTn>
                              </p:par>
                              <p:par>
                                <p:cTn id="26" presetID="14" presetClass="entr" presetSubtype="10" fill="hold" grpId="0" nodeType="withEffect">
                                  <p:stCondLst>
                                    <p:cond delay="500"/>
                                  </p:stCondLst>
                                  <p:childTnLst>
                                    <p:set>
                                      <p:cBhvr>
                                        <p:cTn id="27" dur="1" fill="hold">
                                          <p:stCondLst>
                                            <p:cond delay="0"/>
                                          </p:stCondLst>
                                        </p:cTn>
                                        <p:tgtEl>
                                          <p:spTgt spid="16"/>
                                        </p:tgtEl>
                                        <p:attrNameLst>
                                          <p:attrName>style.visibility</p:attrName>
                                        </p:attrNameLst>
                                      </p:cBhvr>
                                      <p:to>
                                        <p:strVal val="visible"/>
                                      </p:to>
                                    </p:set>
                                    <p:animEffect transition="in" filter="randombar(horizontal)">
                                      <p:cBhvr>
                                        <p:cTn id="28" dur="400"/>
                                        <p:tgtEl>
                                          <p:spTgt spid="16"/>
                                        </p:tgtEl>
                                      </p:cBhvr>
                                    </p:animEffect>
                                  </p:childTnLst>
                                </p:cTn>
                              </p:par>
                            </p:childTnLst>
                          </p:cTn>
                        </p:par>
                        <p:par>
                          <p:cTn id="29" fill="hold">
                            <p:stCondLst>
                              <p:cond delay="2300"/>
                            </p:stCondLst>
                            <p:childTnLst>
                              <p:par>
                                <p:cTn id="30" presetID="22" presetClass="entr" presetSubtype="2" fill="hold" grpId="0" nodeType="after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wipe(right)">
                                      <p:cBhvr>
                                        <p:cTn id="32" dur="500"/>
                                        <p:tgtEl>
                                          <p:spTgt spid="17"/>
                                        </p:tgtEl>
                                      </p:cBhvr>
                                    </p:animEffect>
                                  </p:childTnLst>
                                </p:cTn>
                              </p:par>
                              <p:par>
                                <p:cTn id="33" presetID="14" presetClass="entr" presetSubtype="10" fill="hold" grpId="0" nodeType="withEffect">
                                  <p:stCondLst>
                                    <p:cond delay="500"/>
                                  </p:stCondLst>
                                  <p:childTnLst>
                                    <p:set>
                                      <p:cBhvr>
                                        <p:cTn id="34" dur="1" fill="hold">
                                          <p:stCondLst>
                                            <p:cond delay="0"/>
                                          </p:stCondLst>
                                        </p:cTn>
                                        <p:tgtEl>
                                          <p:spTgt spid="18"/>
                                        </p:tgtEl>
                                        <p:attrNameLst>
                                          <p:attrName>style.visibility</p:attrName>
                                        </p:attrNameLst>
                                      </p:cBhvr>
                                      <p:to>
                                        <p:strVal val="visible"/>
                                      </p:to>
                                    </p:set>
                                    <p:animEffect transition="in" filter="randombar(horizontal)">
                                      <p:cBhvr>
                                        <p:cTn id="35" dur="400"/>
                                        <p:tgtEl>
                                          <p:spTgt spid="18"/>
                                        </p:tgtEl>
                                      </p:cBhvr>
                                    </p:animEffect>
                                  </p:childTnLst>
                                </p:cTn>
                              </p:par>
                              <p:par>
                                <p:cTn id="36" presetID="14" presetClass="entr" presetSubtype="10" fill="hold" grpId="0" nodeType="withEffect">
                                  <p:stCondLst>
                                    <p:cond delay="500"/>
                                  </p:stCondLst>
                                  <p:childTnLst>
                                    <p:set>
                                      <p:cBhvr>
                                        <p:cTn id="37" dur="1" fill="hold">
                                          <p:stCondLst>
                                            <p:cond delay="0"/>
                                          </p:stCondLst>
                                        </p:cTn>
                                        <p:tgtEl>
                                          <p:spTgt spid="19"/>
                                        </p:tgtEl>
                                        <p:attrNameLst>
                                          <p:attrName>style.visibility</p:attrName>
                                        </p:attrNameLst>
                                      </p:cBhvr>
                                      <p:to>
                                        <p:strVal val="visible"/>
                                      </p:to>
                                    </p:set>
                                    <p:animEffect transition="in" filter="randombar(horizontal)">
                                      <p:cBhvr>
                                        <p:cTn id="38" dur="400"/>
                                        <p:tgtEl>
                                          <p:spTgt spid="19"/>
                                        </p:tgtEl>
                                      </p:cBhvr>
                                    </p:animEffect>
                                  </p:childTnLst>
                                </p:cTn>
                              </p:par>
                            </p:childTnLst>
                          </p:cTn>
                        </p:par>
                        <p:par>
                          <p:cTn id="39" fill="hold">
                            <p:stCondLst>
                              <p:cond delay="3200"/>
                            </p:stCondLst>
                            <p:childTnLst>
                              <p:par>
                                <p:cTn id="40" presetID="1" presetClass="entr" presetSubtype="0" fill="hold" grpId="0" nodeType="afterEffect">
                                  <p:stCondLst>
                                    <p:cond delay="0"/>
                                  </p:stCondLst>
                                  <p:childTnLst>
                                    <p:set>
                                      <p:cBhvr>
                                        <p:cTn id="41" dur="1" fill="hold">
                                          <p:stCondLst>
                                            <p:cond delay="0"/>
                                          </p:stCondLst>
                                        </p:cTn>
                                        <p:tgtEl>
                                          <p:spTgt spid="20"/>
                                        </p:tgtEl>
                                        <p:attrNameLst>
                                          <p:attrName>style.visibility</p:attrName>
                                        </p:attrNameLst>
                                      </p:cBhvr>
                                      <p:to>
                                        <p:strVal val="visible"/>
                                      </p:to>
                                    </p:set>
                                  </p:childTnLst>
                                </p:cTn>
                              </p:par>
                              <p:par>
                                <p:cTn id="42" presetID="35" presetClass="path" presetSubtype="0" accel="50000" decel="50000" fill="hold" grpId="1" nodeType="withEffect">
                                  <p:stCondLst>
                                    <p:cond delay="0"/>
                                  </p:stCondLst>
                                  <p:childTnLst>
                                    <p:animMotion origin="layout" path="M 1.45833E-6 -7.40741E-7 L 0.3668 0.15278 " pathEditMode="relative" rAng="0" ptsTypes="AA">
                                      <p:cBhvr>
                                        <p:cTn id="43" dur="500" spd="-99900" fill="hold"/>
                                        <p:tgtEl>
                                          <p:spTgt spid="20"/>
                                        </p:tgtEl>
                                        <p:attrNameLst>
                                          <p:attrName>ppt_x,ppt_y</p:attrName>
                                        </p:attrNameLst>
                                      </p:cBhvr>
                                      <p:rCtr x="18333" y="7639"/>
                                    </p:animMotion>
                                  </p:childTnLst>
                                </p:cTn>
                              </p:par>
                              <p:par>
                                <p:cTn id="44" presetID="1" presetClass="entr" presetSubtype="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childTnLst>
                                </p:cTn>
                              </p:par>
                              <p:par>
                                <p:cTn id="46" presetID="35" presetClass="path" presetSubtype="0" accel="50000" decel="50000" fill="hold" grpId="1" nodeType="withEffect">
                                  <p:stCondLst>
                                    <p:cond delay="0"/>
                                  </p:stCondLst>
                                  <p:childTnLst>
                                    <p:animMotion origin="layout" path="M 3.75E-6 2.96296E-6 L -0.39493 -0.11019 " pathEditMode="relative" rAng="0" ptsTypes="AA">
                                      <p:cBhvr>
                                        <p:cTn id="47" dur="500" spd="-99900" fill="hold"/>
                                        <p:tgtEl>
                                          <p:spTgt spid="21"/>
                                        </p:tgtEl>
                                        <p:attrNameLst>
                                          <p:attrName>ppt_x,ppt_y</p:attrName>
                                        </p:attrNameLst>
                                      </p:cBhvr>
                                      <p:rCtr x="-19753" y="-5509"/>
                                    </p:animMotion>
                                  </p:childTnLst>
                                </p:cTn>
                              </p:par>
                            </p:childTnLst>
                          </p:cTn>
                        </p:par>
                        <p:par>
                          <p:cTn id="48" fill="hold">
                            <p:stCondLst>
                              <p:cond delay="3700"/>
                            </p:stCondLst>
                            <p:childTnLst>
                              <p:par>
                                <p:cTn id="49" presetID="18" presetClass="entr" presetSubtype="3" fill="hold" grpId="0" nodeType="after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strips(upRight)">
                                      <p:cBhvr>
                                        <p:cTn id="51" dur="5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wipe(left)">
                                      <p:cBhvr>
                                        <p:cTn id="56" dur="50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wipe(left)">
                                      <p:cBhvr>
                                        <p:cTn id="61" dur="500"/>
                                        <p:tgtEl>
                                          <p:spTgt spid="24"/>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wipe(left)">
                                      <p:cBhvr>
                                        <p:cTn id="66" dur="500"/>
                                        <p:tgtEl>
                                          <p:spTgt spid="25"/>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wipe(left)">
                                      <p:cBhvr>
                                        <p:cTn id="7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5" grpId="0" animBg="1"/>
      <p:bldP spid="23" grpId="0" animBg="1"/>
      <p:bldP spid="24" grpId="0" animBg="1"/>
      <p:bldP spid="10" grpId="0" animBg="1"/>
      <p:bldP spid="11" grpId="0" animBg="1"/>
      <p:bldP spid="12" grpId="0"/>
      <p:bldP spid="13" grpId="0"/>
      <p:bldP spid="14" grpId="0" animBg="1"/>
      <p:bldP spid="15" grpId="0"/>
      <p:bldP spid="16" grpId="0"/>
      <p:bldP spid="17" grpId="0" animBg="1"/>
      <p:bldP spid="18" grpId="0"/>
      <p:bldP spid="19" grpId="0"/>
      <p:bldP spid="20" grpId="0" animBg="1"/>
      <p:bldP spid="20" grpId="1" animBg="1"/>
      <p:bldP spid="21" grpId="0" animBg="1"/>
      <p:bldP spid="21" grpId="1" animBg="1"/>
      <p:bldP spid="2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a:extLst>
              <a:ext uri="{FF2B5EF4-FFF2-40B4-BE49-F238E27FC236}">
                <a16:creationId xmlns:a16="http://schemas.microsoft.com/office/drawing/2014/main" xmlns="" id="{6B58B6B0-6D3D-4D98-9165-ED44145B8325}"/>
              </a:ext>
            </a:extLst>
          </p:cNvPr>
          <p:cNvSpPr/>
          <p:nvPr/>
        </p:nvSpPr>
        <p:spPr>
          <a:xfrm rot="1400643">
            <a:off x="8032497" y="2812718"/>
            <a:ext cx="3937789" cy="930461"/>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矩形 24">
            <a:extLst>
              <a:ext uri="{FF2B5EF4-FFF2-40B4-BE49-F238E27FC236}">
                <a16:creationId xmlns:a16="http://schemas.microsoft.com/office/drawing/2014/main" xmlns="" id="{75DFF86F-5A33-41BB-B242-48ED7D4CBBEE}"/>
              </a:ext>
            </a:extLst>
          </p:cNvPr>
          <p:cNvSpPr/>
          <p:nvPr/>
        </p:nvSpPr>
        <p:spPr>
          <a:xfrm rot="1400643">
            <a:off x="6305356" y="2741335"/>
            <a:ext cx="3937789" cy="930461"/>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矩形 23">
            <a:extLst>
              <a:ext uri="{FF2B5EF4-FFF2-40B4-BE49-F238E27FC236}">
                <a16:creationId xmlns:a16="http://schemas.microsoft.com/office/drawing/2014/main" xmlns="" id="{8112A94C-483E-4013-A91C-48FBEB9BA726}"/>
              </a:ext>
            </a:extLst>
          </p:cNvPr>
          <p:cNvSpPr/>
          <p:nvPr/>
        </p:nvSpPr>
        <p:spPr>
          <a:xfrm rot="1400643">
            <a:off x="4554947" y="2526897"/>
            <a:ext cx="3937789" cy="1510230"/>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22">
            <a:extLst>
              <a:ext uri="{FF2B5EF4-FFF2-40B4-BE49-F238E27FC236}">
                <a16:creationId xmlns:a16="http://schemas.microsoft.com/office/drawing/2014/main" xmlns="" id="{7B741EC2-7AD4-4CF3-8827-220787A86D26}"/>
              </a:ext>
            </a:extLst>
          </p:cNvPr>
          <p:cNvSpPr/>
          <p:nvPr/>
        </p:nvSpPr>
        <p:spPr>
          <a:xfrm rot="1400643">
            <a:off x="2561508" y="2741335"/>
            <a:ext cx="3937789" cy="930461"/>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矩形 21">
            <a:extLst>
              <a:ext uri="{FF2B5EF4-FFF2-40B4-BE49-F238E27FC236}">
                <a16:creationId xmlns:a16="http://schemas.microsoft.com/office/drawing/2014/main" xmlns="" id="{063BABF2-BE03-4B1A-B05B-0535D5047A01}"/>
              </a:ext>
            </a:extLst>
          </p:cNvPr>
          <p:cNvSpPr/>
          <p:nvPr/>
        </p:nvSpPr>
        <p:spPr>
          <a:xfrm rot="1400643">
            <a:off x="761533" y="2680717"/>
            <a:ext cx="3937789" cy="930461"/>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直接连接符 24"/>
          <p:cNvSpPr>
            <a:spLocks noChangeShapeType="1"/>
          </p:cNvSpPr>
          <p:nvPr/>
        </p:nvSpPr>
        <p:spPr bwMode="auto">
          <a:xfrm>
            <a:off x="851556" y="2450512"/>
            <a:ext cx="7590159" cy="1191"/>
          </a:xfrm>
          <a:prstGeom prst="line">
            <a:avLst/>
          </a:prstGeom>
          <a:noFill/>
          <a:ln w="28575">
            <a:solidFill>
              <a:schemeClr val="bg1">
                <a:lumMod val="75000"/>
              </a:schemeClr>
            </a:solidFill>
            <a:prstDash val="sysDash"/>
            <a:miter lim="800000"/>
            <a:headEnd/>
            <a:tailEnd/>
          </a:ln>
          <a:extLst>
            <a:ext uri="{909E8E84-426E-40DD-AFC4-6F175D3DCCD1}">
              <a14:hiddenFill xmlns:a14="http://schemas.microsoft.com/office/drawing/2010/main">
                <a:noFill/>
              </a14:hiddenFill>
            </a:ext>
          </a:extLst>
        </p:spPr>
        <p:txBody>
          <a:bodyPr lIns="68583" tIns="34291" rIns="68583" bIns="34291"/>
          <a:lstStyle/>
          <a:p>
            <a:endParaRPr lang="zh-CN" altLang="en-US"/>
          </a:p>
        </p:txBody>
      </p:sp>
      <p:sp>
        <p:nvSpPr>
          <p:cNvPr id="6" name="椭圆 2"/>
          <p:cNvSpPr>
            <a:spLocks noChangeArrowheads="1"/>
          </p:cNvSpPr>
          <p:nvPr/>
        </p:nvSpPr>
        <p:spPr bwMode="auto">
          <a:xfrm>
            <a:off x="3805204" y="1648078"/>
            <a:ext cx="1539945" cy="1539389"/>
          </a:xfrm>
          <a:prstGeom prst="ellipse">
            <a:avLst/>
          </a:prstGeom>
          <a:solidFill>
            <a:schemeClr val="accent3"/>
          </a:solidFill>
          <a:ln>
            <a:noFill/>
          </a:ln>
        </p:spPr>
        <p:txBody>
          <a:bodyPr lIns="68583" tIns="34291" rIns="68583" bIns="34291" anchor="ctr"/>
          <a:lstStyle/>
          <a:p>
            <a:pPr algn="ctr" eaLnBrk="1" hangingPunct="1">
              <a:buFont typeface="Arial" charset="0"/>
              <a:buNone/>
            </a:pPr>
            <a:endParaRPr lang="zh-CN" altLang="en-US">
              <a:solidFill>
                <a:srgbClr val="FFFFFF"/>
              </a:solidFill>
              <a:latin typeface="宋体" charset="-122"/>
              <a:sym typeface="宋体" charset="-122"/>
            </a:endParaRPr>
          </a:p>
        </p:txBody>
      </p:sp>
      <p:sp>
        <p:nvSpPr>
          <p:cNvPr id="7" name="椭圆 3"/>
          <p:cNvSpPr>
            <a:spLocks noChangeArrowheads="1"/>
          </p:cNvSpPr>
          <p:nvPr/>
        </p:nvSpPr>
        <p:spPr bwMode="auto">
          <a:xfrm>
            <a:off x="2189035" y="1919524"/>
            <a:ext cx="981373" cy="981018"/>
          </a:xfrm>
          <a:prstGeom prst="ellipse">
            <a:avLst/>
          </a:prstGeom>
          <a:solidFill>
            <a:schemeClr val="accent2"/>
          </a:solidFill>
          <a:ln>
            <a:noFill/>
          </a:ln>
        </p:spPr>
        <p:txBody>
          <a:bodyPr lIns="68583" tIns="34291" rIns="68583" bIns="34291" anchor="ctr"/>
          <a:lstStyle/>
          <a:p>
            <a:pPr algn="ctr" eaLnBrk="1" hangingPunct="1">
              <a:buFont typeface="Arial" charset="0"/>
              <a:buNone/>
            </a:pPr>
            <a:endParaRPr lang="zh-CN" altLang="en-US">
              <a:solidFill>
                <a:srgbClr val="FFFFFF"/>
              </a:solidFill>
              <a:latin typeface="宋体" charset="-122"/>
              <a:sym typeface="宋体" charset="-122"/>
            </a:endParaRPr>
          </a:p>
        </p:txBody>
      </p:sp>
      <p:sp>
        <p:nvSpPr>
          <p:cNvPr id="9" name="椭圆 4"/>
          <p:cNvSpPr>
            <a:spLocks noChangeArrowheads="1"/>
          </p:cNvSpPr>
          <p:nvPr/>
        </p:nvSpPr>
        <p:spPr bwMode="auto">
          <a:xfrm>
            <a:off x="577630" y="1927858"/>
            <a:ext cx="981373" cy="981018"/>
          </a:xfrm>
          <a:prstGeom prst="ellipse">
            <a:avLst/>
          </a:prstGeom>
          <a:solidFill>
            <a:schemeClr val="accent1"/>
          </a:solidFill>
          <a:ln>
            <a:noFill/>
          </a:ln>
        </p:spPr>
        <p:txBody>
          <a:bodyPr lIns="68583" tIns="34291" rIns="68583" bIns="34291" anchor="ctr"/>
          <a:lstStyle/>
          <a:p>
            <a:pPr algn="ctr" eaLnBrk="1" hangingPunct="1">
              <a:buFont typeface="Arial" charset="0"/>
              <a:buNone/>
            </a:pPr>
            <a:endParaRPr lang="zh-CN" altLang="en-US">
              <a:solidFill>
                <a:srgbClr val="FFFFFF"/>
              </a:solidFill>
              <a:latin typeface="宋体" charset="-122"/>
              <a:sym typeface="宋体" charset="-122"/>
            </a:endParaRPr>
          </a:p>
        </p:txBody>
      </p:sp>
      <p:sp>
        <p:nvSpPr>
          <p:cNvPr id="10" name="椭圆 5"/>
          <p:cNvSpPr>
            <a:spLocks noChangeArrowheads="1"/>
          </p:cNvSpPr>
          <p:nvPr/>
        </p:nvSpPr>
        <p:spPr bwMode="auto">
          <a:xfrm>
            <a:off x="5977564" y="1926667"/>
            <a:ext cx="981373" cy="981018"/>
          </a:xfrm>
          <a:prstGeom prst="ellipse">
            <a:avLst/>
          </a:prstGeom>
          <a:solidFill>
            <a:schemeClr val="accent4"/>
          </a:solidFill>
          <a:ln>
            <a:noFill/>
          </a:ln>
        </p:spPr>
        <p:txBody>
          <a:bodyPr lIns="68583" tIns="34291" rIns="68583" bIns="34291" anchor="ctr"/>
          <a:lstStyle/>
          <a:p>
            <a:pPr algn="ctr" eaLnBrk="1" hangingPunct="1">
              <a:buFont typeface="Arial" charset="0"/>
              <a:buNone/>
            </a:pPr>
            <a:endParaRPr lang="zh-CN" altLang="en-US">
              <a:solidFill>
                <a:srgbClr val="FFFFFF"/>
              </a:solidFill>
              <a:latin typeface="宋体" charset="-122"/>
              <a:sym typeface="宋体" charset="-122"/>
            </a:endParaRPr>
          </a:p>
        </p:txBody>
      </p:sp>
      <p:sp>
        <p:nvSpPr>
          <p:cNvPr id="11" name="椭圆 6"/>
          <p:cNvSpPr>
            <a:spLocks noChangeArrowheads="1"/>
          </p:cNvSpPr>
          <p:nvPr/>
        </p:nvSpPr>
        <p:spPr bwMode="auto">
          <a:xfrm>
            <a:off x="7590159" y="1927858"/>
            <a:ext cx="981373" cy="981018"/>
          </a:xfrm>
          <a:prstGeom prst="ellipse">
            <a:avLst/>
          </a:prstGeom>
          <a:solidFill>
            <a:schemeClr val="accent2"/>
          </a:solidFill>
          <a:ln>
            <a:noFill/>
          </a:ln>
        </p:spPr>
        <p:txBody>
          <a:bodyPr lIns="68583" tIns="34291" rIns="68583" bIns="34291" anchor="ctr"/>
          <a:lstStyle/>
          <a:p>
            <a:pPr algn="ctr" eaLnBrk="1" hangingPunct="1">
              <a:buFont typeface="Arial" charset="0"/>
              <a:buNone/>
            </a:pPr>
            <a:endParaRPr lang="zh-CN" altLang="en-US">
              <a:solidFill>
                <a:srgbClr val="FFFFFF"/>
              </a:solidFill>
              <a:latin typeface="宋体" charset="-122"/>
              <a:sym typeface="宋体" charset="-122"/>
            </a:endParaRPr>
          </a:p>
        </p:txBody>
      </p:sp>
      <p:sp>
        <p:nvSpPr>
          <p:cNvPr id="12" name="文本框 13"/>
          <p:cNvSpPr>
            <a:spLocks noChangeArrowheads="1"/>
          </p:cNvSpPr>
          <p:nvPr/>
        </p:nvSpPr>
        <p:spPr bwMode="auto">
          <a:xfrm>
            <a:off x="323949" y="3429149"/>
            <a:ext cx="1447873" cy="900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3" tIns="34291" rIns="68583" bIns="34291">
            <a:spAutoFit/>
          </a:bodyPr>
          <a:lstStyle/>
          <a:p>
            <a:pPr eaLnBrk="1" hangingPunct="1">
              <a:buFont typeface="Arial" charset="0"/>
              <a:buNone/>
            </a:pPr>
            <a:r>
              <a:rPr lang="en-US" altLang="zh-CN" dirty="0">
                <a:solidFill>
                  <a:schemeClr val="bg1">
                    <a:lumMod val="50000"/>
                  </a:schemeClr>
                </a:solidFill>
                <a:latin typeface="Calibri" pitchFamily="34" charset="0"/>
                <a:sym typeface="Calibri" pitchFamily="34" charset="0"/>
              </a:rPr>
              <a:t>  YOUR  TITLE</a:t>
            </a:r>
          </a:p>
          <a:p>
            <a:pPr eaLnBrk="1" hangingPunct="1">
              <a:buFont typeface="Arial" charset="0"/>
              <a:buNone/>
            </a:pPr>
            <a:r>
              <a:rPr lang="en-US" altLang="zh-CN" sz="1200" dirty="0">
                <a:solidFill>
                  <a:schemeClr val="bg1">
                    <a:lumMod val="50000"/>
                  </a:schemeClr>
                </a:solidFill>
                <a:sym typeface="Calibri" pitchFamily="34" charset="0"/>
              </a:rPr>
              <a:t>Click here to add you</a:t>
            </a:r>
            <a:endParaRPr lang="zh-CN" altLang="en-US" sz="1200" dirty="0">
              <a:solidFill>
                <a:schemeClr val="bg1">
                  <a:lumMod val="50000"/>
                </a:schemeClr>
              </a:solidFill>
              <a:sym typeface="Calibri" pitchFamily="34" charset="0"/>
            </a:endParaRPr>
          </a:p>
          <a:p>
            <a:pPr eaLnBrk="1" hangingPunct="1">
              <a:buFont typeface="Arial" charset="0"/>
              <a:buNone/>
            </a:pPr>
            <a:r>
              <a:rPr lang="en-US" altLang="zh-CN" sz="1200" dirty="0">
                <a:solidFill>
                  <a:schemeClr val="bg1">
                    <a:lumMod val="50000"/>
                  </a:schemeClr>
                </a:solidFill>
                <a:sym typeface="Calibri" pitchFamily="34" charset="0"/>
              </a:rPr>
              <a:t> to the  center of the</a:t>
            </a:r>
            <a:endParaRPr lang="zh-CN" altLang="en-US" sz="1200" dirty="0">
              <a:solidFill>
                <a:schemeClr val="bg1">
                  <a:lumMod val="50000"/>
                </a:schemeClr>
              </a:solidFill>
              <a:sym typeface="Calibri" pitchFamily="34" charset="0"/>
            </a:endParaRPr>
          </a:p>
          <a:p>
            <a:pPr eaLnBrk="1" hangingPunct="1">
              <a:buFont typeface="Arial" charset="0"/>
              <a:buNone/>
            </a:pPr>
            <a:r>
              <a:rPr lang="en-US" altLang="zh-CN" sz="1200" dirty="0">
                <a:solidFill>
                  <a:schemeClr val="bg1">
                    <a:lumMod val="50000"/>
                  </a:schemeClr>
                </a:solidFill>
                <a:sym typeface="Calibri" pitchFamily="34" charset="0"/>
              </a:rPr>
              <a:t> narrative thought</a:t>
            </a:r>
            <a:endParaRPr lang="zh-CN" altLang="en-US" sz="1200" dirty="0">
              <a:solidFill>
                <a:schemeClr val="bg1">
                  <a:lumMod val="50000"/>
                </a:schemeClr>
              </a:solidFill>
              <a:sym typeface="Calibri" pitchFamily="34" charset="0"/>
            </a:endParaRPr>
          </a:p>
        </p:txBody>
      </p:sp>
      <p:sp>
        <p:nvSpPr>
          <p:cNvPr id="13" name="文本框 14"/>
          <p:cNvSpPr>
            <a:spLocks noChangeArrowheads="1"/>
          </p:cNvSpPr>
          <p:nvPr/>
        </p:nvSpPr>
        <p:spPr bwMode="auto">
          <a:xfrm>
            <a:off x="1950837" y="3416054"/>
            <a:ext cx="1447873" cy="900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3" tIns="34291" rIns="68583" bIns="34291">
            <a:spAutoFit/>
          </a:bodyPr>
          <a:lstStyle/>
          <a:p>
            <a:pPr eaLnBrk="1" hangingPunct="1">
              <a:buFont typeface="Arial" charset="0"/>
              <a:buNone/>
            </a:pPr>
            <a:r>
              <a:rPr lang="en-US" altLang="zh-CN" dirty="0">
                <a:solidFill>
                  <a:schemeClr val="bg1">
                    <a:lumMod val="50000"/>
                  </a:schemeClr>
                </a:solidFill>
                <a:latin typeface="Calibri" pitchFamily="34" charset="0"/>
                <a:sym typeface="Calibri" pitchFamily="34" charset="0"/>
              </a:rPr>
              <a:t>  YOUR  TITLE</a:t>
            </a:r>
          </a:p>
          <a:p>
            <a:pPr eaLnBrk="1" hangingPunct="1">
              <a:buFont typeface="Arial" charset="0"/>
              <a:buNone/>
            </a:pPr>
            <a:r>
              <a:rPr lang="en-US" altLang="zh-CN" sz="1200" dirty="0">
                <a:solidFill>
                  <a:schemeClr val="bg1">
                    <a:lumMod val="50000"/>
                  </a:schemeClr>
                </a:solidFill>
                <a:sym typeface="Calibri" pitchFamily="34" charset="0"/>
              </a:rPr>
              <a:t>Click here to add you</a:t>
            </a:r>
            <a:endParaRPr lang="zh-CN" altLang="en-US" sz="1200" dirty="0">
              <a:solidFill>
                <a:schemeClr val="bg1">
                  <a:lumMod val="50000"/>
                </a:schemeClr>
              </a:solidFill>
              <a:sym typeface="Calibri" pitchFamily="34" charset="0"/>
            </a:endParaRPr>
          </a:p>
          <a:p>
            <a:pPr eaLnBrk="1" hangingPunct="1">
              <a:buFont typeface="Arial" charset="0"/>
              <a:buNone/>
            </a:pPr>
            <a:r>
              <a:rPr lang="en-US" altLang="zh-CN" sz="1200" dirty="0">
                <a:solidFill>
                  <a:schemeClr val="bg1">
                    <a:lumMod val="50000"/>
                  </a:schemeClr>
                </a:solidFill>
                <a:sym typeface="Calibri" pitchFamily="34" charset="0"/>
              </a:rPr>
              <a:t> to the  center of the</a:t>
            </a:r>
            <a:endParaRPr lang="zh-CN" altLang="en-US" sz="1200" dirty="0">
              <a:solidFill>
                <a:schemeClr val="bg1">
                  <a:lumMod val="50000"/>
                </a:schemeClr>
              </a:solidFill>
              <a:sym typeface="Calibri" pitchFamily="34" charset="0"/>
            </a:endParaRPr>
          </a:p>
          <a:p>
            <a:pPr eaLnBrk="1" hangingPunct="1">
              <a:buFont typeface="Arial" charset="0"/>
              <a:buNone/>
            </a:pPr>
            <a:r>
              <a:rPr lang="en-US" altLang="zh-CN" sz="1200" dirty="0">
                <a:solidFill>
                  <a:schemeClr val="bg1">
                    <a:lumMod val="50000"/>
                  </a:schemeClr>
                </a:solidFill>
                <a:sym typeface="Calibri" pitchFamily="34" charset="0"/>
              </a:rPr>
              <a:t> narrative thought</a:t>
            </a:r>
            <a:endParaRPr lang="zh-CN" altLang="en-US" sz="1200" dirty="0">
              <a:solidFill>
                <a:schemeClr val="bg1">
                  <a:lumMod val="50000"/>
                </a:schemeClr>
              </a:solidFill>
              <a:sym typeface="Calibri" pitchFamily="34" charset="0"/>
            </a:endParaRPr>
          </a:p>
        </p:txBody>
      </p:sp>
      <p:sp>
        <p:nvSpPr>
          <p:cNvPr id="14" name="文本框 15"/>
          <p:cNvSpPr>
            <a:spLocks noChangeArrowheads="1"/>
          </p:cNvSpPr>
          <p:nvPr/>
        </p:nvSpPr>
        <p:spPr bwMode="auto">
          <a:xfrm>
            <a:off x="5746512" y="3405338"/>
            <a:ext cx="1447873" cy="900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3" tIns="34291" rIns="68583" bIns="34291">
            <a:spAutoFit/>
          </a:bodyPr>
          <a:lstStyle/>
          <a:p>
            <a:pPr eaLnBrk="1" hangingPunct="1">
              <a:buFont typeface="Arial" charset="0"/>
              <a:buNone/>
            </a:pPr>
            <a:r>
              <a:rPr lang="en-US" altLang="zh-CN" dirty="0">
                <a:solidFill>
                  <a:schemeClr val="bg1">
                    <a:lumMod val="50000"/>
                  </a:schemeClr>
                </a:solidFill>
                <a:latin typeface="Calibri" pitchFamily="34" charset="0"/>
                <a:sym typeface="Calibri" pitchFamily="34" charset="0"/>
              </a:rPr>
              <a:t>  YOUR  TITLE</a:t>
            </a:r>
          </a:p>
          <a:p>
            <a:pPr eaLnBrk="1" hangingPunct="1">
              <a:buFont typeface="Arial" charset="0"/>
              <a:buNone/>
            </a:pPr>
            <a:r>
              <a:rPr lang="en-US" altLang="zh-CN" sz="1200" dirty="0">
                <a:solidFill>
                  <a:schemeClr val="bg1">
                    <a:lumMod val="50000"/>
                  </a:schemeClr>
                </a:solidFill>
                <a:sym typeface="Calibri" pitchFamily="34" charset="0"/>
              </a:rPr>
              <a:t>Click here to add you</a:t>
            </a:r>
            <a:endParaRPr lang="zh-CN" altLang="en-US" sz="1200" dirty="0">
              <a:solidFill>
                <a:schemeClr val="bg1">
                  <a:lumMod val="50000"/>
                </a:schemeClr>
              </a:solidFill>
              <a:sym typeface="Calibri" pitchFamily="34" charset="0"/>
            </a:endParaRPr>
          </a:p>
          <a:p>
            <a:pPr eaLnBrk="1" hangingPunct="1">
              <a:buFont typeface="Arial" charset="0"/>
              <a:buNone/>
            </a:pPr>
            <a:r>
              <a:rPr lang="en-US" altLang="zh-CN" sz="1200" dirty="0">
                <a:solidFill>
                  <a:schemeClr val="bg1">
                    <a:lumMod val="50000"/>
                  </a:schemeClr>
                </a:solidFill>
                <a:sym typeface="Calibri" pitchFamily="34" charset="0"/>
              </a:rPr>
              <a:t> to the  center of the</a:t>
            </a:r>
            <a:endParaRPr lang="zh-CN" altLang="en-US" sz="1200" dirty="0">
              <a:solidFill>
                <a:schemeClr val="bg1">
                  <a:lumMod val="50000"/>
                </a:schemeClr>
              </a:solidFill>
              <a:sym typeface="Calibri" pitchFamily="34" charset="0"/>
            </a:endParaRPr>
          </a:p>
          <a:p>
            <a:pPr eaLnBrk="1" hangingPunct="1">
              <a:buFont typeface="Arial" charset="0"/>
              <a:buNone/>
            </a:pPr>
            <a:r>
              <a:rPr lang="en-US" altLang="zh-CN" sz="1200" dirty="0">
                <a:solidFill>
                  <a:schemeClr val="bg1">
                    <a:lumMod val="50000"/>
                  </a:schemeClr>
                </a:solidFill>
                <a:sym typeface="Calibri" pitchFamily="34" charset="0"/>
              </a:rPr>
              <a:t> narrative thought</a:t>
            </a:r>
            <a:endParaRPr lang="zh-CN" altLang="en-US" sz="1200" dirty="0">
              <a:solidFill>
                <a:schemeClr val="bg1">
                  <a:lumMod val="50000"/>
                </a:schemeClr>
              </a:solidFill>
              <a:sym typeface="Calibri" pitchFamily="34" charset="0"/>
            </a:endParaRPr>
          </a:p>
        </p:txBody>
      </p:sp>
      <p:sp>
        <p:nvSpPr>
          <p:cNvPr id="15" name="文本框 16"/>
          <p:cNvSpPr>
            <a:spLocks noChangeArrowheads="1"/>
          </p:cNvSpPr>
          <p:nvPr/>
        </p:nvSpPr>
        <p:spPr bwMode="auto">
          <a:xfrm>
            <a:off x="7340053" y="3416054"/>
            <a:ext cx="1447873" cy="900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3" tIns="34291" rIns="68583" bIns="34291">
            <a:spAutoFit/>
          </a:bodyPr>
          <a:lstStyle/>
          <a:p>
            <a:pPr eaLnBrk="1" hangingPunct="1">
              <a:buFont typeface="Arial" charset="0"/>
              <a:buNone/>
            </a:pPr>
            <a:r>
              <a:rPr lang="en-US" altLang="zh-CN" dirty="0">
                <a:solidFill>
                  <a:schemeClr val="bg1">
                    <a:lumMod val="50000"/>
                  </a:schemeClr>
                </a:solidFill>
                <a:latin typeface="Calibri" pitchFamily="34" charset="0"/>
                <a:sym typeface="Calibri" pitchFamily="34" charset="0"/>
              </a:rPr>
              <a:t>  YOUR  TITLE</a:t>
            </a:r>
          </a:p>
          <a:p>
            <a:pPr eaLnBrk="1" hangingPunct="1">
              <a:buFont typeface="Arial" charset="0"/>
              <a:buNone/>
            </a:pPr>
            <a:r>
              <a:rPr lang="en-US" altLang="zh-CN" sz="1200" dirty="0">
                <a:solidFill>
                  <a:schemeClr val="bg1">
                    <a:lumMod val="50000"/>
                  </a:schemeClr>
                </a:solidFill>
                <a:sym typeface="Calibri" pitchFamily="34" charset="0"/>
              </a:rPr>
              <a:t>Click here to add you</a:t>
            </a:r>
            <a:endParaRPr lang="zh-CN" altLang="en-US" sz="1200" dirty="0">
              <a:solidFill>
                <a:schemeClr val="bg1">
                  <a:lumMod val="50000"/>
                </a:schemeClr>
              </a:solidFill>
              <a:sym typeface="Calibri" pitchFamily="34" charset="0"/>
            </a:endParaRPr>
          </a:p>
          <a:p>
            <a:pPr eaLnBrk="1" hangingPunct="1">
              <a:buFont typeface="Arial" charset="0"/>
              <a:buNone/>
            </a:pPr>
            <a:r>
              <a:rPr lang="en-US" altLang="zh-CN" sz="1200" dirty="0">
                <a:solidFill>
                  <a:schemeClr val="bg1">
                    <a:lumMod val="50000"/>
                  </a:schemeClr>
                </a:solidFill>
                <a:sym typeface="Calibri" pitchFamily="34" charset="0"/>
              </a:rPr>
              <a:t> to the  center of the</a:t>
            </a:r>
            <a:endParaRPr lang="zh-CN" altLang="en-US" sz="1200" dirty="0">
              <a:solidFill>
                <a:schemeClr val="bg1">
                  <a:lumMod val="50000"/>
                </a:schemeClr>
              </a:solidFill>
              <a:sym typeface="Calibri" pitchFamily="34" charset="0"/>
            </a:endParaRPr>
          </a:p>
          <a:p>
            <a:pPr eaLnBrk="1" hangingPunct="1">
              <a:buFont typeface="Arial" charset="0"/>
              <a:buNone/>
            </a:pPr>
            <a:r>
              <a:rPr lang="en-US" altLang="zh-CN" sz="1200" dirty="0">
                <a:solidFill>
                  <a:schemeClr val="bg1">
                    <a:lumMod val="50000"/>
                  </a:schemeClr>
                </a:solidFill>
                <a:sym typeface="Calibri" pitchFamily="34" charset="0"/>
              </a:rPr>
              <a:t> narrative thought</a:t>
            </a:r>
            <a:endParaRPr lang="zh-CN" altLang="en-US" sz="1200" dirty="0">
              <a:solidFill>
                <a:schemeClr val="bg1">
                  <a:lumMod val="50000"/>
                </a:schemeClr>
              </a:solidFill>
              <a:sym typeface="Calibri" pitchFamily="34" charset="0"/>
            </a:endParaRPr>
          </a:p>
        </p:txBody>
      </p:sp>
      <p:sp>
        <p:nvSpPr>
          <p:cNvPr id="16" name="文本框 17"/>
          <p:cNvSpPr>
            <a:spLocks noChangeArrowheads="1"/>
          </p:cNvSpPr>
          <p:nvPr/>
        </p:nvSpPr>
        <p:spPr bwMode="auto">
          <a:xfrm>
            <a:off x="3802822" y="3413672"/>
            <a:ext cx="1447873" cy="869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3" tIns="34291" rIns="68583" bIns="34291">
            <a:spAutoFit/>
          </a:bodyPr>
          <a:lstStyle/>
          <a:p>
            <a:pPr eaLnBrk="1" hangingPunct="1">
              <a:buFont typeface="Arial" charset="0"/>
              <a:buNone/>
            </a:pPr>
            <a:r>
              <a:rPr lang="en-US" altLang="zh-CN" sz="1200" dirty="0">
                <a:solidFill>
                  <a:schemeClr val="bg1">
                    <a:lumMod val="50000"/>
                  </a:schemeClr>
                </a:solidFill>
                <a:sym typeface="Calibri" pitchFamily="34" charset="0"/>
              </a:rPr>
              <a:t>  </a:t>
            </a:r>
            <a:r>
              <a:rPr lang="en-US" altLang="zh-CN" sz="1600" b="1" dirty="0">
                <a:solidFill>
                  <a:schemeClr val="bg1">
                    <a:lumMod val="50000"/>
                  </a:schemeClr>
                </a:solidFill>
                <a:sym typeface="Calibri" pitchFamily="34" charset="0"/>
              </a:rPr>
              <a:t>YOUR  TITLE</a:t>
            </a:r>
            <a:endParaRPr lang="en-US" altLang="zh-CN" sz="1100" b="1" dirty="0">
              <a:solidFill>
                <a:schemeClr val="bg1">
                  <a:lumMod val="50000"/>
                </a:schemeClr>
              </a:solidFill>
              <a:sym typeface="Calibri" pitchFamily="34" charset="0"/>
            </a:endParaRPr>
          </a:p>
          <a:p>
            <a:pPr eaLnBrk="1" hangingPunct="1">
              <a:buFont typeface="Arial" charset="0"/>
              <a:buNone/>
            </a:pPr>
            <a:r>
              <a:rPr lang="en-US" altLang="zh-CN" sz="1200" dirty="0">
                <a:solidFill>
                  <a:schemeClr val="bg1">
                    <a:lumMod val="50000"/>
                  </a:schemeClr>
                </a:solidFill>
                <a:sym typeface="Calibri" pitchFamily="34" charset="0"/>
              </a:rPr>
              <a:t>Click here to add you</a:t>
            </a:r>
            <a:endParaRPr lang="zh-CN" altLang="en-US" sz="1200" dirty="0">
              <a:solidFill>
                <a:schemeClr val="bg1">
                  <a:lumMod val="50000"/>
                </a:schemeClr>
              </a:solidFill>
              <a:sym typeface="Calibri" pitchFamily="34" charset="0"/>
            </a:endParaRPr>
          </a:p>
          <a:p>
            <a:pPr eaLnBrk="1" hangingPunct="1">
              <a:buFont typeface="Arial" charset="0"/>
              <a:buNone/>
            </a:pPr>
            <a:r>
              <a:rPr lang="en-US" altLang="zh-CN" sz="1200" dirty="0">
                <a:solidFill>
                  <a:schemeClr val="bg1">
                    <a:lumMod val="50000"/>
                  </a:schemeClr>
                </a:solidFill>
                <a:sym typeface="Calibri" pitchFamily="34" charset="0"/>
              </a:rPr>
              <a:t> to the  center of the</a:t>
            </a:r>
            <a:endParaRPr lang="zh-CN" altLang="en-US" sz="1200" dirty="0">
              <a:solidFill>
                <a:schemeClr val="bg1">
                  <a:lumMod val="50000"/>
                </a:schemeClr>
              </a:solidFill>
              <a:sym typeface="Calibri" pitchFamily="34" charset="0"/>
            </a:endParaRPr>
          </a:p>
          <a:p>
            <a:pPr eaLnBrk="1" hangingPunct="1">
              <a:buFont typeface="Arial" charset="0"/>
              <a:buNone/>
            </a:pPr>
            <a:r>
              <a:rPr lang="en-US" altLang="zh-CN" sz="1200" dirty="0">
                <a:solidFill>
                  <a:schemeClr val="bg1">
                    <a:lumMod val="50000"/>
                  </a:schemeClr>
                </a:solidFill>
                <a:sym typeface="Calibri" pitchFamily="34" charset="0"/>
              </a:rPr>
              <a:t> narrative thought</a:t>
            </a:r>
            <a:endParaRPr lang="zh-CN" altLang="en-US" sz="1000" dirty="0">
              <a:solidFill>
                <a:schemeClr val="bg1">
                  <a:lumMod val="50000"/>
                </a:schemeClr>
              </a:solidFill>
              <a:sym typeface="Calibri" pitchFamily="34" charset="0"/>
            </a:endParaRPr>
          </a:p>
        </p:txBody>
      </p:sp>
      <p:pic>
        <p:nvPicPr>
          <p:cNvPr id="17" name="图片 2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74120" y="2214783"/>
            <a:ext cx="426373" cy="4047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图片 2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52244" y="2174304"/>
            <a:ext cx="496641" cy="485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图片 2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854559" y="2194544"/>
            <a:ext cx="450193" cy="453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图片 28"/>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180364" y="2092155"/>
            <a:ext cx="789625" cy="567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图片 29"/>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31309" y="2194543"/>
            <a:ext cx="431137" cy="430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图片 26"/>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137905" y="61236"/>
            <a:ext cx="979629" cy="909108"/>
          </a:xfrm>
          <a:prstGeom prst="rect">
            <a:avLst/>
          </a:prstGeom>
        </p:spPr>
      </p:pic>
    </p:spTree>
    <p:extLst>
      <p:ext uri="{BB962C8B-B14F-4D97-AF65-F5344CB8AC3E}">
        <p14:creationId xmlns:p14="http://schemas.microsoft.com/office/powerpoint/2010/main" val="1288009420"/>
      </p:ext>
    </p:extLst>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250"/>
                            </p:stCondLst>
                            <p:childTnLst>
                              <p:par>
                                <p:cTn id="11" presetID="42"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250"/>
                                        <p:tgtEl>
                                          <p:spTgt spid="6"/>
                                        </p:tgtEl>
                                      </p:cBhvr>
                                    </p:animEffect>
                                    <p:anim calcmode="lin" valueType="num">
                                      <p:cBhvr>
                                        <p:cTn id="14" dur="250" fill="hold"/>
                                        <p:tgtEl>
                                          <p:spTgt spid="6"/>
                                        </p:tgtEl>
                                        <p:attrNameLst>
                                          <p:attrName>ppt_x</p:attrName>
                                        </p:attrNameLst>
                                      </p:cBhvr>
                                      <p:tavLst>
                                        <p:tav tm="0">
                                          <p:val>
                                            <p:strVal val="#ppt_x"/>
                                          </p:val>
                                        </p:tav>
                                        <p:tav tm="100000">
                                          <p:val>
                                            <p:strVal val="#ppt_x"/>
                                          </p:val>
                                        </p:tav>
                                      </p:tavLst>
                                    </p:anim>
                                    <p:anim calcmode="lin" valueType="num">
                                      <p:cBhvr>
                                        <p:cTn id="15" dur="250" fill="hold"/>
                                        <p:tgtEl>
                                          <p:spTgt spid="6"/>
                                        </p:tgtEl>
                                        <p:attrNameLst>
                                          <p:attrName>ppt_y</p:attrName>
                                        </p:attrNameLst>
                                      </p:cBhvr>
                                      <p:tavLst>
                                        <p:tav tm="0">
                                          <p:val>
                                            <p:strVal val="#ppt_y+.1"/>
                                          </p:val>
                                        </p:tav>
                                        <p:tav tm="100000">
                                          <p:val>
                                            <p:strVal val="#ppt_y"/>
                                          </p:val>
                                        </p:tav>
                                      </p:tavLst>
                                    </p:anim>
                                  </p:childTnLst>
                                </p:cTn>
                              </p:par>
                            </p:childTnLst>
                          </p:cTn>
                        </p:par>
                        <p:par>
                          <p:cTn id="16" fill="hold">
                            <p:stCondLst>
                              <p:cond delay="500"/>
                            </p:stCondLst>
                            <p:childTnLst>
                              <p:par>
                                <p:cTn id="17" presetID="42"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50"/>
                                        <p:tgtEl>
                                          <p:spTgt spid="7"/>
                                        </p:tgtEl>
                                      </p:cBhvr>
                                    </p:animEffect>
                                    <p:anim calcmode="lin" valueType="num">
                                      <p:cBhvr>
                                        <p:cTn id="20" dur="250" fill="hold"/>
                                        <p:tgtEl>
                                          <p:spTgt spid="7"/>
                                        </p:tgtEl>
                                        <p:attrNameLst>
                                          <p:attrName>ppt_x</p:attrName>
                                        </p:attrNameLst>
                                      </p:cBhvr>
                                      <p:tavLst>
                                        <p:tav tm="0">
                                          <p:val>
                                            <p:strVal val="#ppt_x"/>
                                          </p:val>
                                        </p:tav>
                                        <p:tav tm="100000">
                                          <p:val>
                                            <p:strVal val="#ppt_x"/>
                                          </p:val>
                                        </p:tav>
                                      </p:tavLst>
                                    </p:anim>
                                    <p:anim calcmode="lin" valueType="num">
                                      <p:cBhvr>
                                        <p:cTn id="21" dur="250" fill="hold"/>
                                        <p:tgtEl>
                                          <p:spTgt spid="7"/>
                                        </p:tgtEl>
                                        <p:attrNameLst>
                                          <p:attrName>ppt_y</p:attrName>
                                        </p:attrNameLst>
                                      </p:cBhvr>
                                      <p:tavLst>
                                        <p:tav tm="0">
                                          <p:val>
                                            <p:strVal val="#ppt_y+.1"/>
                                          </p:val>
                                        </p:tav>
                                        <p:tav tm="100000">
                                          <p:val>
                                            <p:strVal val="#ppt_y"/>
                                          </p:val>
                                        </p:tav>
                                      </p:tavLst>
                                    </p:anim>
                                  </p:childTnLst>
                                </p:cTn>
                              </p:par>
                            </p:childTnLst>
                          </p:cTn>
                        </p:par>
                        <p:par>
                          <p:cTn id="22" fill="hold">
                            <p:stCondLst>
                              <p:cond delay="750"/>
                            </p:stCondLst>
                            <p:childTnLst>
                              <p:par>
                                <p:cTn id="23" presetID="42" presetClass="entr" presetSubtype="0" fill="hold" grpId="0"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250"/>
                                        <p:tgtEl>
                                          <p:spTgt spid="9"/>
                                        </p:tgtEl>
                                      </p:cBhvr>
                                    </p:animEffect>
                                    <p:anim calcmode="lin" valueType="num">
                                      <p:cBhvr>
                                        <p:cTn id="26" dur="250" fill="hold"/>
                                        <p:tgtEl>
                                          <p:spTgt spid="9"/>
                                        </p:tgtEl>
                                        <p:attrNameLst>
                                          <p:attrName>ppt_x</p:attrName>
                                        </p:attrNameLst>
                                      </p:cBhvr>
                                      <p:tavLst>
                                        <p:tav tm="0">
                                          <p:val>
                                            <p:strVal val="#ppt_x"/>
                                          </p:val>
                                        </p:tav>
                                        <p:tav tm="100000">
                                          <p:val>
                                            <p:strVal val="#ppt_x"/>
                                          </p:val>
                                        </p:tav>
                                      </p:tavLst>
                                    </p:anim>
                                    <p:anim calcmode="lin" valueType="num">
                                      <p:cBhvr>
                                        <p:cTn id="27" dur="250" fill="hold"/>
                                        <p:tgtEl>
                                          <p:spTgt spid="9"/>
                                        </p:tgtEl>
                                        <p:attrNameLst>
                                          <p:attrName>ppt_y</p:attrName>
                                        </p:attrNameLst>
                                      </p:cBhvr>
                                      <p:tavLst>
                                        <p:tav tm="0">
                                          <p:val>
                                            <p:strVal val="#ppt_y+.1"/>
                                          </p:val>
                                        </p:tav>
                                        <p:tav tm="100000">
                                          <p:val>
                                            <p:strVal val="#ppt_y"/>
                                          </p:val>
                                        </p:tav>
                                      </p:tavLst>
                                    </p:anim>
                                  </p:childTnLst>
                                </p:cTn>
                              </p:par>
                            </p:childTnLst>
                          </p:cTn>
                        </p:par>
                        <p:par>
                          <p:cTn id="28" fill="hold">
                            <p:stCondLst>
                              <p:cond delay="1000"/>
                            </p:stCondLst>
                            <p:childTnLst>
                              <p:par>
                                <p:cTn id="29" presetID="42" presetClass="entr" presetSubtype="0" fill="hold" grpId="0" nodeType="after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250"/>
                                        <p:tgtEl>
                                          <p:spTgt spid="10"/>
                                        </p:tgtEl>
                                      </p:cBhvr>
                                    </p:animEffect>
                                    <p:anim calcmode="lin" valueType="num">
                                      <p:cBhvr>
                                        <p:cTn id="32" dur="250" fill="hold"/>
                                        <p:tgtEl>
                                          <p:spTgt spid="10"/>
                                        </p:tgtEl>
                                        <p:attrNameLst>
                                          <p:attrName>ppt_x</p:attrName>
                                        </p:attrNameLst>
                                      </p:cBhvr>
                                      <p:tavLst>
                                        <p:tav tm="0">
                                          <p:val>
                                            <p:strVal val="#ppt_x"/>
                                          </p:val>
                                        </p:tav>
                                        <p:tav tm="100000">
                                          <p:val>
                                            <p:strVal val="#ppt_x"/>
                                          </p:val>
                                        </p:tav>
                                      </p:tavLst>
                                    </p:anim>
                                    <p:anim calcmode="lin" valueType="num">
                                      <p:cBhvr>
                                        <p:cTn id="33" dur="250" fill="hold"/>
                                        <p:tgtEl>
                                          <p:spTgt spid="10"/>
                                        </p:tgtEl>
                                        <p:attrNameLst>
                                          <p:attrName>ppt_y</p:attrName>
                                        </p:attrNameLst>
                                      </p:cBhvr>
                                      <p:tavLst>
                                        <p:tav tm="0">
                                          <p:val>
                                            <p:strVal val="#ppt_y+.1"/>
                                          </p:val>
                                        </p:tav>
                                        <p:tav tm="100000">
                                          <p:val>
                                            <p:strVal val="#ppt_y"/>
                                          </p:val>
                                        </p:tav>
                                      </p:tavLst>
                                    </p:anim>
                                  </p:childTnLst>
                                </p:cTn>
                              </p:par>
                            </p:childTnLst>
                          </p:cTn>
                        </p:par>
                        <p:par>
                          <p:cTn id="34" fill="hold">
                            <p:stCondLst>
                              <p:cond delay="1250"/>
                            </p:stCondLst>
                            <p:childTnLst>
                              <p:par>
                                <p:cTn id="35" presetID="42" presetClass="entr" presetSubtype="0" fill="hold" grpId="0" nodeType="after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250"/>
                                        <p:tgtEl>
                                          <p:spTgt spid="11"/>
                                        </p:tgtEl>
                                      </p:cBhvr>
                                    </p:animEffect>
                                    <p:anim calcmode="lin" valueType="num">
                                      <p:cBhvr>
                                        <p:cTn id="38" dur="250" fill="hold"/>
                                        <p:tgtEl>
                                          <p:spTgt spid="11"/>
                                        </p:tgtEl>
                                        <p:attrNameLst>
                                          <p:attrName>ppt_x</p:attrName>
                                        </p:attrNameLst>
                                      </p:cBhvr>
                                      <p:tavLst>
                                        <p:tav tm="0">
                                          <p:val>
                                            <p:strVal val="#ppt_x"/>
                                          </p:val>
                                        </p:tav>
                                        <p:tav tm="100000">
                                          <p:val>
                                            <p:strVal val="#ppt_x"/>
                                          </p:val>
                                        </p:tav>
                                      </p:tavLst>
                                    </p:anim>
                                    <p:anim calcmode="lin" valueType="num">
                                      <p:cBhvr>
                                        <p:cTn id="39" dur="250" fill="hold"/>
                                        <p:tgtEl>
                                          <p:spTgt spid="11"/>
                                        </p:tgtEl>
                                        <p:attrNameLst>
                                          <p:attrName>ppt_y</p:attrName>
                                        </p:attrNameLst>
                                      </p:cBhvr>
                                      <p:tavLst>
                                        <p:tav tm="0">
                                          <p:val>
                                            <p:strVal val="#ppt_y+.1"/>
                                          </p:val>
                                        </p:tav>
                                        <p:tav tm="100000">
                                          <p:val>
                                            <p:strVal val="#ppt_y"/>
                                          </p:val>
                                        </p:tav>
                                      </p:tavLst>
                                    </p:anim>
                                  </p:childTnLst>
                                </p:cTn>
                              </p:par>
                            </p:childTnLst>
                          </p:cTn>
                        </p:par>
                        <p:par>
                          <p:cTn id="40" fill="hold">
                            <p:stCondLst>
                              <p:cond delay="1500"/>
                            </p:stCondLst>
                            <p:childTnLst>
                              <p:par>
                                <p:cTn id="41" presetID="42" presetClass="entr" presetSubtype="0" fill="hold" grpId="0" nodeType="after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250"/>
                                        <p:tgtEl>
                                          <p:spTgt spid="12"/>
                                        </p:tgtEl>
                                      </p:cBhvr>
                                    </p:animEffect>
                                    <p:anim calcmode="lin" valueType="num">
                                      <p:cBhvr>
                                        <p:cTn id="44" dur="250" fill="hold"/>
                                        <p:tgtEl>
                                          <p:spTgt spid="12"/>
                                        </p:tgtEl>
                                        <p:attrNameLst>
                                          <p:attrName>ppt_x</p:attrName>
                                        </p:attrNameLst>
                                      </p:cBhvr>
                                      <p:tavLst>
                                        <p:tav tm="0">
                                          <p:val>
                                            <p:strVal val="#ppt_x"/>
                                          </p:val>
                                        </p:tav>
                                        <p:tav tm="100000">
                                          <p:val>
                                            <p:strVal val="#ppt_x"/>
                                          </p:val>
                                        </p:tav>
                                      </p:tavLst>
                                    </p:anim>
                                    <p:anim calcmode="lin" valueType="num">
                                      <p:cBhvr>
                                        <p:cTn id="45" dur="250" fill="hold"/>
                                        <p:tgtEl>
                                          <p:spTgt spid="12"/>
                                        </p:tgtEl>
                                        <p:attrNameLst>
                                          <p:attrName>ppt_y</p:attrName>
                                        </p:attrNameLst>
                                      </p:cBhvr>
                                      <p:tavLst>
                                        <p:tav tm="0">
                                          <p:val>
                                            <p:strVal val="#ppt_y+.1"/>
                                          </p:val>
                                        </p:tav>
                                        <p:tav tm="100000">
                                          <p:val>
                                            <p:strVal val="#ppt_y"/>
                                          </p:val>
                                        </p:tav>
                                      </p:tavLst>
                                    </p:anim>
                                  </p:childTnLst>
                                </p:cTn>
                              </p:par>
                            </p:childTnLst>
                          </p:cTn>
                        </p:par>
                        <p:par>
                          <p:cTn id="46" fill="hold">
                            <p:stCondLst>
                              <p:cond delay="1750"/>
                            </p:stCondLst>
                            <p:childTnLst>
                              <p:par>
                                <p:cTn id="47" presetID="42" presetClass="entr" presetSubtype="0" fill="hold" grpId="0" nodeType="after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250"/>
                                        <p:tgtEl>
                                          <p:spTgt spid="13"/>
                                        </p:tgtEl>
                                      </p:cBhvr>
                                    </p:animEffect>
                                    <p:anim calcmode="lin" valueType="num">
                                      <p:cBhvr>
                                        <p:cTn id="50" dur="250" fill="hold"/>
                                        <p:tgtEl>
                                          <p:spTgt spid="13"/>
                                        </p:tgtEl>
                                        <p:attrNameLst>
                                          <p:attrName>ppt_x</p:attrName>
                                        </p:attrNameLst>
                                      </p:cBhvr>
                                      <p:tavLst>
                                        <p:tav tm="0">
                                          <p:val>
                                            <p:strVal val="#ppt_x"/>
                                          </p:val>
                                        </p:tav>
                                        <p:tav tm="100000">
                                          <p:val>
                                            <p:strVal val="#ppt_x"/>
                                          </p:val>
                                        </p:tav>
                                      </p:tavLst>
                                    </p:anim>
                                    <p:anim calcmode="lin" valueType="num">
                                      <p:cBhvr>
                                        <p:cTn id="51" dur="250" fill="hold"/>
                                        <p:tgtEl>
                                          <p:spTgt spid="13"/>
                                        </p:tgtEl>
                                        <p:attrNameLst>
                                          <p:attrName>ppt_y</p:attrName>
                                        </p:attrNameLst>
                                      </p:cBhvr>
                                      <p:tavLst>
                                        <p:tav tm="0">
                                          <p:val>
                                            <p:strVal val="#ppt_y+.1"/>
                                          </p:val>
                                        </p:tav>
                                        <p:tav tm="100000">
                                          <p:val>
                                            <p:strVal val="#ppt_y"/>
                                          </p:val>
                                        </p:tav>
                                      </p:tavLst>
                                    </p:anim>
                                  </p:childTnLst>
                                </p:cTn>
                              </p:par>
                            </p:childTnLst>
                          </p:cTn>
                        </p:par>
                        <p:par>
                          <p:cTn id="52" fill="hold">
                            <p:stCondLst>
                              <p:cond delay="2000"/>
                            </p:stCondLst>
                            <p:childTnLst>
                              <p:par>
                                <p:cTn id="53" presetID="42" presetClass="entr" presetSubtype="0" fill="hold" grpId="0" nodeType="after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250"/>
                                        <p:tgtEl>
                                          <p:spTgt spid="14"/>
                                        </p:tgtEl>
                                      </p:cBhvr>
                                    </p:animEffect>
                                    <p:anim calcmode="lin" valueType="num">
                                      <p:cBhvr>
                                        <p:cTn id="56" dur="250" fill="hold"/>
                                        <p:tgtEl>
                                          <p:spTgt spid="14"/>
                                        </p:tgtEl>
                                        <p:attrNameLst>
                                          <p:attrName>ppt_x</p:attrName>
                                        </p:attrNameLst>
                                      </p:cBhvr>
                                      <p:tavLst>
                                        <p:tav tm="0">
                                          <p:val>
                                            <p:strVal val="#ppt_x"/>
                                          </p:val>
                                        </p:tav>
                                        <p:tav tm="100000">
                                          <p:val>
                                            <p:strVal val="#ppt_x"/>
                                          </p:val>
                                        </p:tav>
                                      </p:tavLst>
                                    </p:anim>
                                    <p:anim calcmode="lin" valueType="num">
                                      <p:cBhvr>
                                        <p:cTn id="57" dur="250" fill="hold"/>
                                        <p:tgtEl>
                                          <p:spTgt spid="14"/>
                                        </p:tgtEl>
                                        <p:attrNameLst>
                                          <p:attrName>ppt_y</p:attrName>
                                        </p:attrNameLst>
                                      </p:cBhvr>
                                      <p:tavLst>
                                        <p:tav tm="0">
                                          <p:val>
                                            <p:strVal val="#ppt_y+.1"/>
                                          </p:val>
                                        </p:tav>
                                        <p:tav tm="100000">
                                          <p:val>
                                            <p:strVal val="#ppt_y"/>
                                          </p:val>
                                        </p:tav>
                                      </p:tavLst>
                                    </p:anim>
                                  </p:childTnLst>
                                </p:cTn>
                              </p:par>
                            </p:childTnLst>
                          </p:cTn>
                        </p:par>
                        <p:par>
                          <p:cTn id="58" fill="hold">
                            <p:stCondLst>
                              <p:cond delay="2250"/>
                            </p:stCondLst>
                            <p:childTnLst>
                              <p:par>
                                <p:cTn id="59" presetID="42" presetClass="entr" presetSubtype="0" fill="hold" grpId="0" nodeType="after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250"/>
                                        <p:tgtEl>
                                          <p:spTgt spid="15"/>
                                        </p:tgtEl>
                                      </p:cBhvr>
                                    </p:animEffect>
                                    <p:anim calcmode="lin" valueType="num">
                                      <p:cBhvr>
                                        <p:cTn id="62" dur="250" fill="hold"/>
                                        <p:tgtEl>
                                          <p:spTgt spid="15"/>
                                        </p:tgtEl>
                                        <p:attrNameLst>
                                          <p:attrName>ppt_x</p:attrName>
                                        </p:attrNameLst>
                                      </p:cBhvr>
                                      <p:tavLst>
                                        <p:tav tm="0">
                                          <p:val>
                                            <p:strVal val="#ppt_x"/>
                                          </p:val>
                                        </p:tav>
                                        <p:tav tm="100000">
                                          <p:val>
                                            <p:strVal val="#ppt_x"/>
                                          </p:val>
                                        </p:tav>
                                      </p:tavLst>
                                    </p:anim>
                                    <p:anim calcmode="lin" valueType="num">
                                      <p:cBhvr>
                                        <p:cTn id="63" dur="250" fill="hold"/>
                                        <p:tgtEl>
                                          <p:spTgt spid="15"/>
                                        </p:tgtEl>
                                        <p:attrNameLst>
                                          <p:attrName>ppt_y</p:attrName>
                                        </p:attrNameLst>
                                      </p:cBhvr>
                                      <p:tavLst>
                                        <p:tav tm="0">
                                          <p:val>
                                            <p:strVal val="#ppt_y+.1"/>
                                          </p:val>
                                        </p:tav>
                                        <p:tav tm="100000">
                                          <p:val>
                                            <p:strVal val="#ppt_y"/>
                                          </p:val>
                                        </p:tav>
                                      </p:tavLst>
                                    </p:anim>
                                  </p:childTnLst>
                                </p:cTn>
                              </p:par>
                            </p:childTnLst>
                          </p:cTn>
                        </p:par>
                        <p:par>
                          <p:cTn id="64" fill="hold">
                            <p:stCondLst>
                              <p:cond delay="2500"/>
                            </p:stCondLst>
                            <p:childTnLst>
                              <p:par>
                                <p:cTn id="65" presetID="42" presetClass="entr" presetSubtype="0" fill="hold" grpId="0" nodeType="after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250"/>
                                        <p:tgtEl>
                                          <p:spTgt spid="16"/>
                                        </p:tgtEl>
                                      </p:cBhvr>
                                    </p:animEffect>
                                    <p:anim calcmode="lin" valueType="num">
                                      <p:cBhvr>
                                        <p:cTn id="68" dur="250" fill="hold"/>
                                        <p:tgtEl>
                                          <p:spTgt spid="16"/>
                                        </p:tgtEl>
                                        <p:attrNameLst>
                                          <p:attrName>ppt_x</p:attrName>
                                        </p:attrNameLst>
                                      </p:cBhvr>
                                      <p:tavLst>
                                        <p:tav tm="0">
                                          <p:val>
                                            <p:strVal val="#ppt_x"/>
                                          </p:val>
                                        </p:tav>
                                        <p:tav tm="100000">
                                          <p:val>
                                            <p:strVal val="#ppt_x"/>
                                          </p:val>
                                        </p:tav>
                                      </p:tavLst>
                                    </p:anim>
                                    <p:anim calcmode="lin" valueType="num">
                                      <p:cBhvr>
                                        <p:cTn id="69" dur="250" fill="hold"/>
                                        <p:tgtEl>
                                          <p:spTgt spid="16"/>
                                        </p:tgtEl>
                                        <p:attrNameLst>
                                          <p:attrName>ppt_y</p:attrName>
                                        </p:attrNameLst>
                                      </p:cBhvr>
                                      <p:tavLst>
                                        <p:tav tm="0">
                                          <p:val>
                                            <p:strVal val="#ppt_y+.1"/>
                                          </p:val>
                                        </p:tav>
                                        <p:tav tm="100000">
                                          <p:val>
                                            <p:strVal val="#ppt_y"/>
                                          </p:val>
                                        </p:tav>
                                      </p:tavLst>
                                    </p:anim>
                                  </p:childTnLst>
                                </p:cTn>
                              </p:par>
                            </p:childTnLst>
                          </p:cTn>
                        </p:par>
                        <p:par>
                          <p:cTn id="70" fill="hold">
                            <p:stCondLst>
                              <p:cond delay="2750"/>
                            </p:stCondLst>
                            <p:childTnLst>
                              <p:par>
                                <p:cTn id="71" presetID="42" presetClass="entr" presetSubtype="0" fill="hold" nodeType="afterEffect">
                                  <p:stCondLst>
                                    <p:cond delay="0"/>
                                  </p:stCondLst>
                                  <p:childTnLst>
                                    <p:set>
                                      <p:cBhvr>
                                        <p:cTn id="72" dur="1" fill="hold">
                                          <p:stCondLst>
                                            <p:cond delay="0"/>
                                          </p:stCondLst>
                                        </p:cTn>
                                        <p:tgtEl>
                                          <p:spTgt spid="17"/>
                                        </p:tgtEl>
                                        <p:attrNameLst>
                                          <p:attrName>style.visibility</p:attrName>
                                        </p:attrNameLst>
                                      </p:cBhvr>
                                      <p:to>
                                        <p:strVal val="visible"/>
                                      </p:to>
                                    </p:set>
                                    <p:animEffect transition="in" filter="fade">
                                      <p:cBhvr>
                                        <p:cTn id="73" dur="250"/>
                                        <p:tgtEl>
                                          <p:spTgt spid="17"/>
                                        </p:tgtEl>
                                      </p:cBhvr>
                                    </p:animEffect>
                                    <p:anim calcmode="lin" valueType="num">
                                      <p:cBhvr>
                                        <p:cTn id="74" dur="250" fill="hold"/>
                                        <p:tgtEl>
                                          <p:spTgt spid="17"/>
                                        </p:tgtEl>
                                        <p:attrNameLst>
                                          <p:attrName>ppt_x</p:attrName>
                                        </p:attrNameLst>
                                      </p:cBhvr>
                                      <p:tavLst>
                                        <p:tav tm="0">
                                          <p:val>
                                            <p:strVal val="#ppt_x"/>
                                          </p:val>
                                        </p:tav>
                                        <p:tav tm="100000">
                                          <p:val>
                                            <p:strVal val="#ppt_x"/>
                                          </p:val>
                                        </p:tav>
                                      </p:tavLst>
                                    </p:anim>
                                    <p:anim calcmode="lin" valueType="num">
                                      <p:cBhvr>
                                        <p:cTn id="75" dur="250" fill="hold"/>
                                        <p:tgtEl>
                                          <p:spTgt spid="17"/>
                                        </p:tgtEl>
                                        <p:attrNameLst>
                                          <p:attrName>ppt_y</p:attrName>
                                        </p:attrNameLst>
                                      </p:cBhvr>
                                      <p:tavLst>
                                        <p:tav tm="0">
                                          <p:val>
                                            <p:strVal val="#ppt_y+.1"/>
                                          </p:val>
                                        </p:tav>
                                        <p:tav tm="100000">
                                          <p:val>
                                            <p:strVal val="#ppt_y"/>
                                          </p:val>
                                        </p:tav>
                                      </p:tavLst>
                                    </p:anim>
                                  </p:childTnLst>
                                </p:cTn>
                              </p:par>
                            </p:childTnLst>
                          </p:cTn>
                        </p:par>
                        <p:par>
                          <p:cTn id="76" fill="hold">
                            <p:stCondLst>
                              <p:cond delay="3000"/>
                            </p:stCondLst>
                            <p:childTnLst>
                              <p:par>
                                <p:cTn id="77" presetID="42" presetClass="entr" presetSubtype="0" fill="hold" nodeType="afterEffect">
                                  <p:stCondLst>
                                    <p:cond delay="0"/>
                                  </p:stCondLst>
                                  <p:childTnLst>
                                    <p:set>
                                      <p:cBhvr>
                                        <p:cTn id="78" dur="1" fill="hold">
                                          <p:stCondLst>
                                            <p:cond delay="0"/>
                                          </p:stCondLst>
                                        </p:cTn>
                                        <p:tgtEl>
                                          <p:spTgt spid="18"/>
                                        </p:tgtEl>
                                        <p:attrNameLst>
                                          <p:attrName>style.visibility</p:attrName>
                                        </p:attrNameLst>
                                      </p:cBhvr>
                                      <p:to>
                                        <p:strVal val="visible"/>
                                      </p:to>
                                    </p:set>
                                    <p:animEffect transition="in" filter="fade">
                                      <p:cBhvr>
                                        <p:cTn id="79" dur="250"/>
                                        <p:tgtEl>
                                          <p:spTgt spid="18"/>
                                        </p:tgtEl>
                                      </p:cBhvr>
                                    </p:animEffect>
                                    <p:anim calcmode="lin" valueType="num">
                                      <p:cBhvr>
                                        <p:cTn id="80" dur="250" fill="hold"/>
                                        <p:tgtEl>
                                          <p:spTgt spid="18"/>
                                        </p:tgtEl>
                                        <p:attrNameLst>
                                          <p:attrName>ppt_x</p:attrName>
                                        </p:attrNameLst>
                                      </p:cBhvr>
                                      <p:tavLst>
                                        <p:tav tm="0">
                                          <p:val>
                                            <p:strVal val="#ppt_x"/>
                                          </p:val>
                                        </p:tav>
                                        <p:tav tm="100000">
                                          <p:val>
                                            <p:strVal val="#ppt_x"/>
                                          </p:val>
                                        </p:tav>
                                      </p:tavLst>
                                    </p:anim>
                                    <p:anim calcmode="lin" valueType="num">
                                      <p:cBhvr>
                                        <p:cTn id="81" dur="250" fill="hold"/>
                                        <p:tgtEl>
                                          <p:spTgt spid="18"/>
                                        </p:tgtEl>
                                        <p:attrNameLst>
                                          <p:attrName>ppt_y</p:attrName>
                                        </p:attrNameLst>
                                      </p:cBhvr>
                                      <p:tavLst>
                                        <p:tav tm="0">
                                          <p:val>
                                            <p:strVal val="#ppt_y+.1"/>
                                          </p:val>
                                        </p:tav>
                                        <p:tav tm="100000">
                                          <p:val>
                                            <p:strVal val="#ppt_y"/>
                                          </p:val>
                                        </p:tav>
                                      </p:tavLst>
                                    </p:anim>
                                  </p:childTnLst>
                                </p:cTn>
                              </p:par>
                            </p:childTnLst>
                          </p:cTn>
                        </p:par>
                        <p:par>
                          <p:cTn id="82" fill="hold">
                            <p:stCondLst>
                              <p:cond delay="3250"/>
                            </p:stCondLst>
                            <p:childTnLst>
                              <p:par>
                                <p:cTn id="83" presetID="42" presetClass="entr" presetSubtype="0" fill="hold" nodeType="afterEffect">
                                  <p:stCondLst>
                                    <p:cond delay="0"/>
                                  </p:stCondLst>
                                  <p:childTnLst>
                                    <p:set>
                                      <p:cBhvr>
                                        <p:cTn id="84" dur="1" fill="hold">
                                          <p:stCondLst>
                                            <p:cond delay="0"/>
                                          </p:stCondLst>
                                        </p:cTn>
                                        <p:tgtEl>
                                          <p:spTgt spid="19"/>
                                        </p:tgtEl>
                                        <p:attrNameLst>
                                          <p:attrName>style.visibility</p:attrName>
                                        </p:attrNameLst>
                                      </p:cBhvr>
                                      <p:to>
                                        <p:strVal val="visible"/>
                                      </p:to>
                                    </p:set>
                                    <p:animEffect transition="in" filter="fade">
                                      <p:cBhvr>
                                        <p:cTn id="85" dur="250"/>
                                        <p:tgtEl>
                                          <p:spTgt spid="19"/>
                                        </p:tgtEl>
                                      </p:cBhvr>
                                    </p:animEffect>
                                    <p:anim calcmode="lin" valueType="num">
                                      <p:cBhvr>
                                        <p:cTn id="86" dur="250" fill="hold"/>
                                        <p:tgtEl>
                                          <p:spTgt spid="19"/>
                                        </p:tgtEl>
                                        <p:attrNameLst>
                                          <p:attrName>ppt_x</p:attrName>
                                        </p:attrNameLst>
                                      </p:cBhvr>
                                      <p:tavLst>
                                        <p:tav tm="0">
                                          <p:val>
                                            <p:strVal val="#ppt_x"/>
                                          </p:val>
                                        </p:tav>
                                        <p:tav tm="100000">
                                          <p:val>
                                            <p:strVal val="#ppt_x"/>
                                          </p:val>
                                        </p:tav>
                                      </p:tavLst>
                                    </p:anim>
                                    <p:anim calcmode="lin" valueType="num">
                                      <p:cBhvr>
                                        <p:cTn id="87" dur="250" fill="hold"/>
                                        <p:tgtEl>
                                          <p:spTgt spid="19"/>
                                        </p:tgtEl>
                                        <p:attrNameLst>
                                          <p:attrName>ppt_y</p:attrName>
                                        </p:attrNameLst>
                                      </p:cBhvr>
                                      <p:tavLst>
                                        <p:tav tm="0">
                                          <p:val>
                                            <p:strVal val="#ppt_y+.1"/>
                                          </p:val>
                                        </p:tav>
                                        <p:tav tm="100000">
                                          <p:val>
                                            <p:strVal val="#ppt_y"/>
                                          </p:val>
                                        </p:tav>
                                      </p:tavLst>
                                    </p:anim>
                                  </p:childTnLst>
                                </p:cTn>
                              </p:par>
                            </p:childTnLst>
                          </p:cTn>
                        </p:par>
                        <p:par>
                          <p:cTn id="88" fill="hold">
                            <p:stCondLst>
                              <p:cond delay="3500"/>
                            </p:stCondLst>
                            <p:childTnLst>
                              <p:par>
                                <p:cTn id="89" presetID="42" presetClass="entr" presetSubtype="0" fill="hold" nodeType="afterEffect">
                                  <p:stCondLst>
                                    <p:cond delay="0"/>
                                  </p:stCondLst>
                                  <p:childTnLst>
                                    <p:set>
                                      <p:cBhvr>
                                        <p:cTn id="90" dur="1" fill="hold">
                                          <p:stCondLst>
                                            <p:cond delay="0"/>
                                          </p:stCondLst>
                                        </p:cTn>
                                        <p:tgtEl>
                                          <p:spTgt spid="20"/>
                                        </p:tgtEl>
                                        <p:attrNameLst>
                                          <p:attrName>style.visibility</p:attrName>
                                        </p:attrNameLst>
                                      </p:cBhvr>
                                      <p:to>
                                        <p:strVal val="visible"/>
                                      </p:to>
                                    </p:set>
                                    <p:animEffect transition="in" filter="fade">
                                      <p:cBhvr>
                                        <p:cTn id="91" dur="250"/>
                                        <p:tgtEl>
                                          <p:spTgt spid="20"/>
                                        </p:tgtEl>
                                      </p:cBhvr>
                                    </p:animEffect>
                                    <p:anim calcmode="lin" valueType="num">
                                      <p:cBhvr>
                                        <p:cTn id="92" dur="250" fill="hold"/>
                                        <p:tgtEl>
                                          <p:spTgt spid="20"/>
                                        </p:tgtEl>
                                        <p:attrNameLst>
                                          <p:attrName>ppt_x</p:attrName>
                                        </p:attrNameLst>
                                      </p:cBhvr>
                                      <p:tavLst>
                                        <p:tav tm="0">
                                          <p:val>
                                            <p:strVal val="#ppt_x"/>
                                          </p:val>
                                        </p:tav>
                                        <p:tav tm="100000">
                                          <p:val>
                                            <p:strVal val="#ppt_x"/>
                                          </p:val>
                                        </p:tav>
                                      </p:tavLst>
                                    </p:anim>
                                    <p:anim calcmode="lin" valueType="num">
                                      <p:cBhvr>
                                        <p:cTn id="93" dur="250" fill="hold"/>
                                        <p:tgtEl>
                                          <p:spTgt spid="20"/>
                                        </p:tgtEl>
                                        <p:attrNameLst>
                                          <p:attrName>ppt_y</p:attrName>
                                        </p:attrNameLst>
                                      </p:cBhvr>
                                      <p:tavLst>
                                        <p:tav tm="0">
                                          <p:val>
                                            <p:strVal val="#ppt_y+.1"/>
                                          </p:val>
                                        </p:tav>
                                        <p:tav tm="100000">
                                          <p:val>
                                            <p:strVal val="#ppt_y"/>
                                          </p:val>
                                        </p:tav>
                                      </p:tavLst>
                                    </p:anim>
                                  </p:childTnLst>
                                </p:cTn>
                              </p:par>
                            </p:childTnLst>
                          </p:cTn>
                        </p:par>
                        <p:par>
                          <p:cTn id="94" fill="hold">
                            <p:stCondLst>
                              <p:cond delay="3750"/>
                            </p:stCondLst>
                            <p:childTnLst>
                              <p:par>
                                <p:cTn id="95" presetID="42" presetClass="entr" presetSubtype="0" fill="hold" nodeType="afterEffect">
                                  <p:stCondLst>
                                    <p:cond delay="0"/>
                                  </p:stCondLst>
                                  <p:childTnLst>
                                    <p:set>
                                      <p:cBhvr>
                                        <p:cTn id="96" dur="1" fill="hold">
                                          <p:stCondLst>
                                            <p:cond delay="0"/>
                                          </p:stCondLst>
                                        </p:cTn>
                                        <p:tgtEl>
                                          <p:spTgt spid="21"/>
                                        </p:tgtEl>
                                        <p:attrNameLst>
                                          <p:attrName>style.visibility</p:attrName>
                                        </p:attrNameLst>
                                      </p:cBhvr>
                                      <p:to>
                                        <p:strVal val="visible"/>
                                      </p:to>
                                    </p:set>
                                    <p:animEffect transition="in" filter="fade">
                                      <p:cBhvr>
                                        <p:cTn id="97" dur="250"/>
                                        <p:tgtEl>
                                          <p:spTgt spid="21"/>
                                        </p:tgtEl>
                                      </p:cBhvr>
                                    </p:animEffect>
                                    <p:anim calcmode="lin" valueType="num">
                                      <p:cBhvr>
                                        <p:cTn id="98" dur="250" fill="hold"/>
                                        <p:tgtEl>
                                          <p:spTgt spid="21"/>
                                        </p:tgtEl>
                                        <p:attrNameLst>
                                          <p:attrName>ppt_x</p:attrName>
                                        </p:attrNameLst>
                                      </p:cBhvr>
                                      <p:tavLst>
                                        <p:tav tm="0">
                                          <p:val>
                                            <p:strVal val="#ppt_x"/>
                                          </p:val>
                                        </p:tav>
                                        <p:tav tm="100000">
                                          <p:val>
                                            <p:strVal val="#ppt_x"/>
                                          </p:val>
                                        </p:tav>
                                      </p:tavLst>
                                    </p:anim>
                                    <p:anim calcmode="lin" valueType="num">
                                      <p:cBhvr>
                                        <p:cTn id="99" dur="25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22"/>
                                        </p:tgtEl>
                                        <p:attrNameLst>
                                          <p:attrName>style.visibility</p:attrName>
                                        </p:attrNameLst>
                                      </p:cBhvr>
                                      <p:to>
                                        <p:strVal val="visible"/>
                                      </p:to>
                                    </p:set>
                                    <p:animEffect transition="in" filter="wipe(left)">
                                      <p:cBhvr>
                                        <p:cTn id="104" dur="500"/>
                                        <p:tgtEl>
                                          <p:spTgt spid="22"/>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23"/>
                                        </p:tgtEl>
                                        <p:attrNameLst>
                                          <p:attrName>style.visibility</p:attrName>
                                        </p:attrNameLst>
                                      </p:cBhvr>
                                      <p:to>
                                        <p:strVal val="visible"/>
                                      </p:to>
                                    </p:set>
                                    <p:animEffect transition="in" filter="wipe(left)">
                                      <p:cBhvr>
                                        <p:cTn id="109" dur="500"/>
                                        <p:tgtEl>
                                          <p:spTgt spid="23"/>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grpId="0" nodeType="clickEffect">
                                  <p:stCondLst>
                                    <p:cond delay="0"/>
                                  </p:stCondLst>
                                  <p:childTnLst>
                                    <p:set>
                                      <p:cBhvr>
                                        <p:cTn id="113" dur="1" fill="hold">
                                          <p:stCondLst>
                                            <p:cond delay="0"/>
                                          </p:stCondLst>
                                        </p:cTn>
                                        <p:tgtEl>
                                          <p:spTgt spid="24"/>
                                        </p:tgtEl>
                                        <p:attrNameLst>
                                          <p:attrName>style.visibility</p:attrName>
                                        </p:attrNameLst>
                                      </p:cBhvr>
                                      <p:to>
                                        <p:strVal val="visible"/>
                                      </p:to>
                                    </p:set>
                                    <p:animEffect transition="in" filter="wipe(left)">
                                      <p:cBhvr>
                                        <p:cTn id="114" dur="500"/>
                                        <p:tgtEl>
                                          <p:spTgt spid="24"/>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grpId="0" nodeType="clickEffect">
                                  <p:stCondLst>
                                    <p:cond delay="0"/>
                                  </p:stCondLst>
                                  <p:childTnLst>
                                    <p:set>
                                      <p:cBhvr>
                                        <p:cTn id="118" dur="1" fill="hold">
                                          <p:stCondLst>
                                            <p:cond delay="0"/>
                                          </p:stCondLst>
                                        </p:cTn>
                                        <p:tgtEl>
                                          <p:spTgt spid="25"/>
                                        </p:tgtEl>
                                        <p:attrNameLst>
                                          <p:attrName>style.visibility</p:attrName>
                                        </p:attrNameLst>
                                      </p:cBhvr>
                                      <p:to>
                                        <p:strVal val="visible"/>
                                      </p:to>
                                    </p:set>
                                    <p:animEffect transition="in" filter="wipe(left)">
                                      <p:cBhvr>
                                        <p:cTn id="119" dur="500"/>
                                        <p:tgtEl>
                                          <p:spTgt spid="25"/>
                                        </p:tgtEl>
                                      </p:cBhvr>
                                    </p:animEffect>
                                  </p:childTnLst>
                                </p:cTn>
                              </p:par>
                            </p:childTnLst>
                          </p:cTn>
                        </p:par>
                      </p:childTnLst>
                    </p:cTn>
                  </p:par>
                  <p:par>
                    <p:cTn id="120" fill="hold">
                      <p:stCondLst>
                        <p:cond delay="indefinite"/>
                      </p:stCondLst>
                      <p:childTnLst>
                        <p:par>
                          <p:cTn id="121" fill="hold">
                            <p:stCondLst>
                              <p:cond delay="0"/>
                            </p:stCondLst>
                            <p:childTnLst>
                              <p:par>
                                <p:cTn id="122" presetID="22" presetClass="entr" presetSubtype="8" fill="hold" grpId="0" nodeType="clickEffect">
                                  <p:stCondLst>
                                    <p:cond delay="0"/>
                                  </p:stCondLst>
                                  <p:childTnLst>
                                    <p:set>
                                      <p:cBhvr>
                                        <p:cTn id="123" dur="1" fill="hold">
                                          <p:stCondLst>
                                            <p:cond delay="0"/>
                                          </p:stCondLst>
                                        </p:cTn>
                                        <p:tgtEl>
                                          <p:spTgt spid="26"/>
                                        </p:tgtEl>
                                        <p:attrNameLst>
                                          <p:attrName>style.visibility</p:attrName>
                                        </p:attrNameLst>
                                      </p:cBhvr>
                                      <p:to>
                                        <p:strVal val="visible"/>
                                      </p:to>
                                    </p:set>
                                    <p:animEffect transition="in" filter="wipe(left)">
                                      <p:cBhvr>
                                        <p:cTn id="124"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5" grpId="0" animBg="1"/>
      <p:bldP spid="24" grpId="0" animBg="1"/>
      <p:bldP spid="23" grpId="0" animBg="1"/>
      <p:bldP spid="22" grpId="0" animBg="1"/>
      <p:bldP spid="5" grpId="0" animBg="1"/>
      <p:bldP spid="6" grpId="0" animBg="1"/>
      <p:bldP spid="7" grpId="0" animBg="1"/>
      <p:bldP spid="9" grpId="0" animBg="1"/>
      <p:bldP spid="10" grpId="0" animBg="1"/>
      <p:bldP spid="11" grpId="0" animBg="1"/>
      <p:bldP spid="12" grpId="0"/>
      <p:bldP spid="13" grpId="0"/>
      <p:bldP spid="14" grpId="0"/>
      <p:bldP spid="15" grpId="0"/>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a:extLst>
              <a:ext uri="{FF2B5EF4-FFF2-40B4-BE49-F238E27FC236}">
                <a16:creationId xmlns:a16="http://schemas.microsoft.com/office/drawing/2014/main" xmlns="" id="{A79279B3-B530-4753-99B0-11CC972E3043}"/>
              </a:ext>
            </a:extLst>
          </p:cNvPr>
          <p:cNvSpPr/>
          <p:nvPr/>
        </p:nvSpPr>
        <p:spPr>
          <a:xfrm rot="1400643">
            <a:off x="4483047" y="2880441"/>
            <a:ext cx="5044262" cy="2230159"/>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 name="Group 21"/>
          <p:cNvGrpSpPr/>
          <p:nvPr/>
        </p:nvGrpSpPr>
        <p:grpSpPr bwMode="auto">
          <a:xfrm>
            <a:off x="2946913" y="1903090"/>
            <a:ext cx="3248589" cy="2102864"/>
            <a:chOff x="0" y="0"/>
            <a:chExt cx="2046" cy="1324"/>
          </a:xfrm>
        </p:grpSpPr>
        <p:sp>
          <p:nvSpPr>
            <p:cNvPr id="24598" name="Freeform 22"/>
            <p:cNvSpPr/>
            <p:nvPr/>
          </p:nvSpPr>
          <p:spPr bwMode="auto">
            <a:xfrm>
              <a:off x="1023" y="0"/>
              <a:ext cx="664" cy="1324"/>
            </a:xfrm>
            <a:custGeom>
              <a:avLst/>
              <a:gdLst>
                <a:gd name="T0" fmla="*/ 0 w 347"/>
                <a:gd name="T1" fmla="*/ 0 h 693"/>
                <a:gd name="T2" fmla="*/ 0 w 347"/>
                <a:gd name="T3" fmla="*/ 122 h 693"/>
                <a:gd name="T4" fmla="*/ 225 w 347"/>
                <a:gd name="T5" fmla="*/ 347 h 693"/>
                <a:gd name="T6" fmla="*/ 0 w 347"/>
                <a:gd name="T7" fmla="*/ 572 h 693"/>
                <a:gd name="T8" fmla="*/ 0 w 347"/>
                <a:gd name="T9" fmla="*/ 693 h 693"/>
                <a:gd name="T10" fmla="*/ 347 w 347"/>
                <a:gd name="T11" fmla="*/ 347 h 693"/>
                <a:gd name="T12" fmla="*/ 0 w 347"/>
                <a:gd name="T13" fmla="*/ 0 h 693"/>
              </a:gdLst>
              <a:ahLst/>
              <a:cxnLst>
                <a:cxn ang="0">
                  <a:pos x="T0" y="T1"/>
                </a:cxn>
                <a:cxn ang="0">
                  <a:pos x="T2" y="T3"/>
                </a:cxn>
                <a:cxn ang="0">
                  <a:pos x="T4" y="T5"/>
                </a:cxn>
                <a:cxn ang="0">
                  <a:pos x="T6" y="T7"/>
                </a:cxn>
                <a:cxn ang="0">
                  <a:pos x="T8" y="T9"/>
                </a:cxn>
                <a:cxn ang="0">
                  <a:pos x="T10" y="T11"/>
                </a:cxn>
                <a:cxn ang="0">
                  <a:pos x="T12" y="T13"/>
                </a:cxn>
              </a:cxnLst>
              <a:rect l="0" t="0" r="r" b="b"/>
              <a:pathLst>
                <a:path w="347" h="693">
                  <a:moveTo>
                    <a:pt x="0" y="0"/>
                  </a:moveTo>
                  <a:cubicBezTo>
                    <a:pt x="0" y="122"/>
                    <a:pt x="0" y="122"/>
                    <a:pt x="0" y="122"/>
                  </a:cubicBezTo>
                  <a:cubicBezTo>
                    <a:pt x="125" y="122"/>
                    <a:pt x="225" y="222"/>
                    <a:pt x="225" y="347"/>
                  </a:cubicBezTo>
                  <a:cubicBezTo>
                    <a:pt x="225" y="471"/>
                    <a:pt x="125" y="572"/>
                    <a:pt x="0" y="572"/>
                  </a:cubicBezTo>
                  <a:cubicBezTo>
                    <a:pt x="0" y="693"/>
                    <a:pt x="0" y="693"/>
                    <a:pt x="0" y="693"/>
                  </a:cubicBezTo>
                  <a:cubicBezTo>
                    <a:pt x="192" y="693"/>
                    <a:pt x="347" y="538"/>
                    <a:pt x="347" y="347"/>
                  </a:cubicBezTo>
                  <a:cubicBezTo>
                    <a:pt x="347" y="155"/>
                    <a:pt x="192" y="0"/>
                    <a:pt x="0" y="0"/>
                  </a:cubicBez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chemeClr val="bg1">
                    <a:lumMod val="50000"/>
                  </a:schemeClr>
                </a:solidFill>
              </a:endParaRPr>
            </a:p>
          </p:txBody>
        </p:sp>
        <p:sp>
          <p:nvSpPr>
            <p:cNvPr id="24599" name="Freeform 23"/>
            <p:cNvSpPr/>
            <p:nvPr/>
          </p:nvSpPr>
          <p:spPr bwMode="auto">
            <a:xfrm>
              <a:off x="361" y="0"/>
              <a:ext cx="662" cy="1324"/>
            </a:xfrm>
            <a:custGeom>
              <a:avLst/>
              <a:gdLst>
                <a:gd name="T0" fmla="*/ 121 w 346"/>
                <a:gd name="T1" fmla="*/ 347 h 693"/>
                <a:gd name="T2" fmla="*/ 346 w 346"/>
                <a:gd name="T3" fmla="*/ 122 h 693"/>
                <a:gd name="T4" fmla="*/ 346 w 346"/>
                <a:gd name="T5" fmla="*/ 0 h 693"/>
                <a:gd name="T6" fmla="*/ 0 w 346"/>
                <a:gd name="T7" fmla="*/ 347 h 693"/>
                <a:gd name="T8" fmla="*/ 346 w 346"/>
                <a:gd name="T9" fmla="*/ 693 h 693"/>
                <a:gd name="T10" fmla="*/ 346 w 346"/>
                <a:gd name="T11" fmla="*/ 572 h 693"/>
                <a:gd name="T12" fmla="*/ 121 w 346"/>
                <a:gd name="T13" fmla="*/ 347 h 693"/>
              </a:gdLst>
              <a:ahLst/>
              <a:cxnLst>
                <a:cxn ang="0">
                  <a:pos x="T0" y="T1"/>
                </a:cxn>
                <a:cxn ang="0">
                  <a:pos x="T2" y="T3"/>
                </a:cxn>
                <a:cxn ang="0">
                  <a:pos x="T4" y="T5"/>
                </a:cxn>
                <a:cxn ang="0">
                  <a:pos x="T6" y="T7"/>
                </a:cxn>
                <a:cxn ang="0">
                  <a:pos x="T8" y="T9"/>
                </a:cxn>
                <a:cxn ang="0">
                  <a:pos x="T10" y="T11"/>
                </a:cxn>
                <a:cxn ang="0">
                  <a:pos x="T12" y="T13"/>
                </a:cxn>
              </a:cxnLst>
              <a:rect l="0" t="0" r="r" b="b"/>
              <a:pathLst>
                <a:path w="346" h="693">
                  <a:moveTo>
                    <a:pt x="121" y="347"/>
                  </a:moveTo>
                  <a:cubicBezTo>
                    <a:pt x="121" y="222"/>
                    <a:pt x="222" y="122"/>
                    <a:pt x="346" y="122"/>
                  </a:cubicBezTo>
                  <a:cubicBezTo>
                    <a:pt x="346" y="0"/>
                    <a:pt x="346" y="0"/>
                    <a:pt x="346" y="0"/>
                  </a:cubicBezTo>
                  <a:cubicBezTo>
                    <a:pt x="155" y="0"/>
                    <a:pt x="0" y="155"/>
                    <a:pt x="0" y="347"/>
                  </a:cubicBezTo>
                  <a:cubicBezTo>
                    <a:pt x="0" y="538"/>
                    <a:pt x="155" y="693"/>
                    <a:pt x="346" y="693"/>
                  </a:cubicBezTo>
                  <a:cubicBezTo>
                    <a:pt x="346" y="572"/>
                    <a:pt x="346" y="572"/>
                    <a:pt x="346" y="572"/>
                  </a:cubicBezTo>
                  <a:cubicBezTo>
                    <a:pt x="222" y="572"/>
                    <a:pt x="121" y="471"/>
                    <a:pt x="121" y="347"/>
                  </a:cubicBez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chemeClr val="bg1">
                    <a:lumMod val="50000"/>
                  </a:schemeClr>
                </a:solidFill>
              </a:endParaRPr>
            </a:p>
          </p:txBody>
        </p:sp>
        <p:sp>
          <p:nvSpPr>
            <p:cNvPr id="24600" name="Freeform 24"/>
            <p:cNvSpPr/>
            <p:nvPr/>
          </p:nvSpPr>
          <p:spPr bwMode="auto">
            <a:xfrm>
              <a:off x="593" y="233"/>
              <a:ext cx="430" cy="860"/>
            </a:xfrm>
            <a:custGeom>
              <a:avLst/>
              <a:gdLst>
                <a:gd name="T0" fmla="*/ 0 w 225"/>
                <a:gd name="T1" fmla="*/ 225 h 450"/>
                <a:gd name="T2" fmla="*/ 225 w 225"/>
                <a:gd name="T3" fmla="*/ 450 h 450"/>
                <a:gd name="T4" fmla="*/ 225 w 225"/>
                <a:gd name="T5" fmla="*/ 0 h 450"/>
                <a:gd name="T6" fmla="*/ 0 w 225"/>
                <a:gd name="T7" fmla="*/ 225 h 450"/>
              </a:gdLst>
              <a:ahLst/>
              <a:cxnLst>
                <a:cxn ang="0">
                  <a:pos x="T0" y="T1"/>
                </a:cxn>
                <a:cxn ang="0">
                  <a:pos x="T2" y="T3"/>
                </a:cxn>
                <a:cxn ang="0">
                  <a:pos x="T4" y="T5"/>
                </a:cxn>
                <a:cxn ang="0">
                  <a:pos x="T6" y="T7"/>
                </a:cxn>
              </a:cxnLst>
              <a:rect l="0" t="0" r="r" b="b"/>
              <a:pathLst>
                <a:path w="225" h="450">
                  <a:moveTo>
                    <a:pt x="0" y="225"/>
                  </a:moveTo>
                  <a:cubicBezTo>
                    <a:pt x="0" y="349"/>
                    <a:pt x="101" y="450"/>
                    <a:pt x="225" y="450"/>
                  </a:cubicBezTo>
                  <a:cubicBezTo>
                    <a:pt x="225" y="0"/>
                    <a:pt x="225" y="0"/>
                    <a:pt x="225" y="0"/>
                  </a:cubicBezTo>
                  <a:cubicBezTo>
                    <a:pt x="101" y="0"/>
                    <a:pt x="0" y="100"/>
                    <a:pt x="0" y="225"/>
                  </a:cubicBezTo>
                  <a:close/>
                </a:path>
              </a:pathLst>
            </a:custGeom>
            <a:solidFill>
              <a:schemeClr val="bg1">
                <a:lumMod val="75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chemeClr val="bg1">
                    <a:lumMod val="50000"/>
                  </a:schemeClr>
                </a:solidFill>
              </a:endParaRPr>
            </a:p>
          </p:txBody>
        </p:sp>
        <p:sp>
          <p:nvSpPr>
            <p:cNvPr id="24601" name="Freeform 25"/>
            <p:cNvSpPr/>
            <p:nvPr/>
          </p:nvSpPr>
          <p:spPr bwMode="auto">
            <a:xfrm>
              <a:off x="1023" y="233"/>
              <a:ext cx="430" cy="860"/>
            </a:xfrm>
            <a:custGeom>
              <a:avLst/>
              <a:gdLst>
                <a:gd name="T0" fmla="*/ 225 w 225"/>
                <a:gd name="T1" fmla="*/ 225 h 450"/>
                <a:gd name="T2" fmla="*/ 0 w 225"/>
                <a:gd name="T3" fmla="*/ 0 h 450"/>
                <a:gd name="T4" fmla="*/ 0 w 225"/>
                <a:gd name="T5" fmla="*/ 450 h 450"/>
                <a:gd name="T6" fmla="*/ 225 w 225"/>
                <a:gd name="T7" fmla="*/ 225 h 450"/>
              </a:gdLst>
              <a:ahLst/>
              <a:cxnLst>
                <a:cxn ang="0">
                  <a:pos x="T0" y="T1"/>
                </a:cxn>
                <a:cxn ang="0">
                  <a:pos x="T2" y="T3"/>
                </a:cxn>
                <a:cxn ang="0">
                  <a:pos x="T4" y="T5"/>
                </a:cxn>
                <a:cxn ang="0">
                  <a:pos x="T6" y="T7"/>
                </a:cxn>
              </a:cxnLst>
              <a:rect l="0" t="0" r="r" b="b"/>
              <a:pathLst>
                <a:path w="225" h="450">
                  <a:moveTo>
                    <a:pt x="225" y="225"/>
                  </a:moveTo>
                  <a:cubicBezTo>
                    <a:pt x="225" y="100"/>
                    <a:pt x="125" y="0"/>
                    <a:pt x="0" y="0"/>
                  </a:cubicBezTo>
                  <a:cubicBezTo>
                    <a:pt x="0" y="450"/>
                    <a:pt x="0" y="450"/>
                    <a:pt x="0" y="450"/>
                  </a:cubicBezTo>
                  <a:cubicBezTo>
                    <a:pt x="125" y="450"/>
                    <a:pt x="225" y="349"/>
                    <a:pt x="225" y="225"/>
                  </a:cubicBezTo>
                  <a:close/>
                </a:path>
              </a:pathLst>
            </a:custGeom>
            <a:solidFill>
              <a:schemeClr val="bg1">
                <a:lumMod val="75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chemeClr val="bg1">
                    <a:lumMod val="50000"/>
                  </a:schemeClr>
                </a:solidFill>
              </a:endParaRPr>
            </a:p>
          </p:txBody>
        </p:sp>
        <p:sp>
          <p:nvSpPr>
            <p:cNvPr id="24602" name="Oval 26"/>
            <p:cNvSpPr>
              <a:spLocks noChangeArrowheads="1"/>
            </p:cNvSpPr>
            <p:nvPr/>
          </p:nvSpPr>
          <p:spPr bwMode="auto">
            <a:xfrm>
              <a:off x="824" y="464"/>
              <a:ext cx="398" cy="397"/>
            </a:xfrm>
            <a:prstGeom prst="ellipse">
              <a:avLst/>
            </a:prstGeom>
            <a:solidFill>
              <a:srgbClr val="FAFAFA"/>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chemeClr val="bg1">
                    <a:lumMod val="50000"/>
                  </a:schemeClr>
                </a:solidFill>
              </a:endParaRPr>
            </a:p>
          </p:txBody>
        </p:sp>
        <p:sp>
          <p:nvSpPr>
            <p:cNvPr id="24603" name="Freeform 27"/>
            <p:cNvSpPr>
              <a:spLocks noEditPoints="1"/>
            </p:cNvSpPr>
            <p:nvPr/>
          </p:nvSpPr>
          <p:spPr bwMode="auto">
            <a:xfrm>
              <a:off x="924" y="561"/>
              <a:ext cx="201" cy="201"/>
            </a:xfrm>
            <a:custGeom>
              <a:avLst/>
              <a:gdLst>
                <a:gd name="T0" fmla="*/ 87 w 105"/>
                <a:gd name="T1" fmla="*/ 1 h 105"/>
                <a:gd name="T2" fmla="*/ 91 w 105"/>
                <a:gd name="T3" fmla="*/ 2 h 105"/>
                <a:gd name="T4" fmla="*/ 91 w 105"/>
                <a:gd name="T5" fmla="*/ 2 h 105"/>
                <a:gd name="T6" fmla="*/ 103 w 105"/>
                <a:gd name="T7" fmla="*/ 14 h 105"/>
                <a:gd name="T8" fmla="*/ 103 w 105"/>
                <a:gd name="T9" fmla="*/ 14 h 105"/>
                <a:gd name="T10" fmla="*/ 104 w 105"/>
                <a:gd name="T11" fmla="*/ 18 h 105"/>
                <a:gd name="T12" fmla="*/ 88 w 105"/>
                <a:gd name="T13" fmla="*/ 32 h 105"/>
                <a:gd name="T14" fmla="*/ 77 w 105"/>
                <a:gd name="T15" fmla="*/ 34 h 105"/>
                <a:gd name="T16" fmla="*/ 74 w 105"/>
                <a:gd name="T17" fmla="*/ 76 h 105"/>
                <a:gd name="T18" fmla="*/ 51 w 105"/>
                <a:gd name="T19" fmla="*/ 85 h 105"/>
                <a:gd name="T20" fmla="*/ 19 w 105"/>
                <a:gd name="T21" fmla="*/ 53 h 105"/>
                <a:gd name="T22" fmla="*/ 51 w 105"/>
                <a:gd name="T23" fmla="*/ 21 h 105"/>
                <a:gd name="T24" fmla="*/ 75 w 105"/>
                <a:gd name="T25" fmla="*/ 24 h 105"/>
                <a:gd name="T26" fmla="*/ 73 w 105"/>
                <a:gd name="T27" fmla="*/ 14 h 105"/>
                <a:gd name="T28" fmla="*/ 93 w 105"/>
                <a:gd name="T29" fmla="*/ 41 h 105"/>
                <a:gd name="T30" fmla="*/ 101 w 105"/>
                <a:gd name="T31" fmla="*/ 38 h 105"/>
                <a:gd name="T32" fmla="*/ 103 w 105"/>
                <a:gd name="T33" fmla="*/ 53 h 105"/>
                <a:gd name="T34" fmla="*/ 51 w 105"/>
                <a:gd name="T35" fmla="*/ 105 h 105"/>
                <a:gd name="T36" fmla="*/ 0 w 105"/>
                <a:gd name="T37" fmla="*/ 53 h 105"/>
                <a:gd name="T38" fmla="*/ 51 w 105"/>
                <a:gd name="T39" fmla="*/ 2 h 105"/>
                <a:gd name="T40" fmla="*/ 66 w 105"/>
                <a:gd name="T41" fmla="*/ 4 h 105"/>
                <a:gd name="T42" fmla="*/ 64 w 105"/>
                <a:gd name="T43" fmla="*/ 12 h 105"/>
                <a:gd name="T44" fmla="*/ 51 w 105"/>
                <a:gd name="T45" fmla="*/ 10 h 105"/>
                <a:gd name="T46" fmla="*/ 8 w 105"/>
                <a:gd name="T47" fmla="*/ 53 h 105"/>
                <a:gd name="T48" fmla="*/ 51 w 105"/>
                <a:gd name="T49" fmla="*/ 97 h 105"/>
                <a:gd name="T50" fmla="*/ 95 w 105"/>
                <a:gd name="T51" fmla="*/ 53 h 105"/>
                <a:gd name="T52" fmla="*/ 93 w 105"/>
                <a:gd name="T53" fmla="*/ 41 h 105"/>
                <a:gd name="T54" fmla="*/ 51 w 105"/>
                <a:gd name="T55" fmla="*/ 39 h 105"/>
                <a:gd name="T56" fmla="*/ 67 w 105"/>
                <a:gd name="T57" fmla="*/ 32 h 105"/>
                <a:gd name="T58" fmla="*/ 32 w 105"/>
                <a:gd name="T59" fmla="*/ 34 h 105"/>
                <a:gd name="T60" fmla="*/ 32 w 105"/>
                <a:gd name="T61" fmla="*/ 34 h 105"/>
                <a:gd name="T62" fmla="*/ 32 w 105"/>
                <a:gd name="T63" fmla="*/ 73 h 105"/>
                <a:gd name="T64" fmla="*/ 71 w 105"/>
                <a:gd name="T65" fmla="*/ 73 h 105"/>
                <a:gd name="T66" fmla="*/ 79 w 105"/>
                <a:gd name="T67" fmla="*/ 53 h 105"/>
                <a:gd name="T68" fmla="*/ 64 w 105"/>
                <a:gd name="T69" fmla="*/ 46 h 105"/>
                <a:gd name="T70" fmla="*/ 62 w 105"/>
                <a:gd name="T71" fmla="*/ 64 h 105"/>
                <a:gd name="T72" fmla="*/ 51 w 105"/>
                <a:gd name="T73" fmla="*/ 68 h 105"/>
                <a:gd name="T74" fmla="*/ 37 w 105"/>
                <a:gd name="T75" fmla="*/ 53 h 105"/>
                <a:gd name="T76" fmla="*/ 41 w 105"/>
                <a:gd name="T77" fmla="*/ 43 h 105"/>
                <a:gd name="T78" fmla="*/ 55 w 105"/>
                <a:gd name="T79" fmla="*/ 44 h 105"/>
                <a:gd name="T80" fmla="*/ 51 w 105"/>
                <a:gd name="T81" fmla="*/ 44 h 105"/>
                <a:gd name="T82" fmla="*/ 42 w 105"/>
                <a:gd name="T83" fmla="*/ 53 h 105"/>
                <a:gd name="T84" fmla="*/ 51 w 105"/>
                <a:gd name="T85" fmla="*/ 63 h 105"/>
                <a:gd name="T86" fmla="*/ 58 w 105"/>
                <a:gd name="T87" fmla="*/ 60 h 105"/>
                <a:gd name="T88" fmla="*/ 61 w 105"/>
                <a:gd name="T89" fmla="*/ 50 h 105"/>
                <a:gd name="T90" fmla="*/ 49 w 105"/>
                <a:gd name="T91" fmla="*/ 56 h 105"/>
                <a:gd name="T92" fmla="*/ 55 w 105"/>
                <a:gd name="T93" fmla="*/ 44 h 105"/>
                <a:gd name="T94" fmla="*/ 87 w 105"/>
                <a:gd name="T95" fmla="*/ 7 h 105"/>
                <a:gd name="T96" fmla="*/ 79 w 105"/>
                <a:gd name="T97" fmla="*/ 22 h 105"/>
                <a:gd name="T98" fmla="*/ 87 w 105"/>
                <a:gd name="T99" fmla="*/ 7 h 105"/>
                <a:gd name="T100" fmla="*/ 92 w 105"/>
                <a:gd name="T101" fmla="*/ 16 h 105"/>
                <a:gd name="T102" fmla="*/ 88 w 105"/>
                <a:gd name="T103" fmla="*/ 27 h 105"/>
                <a:gd name="T104" fmla="*/ 92 w 105"/>
                <a:gd name="T105" fmla="*/ 16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05" h="105">
                  <a:moveTo>
                    <a:pt x="73" y="14"/>
                  </a:moveTo>
                  <a:cubicBezTo>
                    <a:pt x="87" y="1"/>
                    <a:pt x="87" y="1"/>
                    <a:pt x="87" y="1"/>
                  </a:cubicBezTo>
                  <a:cubicBezTo>
                    <a:pt x="88" y="0"/>
                    <a:pt x="89" y="0"/>
                    <a:pt x="90" y="1"/>
                  </a:cubicBezTo>
                  <a:cubicBezTo>
                    <a:pt x="91" y="1"/>
                    <a:pt x="91" y="2"/>
                    <a:pt x="91" y="2"/>
                  </a:cubicBezTo>
                  <a:cubicBezTo>
                    <a:pt x="91" y="2"/>
                    <a:pt x="91" y="2"/>
                    <a:pt x="91" y="2"/>
                  </a:cubicBezTo>
                  <a:cubicBezTo>
                    <a:pt x="91" y="2"/>
                    <a:pt x="91" y="2"/>
                    <a:pt x="91" y="2"/>
                  </a:cubicBezTo>
                  <a:cubicBezTo>
                    <a:pt x="94" y="11"/>
                    <a:pt x="94" y="11"/>
                    <a:pt x="94" y="11"/>
                  </a:cubicBezTo>
                  <a:cubicBezTo>
                    <a:pt x="103" y="14"/>
                    <a:pt x="103" y="14"/>
                    <a:pt x="103" y="14"/>
                  </a:cubicBezTo>
                  <a:cubicBezTo>
                    <a:pt x="103" y="14"/>
                    <a:pt x="103" y="14"/>
                    <a:pt x="103" y="14"/>
                  </a:cubicBezTo>
                  <a:cubicBezTo>
                    <a:pt x="103" y="14"/>
                    <a:pt x="103" y="14"/>
                    <a:pt x="103" y="14"/>
                  </a:cubicBezTo>
                  <a:cubicBezTo>
                    <a:pt x="103" y="14"/>
                    <a:pt x="104" y="14"/>
                    <a:pt x="104" y="14"/>
                  </a:cubicBezTo>
                  <a:cubicBezTo>
                    <a:pt x="105" y="15"/>
                    <a:pt x="105" y="17"/>
                    <a:pt x="104" y="18"/>
                  </a:cubicBezTo>
                  <a:cubicBezTo>
                    <a:pt x="91" y="31"/>
                    <a:pt x="91" y="31"/>
                    <a:pt x="91" y="31"/>
                  </a:cubicBezTo>
                  <a:cubicBezTo>
                    <a:pt x="90" y="32"/>
                    <a:pt x="89" y="32"/>
                    <a:pt x="88" y="32"/>
                  </a:cubicBezTo>
                  <a:cubicBezTo>
                    <a:pt x="81" y="30"/>
                    <a:pt x="81" y="30"/>
                    <a:pt x="81" y="30"/>
                  </a:cubicBezTo>
                  <a:cubicBezTo>
                    <a:pt x="77" y="34"/>
                    <a:pt x="77" y="34"/>
                    <a:pt x="77" y="34"/>
                  </a:cubicBezTo>
                  <a:cubicBezTo>
                    <a:pt x="81" y="39"/>
                    <a:pt x="83" y="46"/>
                    <a:pt x="83" y="53"/>
                  </a:cubicBezTo>
                  <a:cubicBezTo>
                    <a:pt x="83" y="62"/>
                    <a:pt x="80" y="70"/>
                    <a:pt x="74" y="76"/>
                  </a:cubicBezTo>
                  <a:cubicBezTo>
                    <a:pt x="74" y="76"/>
                    <a:pt x="74" y="76"/>
                    <a:pt x="74" y="76"/>
                  </a:cubicBezTo>
                  <a:cubicBezTo>
                    <a:pt x="68" y="82"/>
                    <a:pt x="60" y="85"/>
                    <a:pt x="51" y="85"/>
                  </a:cubicBezTo>
                  <a:cubicBezTo>
                    <a:pt x="43" y="85"/>
                    <a:pt x="35" y="82"/>
                    <a:pt x="29" y="76"/>
                  </a:cubicBezTo>
                  <a:cubicBezTo>
                    <a:pt x="23" y="70"/>
                    <a:pt x="19" y="62"/>
                    <a:pt x="19" y="53"/>
                  </a:cubicBezTo>
                  <a:cubicBezTo>
                    <a:pt x="19" y="45"/>
                    <a:pt x="23" y="37"/>
                    <a:pt x="29" y="31"/>
                  </a:cubicBezTo>
                  <a:cubicBezTo>
                    <a:pt x="35" y="25"/>
                    <a:pt x="43" y="21"/>
                    <a:pt x="51" y="21"/>
                  </a:cubicBezTo>
                  <a:cubicBezTo>
                    <a:pt x="59" y="21"/>
                    <a:pt x="66" y="24"/>
                    <a:pt x="71" y="28"/>
                  </a:cubicBezTo>
                  <a:cubicBezTo>
                    <a:pt x="75" y="24"/>
                    <a:pt x="75" y="24"/>
                    <a:pt x="75" y="24"/>
                  </a:cubicBezTo>
                  <a:cubicBezTo>
                    <a:pt x="73" y="17"/>
                    <a:pt x="73" y="17"/>
                    <a:pt x="73" y="17"/>
                  </a:cubicBezTo>
                  <a:cubicBezTo>
                    <a:pt x="73" y="16"/>
                    <a:pt x="73" y="15"/>
                    <a:pt x="73" y="14"/>
                  </a:cubicBezTo>
                  <a:close/>
                  <a:moveTo>
                    <a:pt x="93" y="41"/>
                  </a:moveTo>
                  <a:cubicBezTo>
                    <a:pt x="93" y="41"/>
                    <a:pt x="93" y="41"/>
                    <a:pt x="93" y="41"/>
                  </a:cubicBezTo>
                  <a:cubicBezTo>
                    <a:pt x="92" y="39"/>
                    <a:pt x="94" y="36"/>
                    <a:pt x="96" y="36"/>
                  </a:cubicBezTo>
                  <a:cubicBezTo>
                    <a:pt x="98" y="35"/>
                    <a:pt x="100" y="36"/>
                    <a:pt x="101" y="38"/>
                  </a:cubicBezTo>
                  <a:cubicBezTo>
                    <a:pt x="102" y="41"/>
                    <a:pt x="102" y="43"/>
                    <a:pt x="102" y="46"/>
                  </a:cubicBezTo>
                  <a:cubicBezTo>
                    <a:pt x="103" y="48"/>
                    <a:pt x="103" y="51"/>
                    <a:pt x="103" y="53"/>
                  </a:cubicBezTo>
                  <a:cubicBezTo>
                    <a:pt x="103" y="68"/>
                    <a:pt x="97" y="81"/>
                    <a:pt x="88" y="90"/>
                  </a:cubicBezTo>
                  <a:cubicBezTo>
                    <a:pt x="79" y="99"/>
                    <a:pt x="66" y="105"/>
                    <a:pt x="51" y="105"/>
                  </a:cubicBezTo>
                  <a:cubicBezTo>
                    <a:pt x="37" y="105"/>
                    <a:pt x="24" y="99"/>
                    <a:pt x="15" y="90"/>
                  </a:cubicBezTo>
                  <a:cubicBezTo>
                    <a:pt x="6" y="81"/>
                    <a:pt x="0" y="68"/>
                    <a:pt x="0" y="53"/>
                  </a:cubicBezTo>
                  <a:cubicBezTo>
                    <a:pt x="0" y="39"/>
                    <a:pt x="6" y="26"/>
                    <a:pt x="15" y="17"/>
                  </a:cubicBezTo>
                  <a:cubicBezTo>
                    <a:pt x="24" y="8"/>
                    <a:pt x="37" y="2"/>
                    <a:pt x="51" y="2"/>
                  </a:cubicBezTo>
                  <a:cubicBezTo>
                    <a:pt x="54" y="2"/>
                    <a:pt x="57" y="2"/>
                    <a:pt x="59" y="2"/>
                  </a:cubicBezTo>
                  <a:cubicBezTo>
                    <a:pt x="62" y="3"/>
                    <a:pt x="64" y="3"/>
                    <a:pt x="66" y="4"/>
                  </a:cubicBezTo>
                  <a:cubicBezTo>
                    <a:pt x="69" y="5"/>
                    <a:pt x="70" y="7"/>
                    <a:pt x="69" y="9"/>
                  </a:cubicBezTo>
                  <a:cubicBezTo>
                    <a:pt x="69" y="11"/>
                    <a:pt x="66" y="13"/>
                    <a:pt x="64" y="12"/>
                  </a:cubicBezTo>
                  <a:cubicBezTo>
                    <a:pt x="62" y="11"/>
                    <a:pt x="60" y="11"/>
                    <a:pt x="58" y="11"/>
                  </a:cubicBezTo>
                  <a:cubicBezTo>
                    <a:pt x="56" y="10"/>
                    <a:pt x="54" y="10"/>
                    <a:pt x="51" y="10"/>
                  </a:cubicBezTo>
                  <a:cubicBezTo>
                    <a:pt x="39" y="10"/>
                    <a:pt x="29" y="15"/>
                    <a:pt x="21" y="23"/>
                  </a:cubicBezTo>
                  <a:cubicBezTo>
                    <a:pt x="13" y="31"/>
                    <a:pt x="8" y="41"/>
                    <a:pt x="8" y="53"/>
                  </a:cubicBezTo>
                  <a:cubicBezTo>
                    <a:pt x="8" y="65"/>
                    <a:pt x="13" y="76"/>
                    <a:pt x="21" y="84"/>
                  </a:cubicBezTo>
                  <a:cubicBezTo>
                    <a:pt x="29" y="92"/>
                    <a:pt x="39" y="97"/>
                    <a:pt x="51" y="97"/>
                  </a:cubicBezTo>
                  <a:cubicBezTo>
                    <a:pt x="63" y="97"/>
                    <a:pt x="74" y="92"/>
                    <a:pt x="82" y="84"/>
                  </a:cubicBezTo>
                  <a:cubicBezTo>
                    <a:pt x="90" y="76"/>
                    <a:pt x="95" y="65"/>
                    <a:pt x="95" y="53"/>
                  </a:cubicBezTo>
                  <a:cubicBezTo>
                    <a:pt x="95" y="51"/>
                    <a:pt x="95" y="49"/>
                    <a:pt x="94" y="47"/>
                  </a:cubicBezTo>
                  <a:cubicBezTo>
                    <a:pt x="94" y="45"/>
                    <a:pt x="94" y="43"/>
                    <a:pt x="93" y="41"/>
                  </a:cubicBezTo>
                  <a:close/>
                  <a:moveTo>
                    <a:pt x="51" y="39"/>
                  </a:moveTo>
                  <a:cubicBezTo>
                    <a:pt x="51" y="39"/>
                    <a:pt x="51" y="39"/>
                    <a:pt x="51" y="39"/>
                  </a:cubicBezTo>
                  <a:cubicBezTo>
                    <a:pt x="54" y="39"/>
                    <a:pt x="56" y="39"/>
                    <a:pt x="59" y="41"/>
                  </a:cubicBezTo>
                  <a:cubicBezTo>
                    <a:pt x="67" y="32"/>
                    <a:pt x="67" y="32"/>
                    <a:pt x="67" y="32"/>
                  </a:cubicBezTo>
                  <a:cubicBezTo>
                    <a:pt x="63" y="28"/>
                    <a:pt x="57" y="26"/>
                    <a:pt x="51" y="26"/>
                  </a:cubicBezTo>
                  <a:cubicBezTo>
                    <a:pt x="44" y="26"/>
                    <a:pt x="37" y="29"/>
                    <a:pt x="32" y="34"/>
                  </a:cubicBezTo>
                  <a:cubicBezTo>
                    <a:pt x="32" y="34"/>
                    <a:pt x="32" y="34"/>
                    <a:pt x="32" y="34"/>
                  </a:cubicBezTo>
                  <a:cubicBezTo>
                    <a:pt x="32" y="34"/>
                    <a:pt x="32" y="34"/>
                    <a:pt x="32" y="34"/>
                  </a:cubicBezTo>
                  <a:cubicBezTo>
                    <a:pt x="27" y="39"/>
                    <a:pt x="24" y="46"/>
                    <a:pt x="24" y="53"/>
                  </a:cubicBezTo>
                  <a:cubicBezTo>
                    <a:pt x="24" y="61"/>
                    <a:pt x="27" y="68"/>
                    <a:pt x="32" y="73"/>
                  </a:cubicBezTo>
                  <a:cubicBezTo>
                    <a:pt x="37" y="78"/>
                    <a:pt x="44" y="81"/>
                    <a:pt x="51" y="81"/>
                  </a:cubicBezTo>
                  <a:cubicBezTo>
                    <a:pt x="59" y="81"/>
                    <a:pt x="66" y="78"/>
                    <a:pt x="71" y="73"/>
                  </a:cubicBezTo>
                  <a:cubicBezTo>
                    <a:pt x="71" y="73"/>
                    <a:pt x="71" y="73"/>
                    <a:pt x="71" y="73"/>
                  </a:cubicBezTo>
                  <a:cubicBezTo>
                    <a:pt x="76" y="68"/>
                    <a:pt x="79" y="61"/>
                    <a:pt x="79" y="53"/>
                  </a:cubicBezTo>
                  <a:cubicBezTo>
                    <a:pt x="79" y="47"/>
                    <a:pt x="77" y="42"/>
                    <a:pt x="73" y="37"/>
                  </a:cubicBezTo>
                  <a:cubicBezTo>
                    <a:pt x="64" y="46"/>
                    <a:pt x="64" y="46"/>
                    <a:pt x="64" y="46"/>
                  </a:cubicBezTo>
                  <a:cubicBezTo>
                    <a:pt x="65" y="48"/>
                    <a:pt x="66" y="51"/>
                    <a:pt x="66" y="53"/>
                  </a:cubicBezTo>
                  <a:cubicBezTo>
                    <a:pt x="66" y="57"/>
                    <a:pt x="64" y="61"/>
                    <a:pt x="62" y="64"/>
                  </a:cubicBezTo>
                  <a:cubicBezTo>
                    <a:pt x="62" y="64"/>
                    <a:pt x="62" y="64"/>
                    <a:pt x="62" y="64"/>
                  </a:cubicBezTo>
                  <a:cubicBezTo>
                    <a:pt x="59" y="66"/>
                    <a:pt x="55" y="68"/>
                    <a:pt x="51" y="68"/>
                  </a:cubicBezTo>
                  <a:cubicBezTo>
                    <a:pt x="47" y="68"/>
                    <a:pt x="44" y="66"/>
                    <a:pt x="41" y="64"/>
                  </a:cubicBezTo>
                  <a:cubicBezTo>
                    <a:pt x="38" y="61"/>
                    <a:pt x="37" y="57"/>
                    <a:pt x="37" y="53"/>
                  </a:cubicBezTo>
                  <a:cubicBezTo>
                    <a:pt x="37" y="49"/>
                    <a:pt x="38" y="46"/>
                    <a:pt x="41" y="43"/>
                  </a:cubicBezTo>
                  <a:cubicBezTo>
                    <a:pt x="41" y="43"/>
                    <a:pt x="41" y="43"/>
                    <a:pt x="41" y="43"/>
                  </a:cubicBezTo>
                  <a:cubicBezTo>
                    <a:pt x="44" y="40"/>
                    <a:pt x="47" y="39"/>
                    <a:pt x="51" y="39"/>
                  </a:cubicBezTo>
                  <a:close/>
                  <a:moveTo>
                    <a:pt x="55" y="44"/>
                  </a:moveTo>
                  <a:cubicBezTo>
                    <a:pt x="55" y="44"/>
                    <a:pt x="55" y="44"/>
                    <a:pt x="55" y="44"/>
                  </a:cubicBezTo>
                  <a:cubicBezTo>
                    <a:pt x="54" y="44"/>
                    <a:pt x="53" y="44"/>
                    <a:pt x="51" y="44"/>
                  </a:cubicBezTo>
                  <a:cubicBezTo>
                    <a:pt x="49" y="44"/>
                    <a:pt x="46" y="45"/>
                    <a:pt x="45" y="46"/>
                  </a:cubicBezTo>
                  <a:cubicBezTo>
                    <a:pt x="43" y="48"/>
                    <a:pt x="42" y="51"/>
                    <a:pt x="42" y="53"/>
                  </a:cubicBezTo>
                  <a:cubicBezTo>
                    <a:pt x="42" y="56"/>
                    <a:pt x="43" y="59"/>
                    <a:pt x="45" y="60"/>
                  </a:cubicBezTo>
                  <a:cubicBezTo>
                    <a:pt x="46" y="62"/>
                    <a:pt x="49" y="63"/>
                    <a:pt x="51" y="63"/>
                  </a:cubicBezTo>
                  <a:cubicBezTo>
                    <a:pt x="54" y="63"/>
                    <a:pt x="57" y="62"/>
                    <a:pt x="58" y="60"/>
                  </a:cubicBezTo>
                  <a:cubicBezTo>
                    <a:pt x="58" y="60"/>
                    <a:pt x="58" y="60"/>
                    <a:pt x="58" y="60"/>
                  </a:cubicBezTo>
                  <a:cubicBezTo>
                    <a:pt x="60" y="59"/>
                    <a:pt x="61" y="56"/>
                    <a:pt x="61" y="53"/>
                  </a:cubicBezTo>
                  <a:cubicBezTo>
                    <a:pt x="61" y="52"/>
                    <a:pt x="61" y="51"/>
                    <a:pt x="61" y="50"/>
                  </a:cubicBezTo>
                  <a:cubicBezTo>
                    <a:pt x="54" y="56"/>
                    <a:pt x="54" y="56"/>
                    <a:pt x="54" y="56"/>
                  </a:cubicBezTo>
                  <a:cubicBezTo>
                    <a:pt x="53" y="58"/>
                    <a:pt x="50" y="58"/>
                    <a:pt x="49" y="56"/>
                  </a:cubicBezTo>
                  <a:cubicBezTo>
                    <a:pt x="47" y="55"/>
                    <a:pt x="47" y="52"/>
                    <a:pt x="49" y="51"/>
                  </a:cubicBezTo>
                  <a:cubicBezTo>
                    <a:pt x="55" y="44"/>
                    <a:pt x="55" y="44"/>
                    <a:pt x="55" y="44"/>
                  </a:cubicBezTo>
                  <a:close/>
                  <a:moveTo>
                    <a:pt x="87" y="7"/>
                  </a:moveTo>
                  <a:cubicBezTo>
                    <a:pt x="87" y="7"/>
                    <a:pt x="87" y="7"/>
                    <a:pt x="87" y="7"/>
                  </a:cubicBezTo>
                  <a:cubicBezTo>
                    <a:pt x="78" y="17"/>
                    <a:pt x="78" y="17"/>
                    <a:pt x="78" y="17"/>
                  </a:cubicBezTo>
                  <a:cubicBezTo>
                    <a:pt x="79" y="22"/>
                    <a:pt x="79" y="22"/>
                    <a:pt x="79" y="22"/>
                  </a:cubicBezTo>
                  <a:cubicBezTo>
                    <a:pt x="89" y="13"/>
                    <a:pt x="89" y="13"/>
                    <a:pt x="89" y="13"/>
                  </a:cubicBezTo>
                  <a:cubicBezTo>
                    <a:pt x="87" y="7"/>
                    <a:pt x="87" y="7"/>
                    <a:pt x="87" y="7"/>
                  </a:cubicBezTo>
                  <a:close/>
                  <a:moveTo>
                    <a:pt x="92" y="16"/>
                  </a:moveTo>
                  <a:cubicBezTo>
                    <a:pt x="92" y="16"/>
                    <a:pt x="92" y="16"/>
                    <a:pt x="92" y="16"/>
                  </a:cubicBezTo>
                  <a:cubicBezTo>
                    <a:pt x="83" y="25"/>
                    <a:pt x="83" y="25"/>
                    <a:pt x="83" y="25"/>
                  </a:cubicBezTo>
                  <a:cubicBezTo>
                    <a:pt x="88" y="27"/>
                    <a:pt x="88" y="27"/>
                    <a:pt x="88" y="27"/>
                  </a:cubicBezTo>
                  <a:cubicBezTo>
                    <a:pt x="97" y="18"/>
                    <a:pt x="97" y="18"/>
                    <a:pt x="97" y="18"/>
                  </a:cubicBezTo>
                  <a:cubicBezTo>
                    <a:pt x="92" y="16"/>
                    <a:pt x="92" y="16"/>
                    <a:pt x="92" y="16"/>
                  </a:cubicBezTo>
                  <a:close/>
                </a:path>
              </a:pathLst>
            </a:custGeom>
            <a:solidFill>
              <a:schemeClr val="bg1">
                <a:lumMod val="5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chemeClr val="bg1">
                    <a:lumMod val="50000"/>
                  </a:schemeClr>
                </a:solidFill>
              </a:endParaRPr>
            </a:p>
          </p:txBody>
        </p:sp>
        <p:sp>
          <p:nvSpPr>
            <p:cNvPr id="24604" name="Freeform 28"/>
            <p:cNvSpPr/>
            <p:nvPr/>
          </p:nvSpPr>
          <p:spPr bwMode="auto">
            <a:xfrm>
              <a:off x="0" y="861"/>
              <a:ext cx="1051" cy="232"/>
            </a:xfrm>
            <a:custGeom>
              <a:avLst/>
              <a:gdLst>
                <a:gd name="T0" fmla="*/ 61 w 535"/>
                <a:gd name="T1" fmla="*/ 0 h 121"/>
                <a:gd name="T2" fmla="*/ 0 w 535"/>
                <a:gd name="T3" fmla="*/ 60 h 121"/>
                <a:gd name="T4" fmla="*/ 61 w 535"/>
                <a:gd name="T5" fmla="*/ 121 h 121"/>
                <a:gd name="T6" fmla="*/ 535 w 535"/>
                <a:gd name="T7" fmla="*/ 121 h 121"/>
                <a:gd name="T8" fmla="*/ 535 w 535"/>
                <a:gd name="T9" fmla="*/ 0 h 121"/>
                <a:gd name="T10" fmla="*/ 61 w 535"/>
                <a:gd name="T11" fmla="*/ 0 h 121"/>
              </a:gdLst>
              <a:ahLst/>
              <a:cxnLst>
                <a:cxn ang="0">
                  <a:pos x="T0" y="T1"/>
                </a:cxn>
                <a:cxn ang="0">
                  <a:pos x="T2" y="T3"/>
                </a:cxn>
                <a:cxn ang="0">
                  <a:pos x="T4" y="T5"/>
                </a:cxn>
                <a:cxn ang="0">
                  <a:pos x="T6" y="T7"/>
                </a:cxn>
                <a:cxn ang="0">
                  <a:pos x="T8" y="T9"/>
                </a:cxn>
                <a:cxn ang="0">
                  <a:pos x="T10" y="T11"/>
                </a:cxn>
              </a:cxnLst>
              <a:rect l="0" t="0" r="r" b="b"/>
              <a:pathLst>
                <a:path w="535" h="121">
                  <a:moveTo>
                    <a:pt x="61" y="0"/>
                  </a:moveTo>
                  <a:cubicBezTo>
                    <a:pt x="27" y="0"/>
                    <a:pt x="0" y="27"/>
                    <a:pt x="0" y="60"/>
                  </a:cubicBezTo>
                  <a:cubicBezTo>
                    <a:pt x="0" y="93"/>
                    <a:pt x="27" y="121"/>
                    <a:pt x="61" y="121"/>
                  </a:cubicBezTo>
                  <a:cubicBezTo>
                    <a:pt x="535" y="121"/>
                    <a:pt x="535" y="121"/>
                    <a:pt x="535" y="121"/>
                  </a:cubicBezTo>
                  <a:cubicBezTo>
                    <a:pt x="535" y="0"/>
                    <a:pt x="535" y="0"/>
                    <a:pt x="535" y="0"/>
                  </a:cubicBezTo>
                  <a:lnTo>
                    <a:pt x="61"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chemeClr val="bg1">
                    <a:lumMod val="50000"/>
                  </a:schemeClr>
                </a:solidFill>
              </a:endParaRPr>
            </a:p>
          </p:txBody>
        </p:sp>
        <p:sp>
          <p:nvSpPr>
            <p:cNvPr id="24605" name="Freeform 29"/>
            <p:cNvSpPr/>
            <p:nvPr/>
          </p:nvSpPr>
          <p:spPr bwMode="auto">
            <a:xfrm>
              <a:off x="0" y="1093"/>
              <a:ext cx="1051" cy="231"/>
            </a:xfrm>
            <a:custGeom>
              <a:avLst/>
              <a:gdLst>
                <a:gd name="T0" fmla="*/ 61 w 535"/>
                <a:gd name="T1" fmla="*/ 0 h 121"/>
                <a:gd name="T2" fmla="*/ 0 w 535"/>
                <a:gd name="T3" fmla="*/ 60 h 121"/>
                <a:gd name="T4" fmla="*/ 61 w 535"/>
                <a:gd name="T5" fmla="*/ 121 h 121"/>
                <a:gd name="T6" fmla="*/ 535 w 535"/>
                <a:gd name="T7" fmla="*/ 121 h 121"/>
                <a:gd name="T8" fmla="*/ 535 w 535"/>
                <a:gd name="T9" fmla="*/ 0 h 121"/>
                <a:gd name="T10" fmla="*/ 61 w 535"/>
                <a:gd name="T11" fmla="*/ 0 h 121"/>
              </a:gdLst>
              <a:ahLst/>
              <a:cxnLst>
                <a:cxn ang="0">
                  <a:pos x="T0" y="T1"/>
                </a:cxn>
                <a:cxn ang="0">
                  <a:pos x="T2" y="T3"/>
                </a:cxn>
                <a:cxn ang="0">
                  <a:pos x="T4" y="T5"/>
                </a:cxn>
                <a:cxn ang="0">
                  <a:pos x="T6" y="T7"/>
                </a:cxn>
                <a:cxn ang="0">
                  <a:pos x="T8" y="T9"/>
                </a:cxn>
                <a:cxn ang="0">
                  <a:pos x="T10" y="T11"/>
                </a:cxn>
              </a:cxnLst>
              <a:rect l="0" t="0" r="r" b="b"/>
              <a:pathLst>
                <a:path w="535" h="121">
                  <a:moveTo>
                    <a:pt x="61" y="0"/>
                  </a:moveTo>
                  <a:cubicBezTo>
                    <a:pt x="27" y="0"/>
                    <a:pt x="0" y="27"/>
                    <a:pt x="0" y="60"/>
                  </a:cubicBezTo>
                  <a:cubicBezTo>
                    <a:pt x="0" y="93"/>
                    <a:pt x="27" y="121"/>
                    <a:pt x="61" y="121"/>
                  </a:cubicBezTo>
                  <a:cubicBezTo>
                    <a:pt x="535" y="121"/>
                    <a:pt x="535" y="121"/>
                    <a:pt x="535" y="121"/>
                  </a:cubicBezTo>
                  <a:cubicBezTo>
                    <a:pt x="535" y="0"/>
                    <a:pt x="535" y="0"/>
                    <a:pt x="535" y="0"/>
                  </a:cubicBezTo>
                  <a:lnTo>
                    <a:pt x="61" y="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chemeClr val="bg1">
                    <a:lumMod val="50000"/>
                  </a:schemeClr>
                </a:solidFill>
              </a:endParaRPr>
            </a:p>
          </p:txBody>
        </p:sp>
        <p:sp>
          <p:nvSpPr>
            <p:cNvPr id="24606" name="Freeform 30"/>
            <p:cNvSpPr/>
            <p:nvPr/>
          </p:nvSpPr>
          <p:spPr bwMode="auto">
            <a:xfrm>
              <a:off x="983" y="2"/>
              <a:ext cx="1063" cy="231"/>
            </a:xfrm>
            <a:custGeom>
              <a:avLst/>
              <a:gdLst>
                <a:gd name="T0" fmla="*/ 475 w 535"/>
                <a:gd name="T1" fmla="*/ 0 h 121"/>
                <a:gd name="T2" fmla="*/ 0 w 535"/>
                <a:gd name="T3" fmla="*/ 0 h 121"/>
                <a:gd name="T4" fmla="*/ 0 w 535"/>
                <a:gd name="T5" fmla="*/ 121 h 121"/>
                <a:gd name="T6" fmla="*/ 475 w 535"/>
                <a:gd name="T7" fmla="*/ 121 h 121"/>
                <a:gd name="T8" fmla="*/ 535 w 535"/>
                <a:gd name="T9" fmla="*/ 60 h 121"/>
                <a:gd name="T10" fmla="*/ 475 w 535"/>
                <a:gd name="T11" fmla="*/ 0 h 121"/>
              </a:gdLst>
              <a:ahLst/>
              <a:cxnLst>
                <a:cxn ang="0">
                  <a:pos x="T0" y="T1"/>
                </a:cxn>
                <a:cxn ang="0">
                  <a:pos x="T2" y="T3"/>
                </a:cxn>
                <a:cxn ang="0">
                  <a:pos x="T4" y="T5"/>
                </a:cxn>
                <a:cxn ang="0">
                  <a:pos x="T6" y="T7"/>
                </a:cxn>
                <a:cxn ang="0">
                  <a:pos x="T8" y="T9"/>
                </a:cxn>
                <a:cxn ang="0">
                  <a:pos x="T10" y="T11"/>
                </a:cxn>
              </a:cxnLst>
              <a:rect l="0" t="0" r="r" b="b"/>
              <a:pathLst>
                <a:path w="535" h="121">
                  <a:moveTo>
                    <a:pt x="475" y="0"/>
                  </a:moveTo>
                  <a:cubicBezTo>
                    <a:pt x="0" y="0"/>
                    <a:pt x="0" y="0"/>
                    <a:pt x="0" y="0"/>
                  </a:cubicBezTo>
                  <a:cubicBezTo>
                    <a:pt x="0" y="121"/>
                    <a:pt x="0" y="121"/>
                    <a:pt x="0" y="121"/>
                  </a:cubicBezTo>
                  <a:cubicBezTo>
                    <a:pt x="475" y="121"/>
                    <a:pt x="475" y="121"/>
                    <a:pt x="475" y="121"/>
                  </a:cubicBezTo>
                  <a:cubicBezTo>
                    <a:pt x="508" y="121"/>
                    <a:pt x="535" y="93"/>
                    <a:pt x="535" y="60"/>
                  </a:cubicBezTo>
                  <a:cubicBezTo>
                    <a:pt x="535" y="27"/>
                    <a:pt x="508" y="0"/>
                    <a:pt x="475" y="0"/>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chemeClr val="bg1">
                    <a:lumMod val="50000"/>
                  </a:schemeClr>
                </a:solidFill>
              </a:endParaRPr>
            </a:p>
          </p:txBody>
        </p:sp>
        <p:sp>
          <p:nvSpPr>
            <p:cNvPr id="24607" name="Freeform 31"/>
            <p:cNvSpPr/>
            <p:nvPr/>
          </p:nvSpPr>
          <p:spPr bwMode="auto">
            <a:xfrm>
              <a:off x="983" y="233"/>
              <a:ext cx="1063" cy="231"/>
            </a:xfrm>
            <a:custGeom>
              <a:avLst/>
              <a:gdLst>
                <a:gd name="T0" fmla="*/ 475 w 535"/>
                <a:gd name="T1" fmla="*/ 0 h 121"/>
                <a:gd name="T2" fmla="*/ 0 w 535"/>
                <a:gd name="T3" fmla="*/ 0 h 121"/>
                <a:gd name="T4" fmla="*/ 0 w 535"/>
                <a:gd name="T5" fmla="*/ 121 h 121"/>
                <a:gd name="T6" fmla="*/ 475 w 535"/>
                <a:gd name="T7" fmla="*/ 121 h 121"/>
                <a:gd name="T8" fmla="*/ 535 w 535"/>
                <a:gd name="T9" fmla="*/ 60 h 121"/>
                <a:gd name="T10" fmla="*/ 475 w 535"/>
                <a:gd name="T11" fmla="*/ 0 h 121"/>
              </a:gdLst>
              <a:ahLst/>
              <a:cxnLst>
                <a:cxn ang="0">
                  <a:pos x="T0" y="T1"/>
                </a:cxn>
                <a:cxn ang="0">
                  <a:pos x="T2" y="T3"/>
                </a:cxn>
                <a:cxn ang="0">
                  <a:pos x="T4" y="T5"/>
                </a:cxn>
                <a:cxn ang="0">
                  <a:pos x="T6" y="T7"/>
                </a:cxn>
                <a:cxn ang="0">
                  <a:pos x="T8" y="T9"/>
                </a:cxn>
                <a:cxn ang="0">
                  <a:pos x="T10" y="T11"/>
                </a:cxn>
              </a:cxnLst>
              <a:rect l="0" t="0" r="r" b="b"/>
              <a:pathLst>
                <a:path w="535" h="121">
                  <a:moveTo>
                    <a:pt x="475" y="0"/>
                  </a:moveTo>
                  <a:cubicBezTo>
                    <a:pt x="0" y="0"/>
                    <a:pt x="0" y="0"/>
                    <a:pt x="0" y="0"/>
                  </a:cubicBezTo>
                  <a:cubicBezTo>
                    <a:pt x="0" y="121"/>
                    <a:pt x="0" y="121"/>
                    <a:pt x="0" y="121"/>
                  </a:cubicBezTo>
                  <a:cubicBezTo>
                    <a:pt x="475" y="121"/>
                    <a:pt x="475" y="121"/>
                    <a:pt x="475" y="121"/>
                  </a:cubicBezTo>
                  <a:cubicBezTo>
                    <a:pt x="508" y="121"/>
                    <a:pt x="535" y="93"/>
                    <a:pt x="535" y="60"/>
                  </a:cubicBezTo>
                  <a:cubicBezTo>
                    <a:pt x="535" y="27"/>
                    <a:pt x="508" y="0"/>
                    <a:pt x="475" y="0"/>
                  </a:cubicBez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chemeClr val="bg1">
                    <a:lumMod val="50000"/>
                  </a:schemeClr>
                </a:solidFill>
              </a:endParaRPr>
            </a:p>
          </p:txBody>
        </p:sp>
      </p:grpSp>
      <p:grpSp>
        <p:nvGrpSpPr>
          <p:cNvPr id="3" name="Group 32"/>
          <p:cNvGrpSpPr/>
          <p:nvPr/>
        </p:nvGrpSpPr>
        <p:grpSpPr bwMode="auto">
          <a:xfrm flipH="1">
            <a:off x="6968748" y="3241998"/>
            <a:ext cx="196884" cy="247769"/>
            <a:chOff x="0" y="0"/>
            <a:chExt cx="127" cy="163"/>
          </a:xfrm>
          <a:solidFill>
            <a:schemeClr val="accent4"/>
          </a:solidFill>
        </p:grpSpPr>
        <p:sp>
          <p:nvSpPr>
            <p:cNvPr id="24609" name="Freeform 33"/>
            <p:cNvSpPr/>
            <p:nvPr/>
          </p:nvSpPr>
          <p:spPr bwMode="auto">
            <a:xfrm>
              <a:off x="0" y="0"/>
              <a:ext cx="127" cy="163"/>
            </a:xfrm>
            <a:custGeom>
              <a:avLst/>
              <a:gdLst>
                <a:gd name="T0" fmla="*/ 28 w 124"/>
                <a:gd name="T1" fmla="*/ 146 h 159"/>
                <a:gd name="T2" fmla="*/ 14 w 124"/>
                <a:gd name="T3" fmla="*/ 146 h 159"/>
                <a:gd name="T4" fmla="*/ 14 w 124"/>
                <a:gd name="T5" fmla="*/ 13 h 159"/>
                <a:gd name="T6" fmla="*/ 117 w 124"/>
                <a:gd name="T7" fmla="*/ 13 h 159"/>
                <a:gd name="T8" fmla="*/ 124 w 124"/>
                <a:gd name="T9" fmla="*/ 7 h 159"/>
                <a:gd name="T10" fmla="*/ 117 w 124"/>
                <a:gd name="T11" fmla="*/ 0 h 159"/>
                <a:gd name="T12" fmla="*/ 7 w 124"/>
                <a:gd name="T13" fmla="*/ 0 h 159"/>
                <a:gd name="T14" fmla="*/ 0 w 124"/>
                <a:gd name="T15" fmla="*/ 7 h 159"/>
                <a:gd name="T16" fmla="*/ 0 w 124"/>
                <a:gd name="T17" fmla="*/ 152 h 159"/>
                <a:gd name="T18" fmla="*/ 7 w 124"/>
                <a:gd name="T19" fmla="*/ 159 h 159"/>
                <a:gd name="T20" fmla="*/ 28 w 124"/>
                <a:gd name="T21" fmla="*/ 159 h 159"/>
                <a:gd name="T22" fmla="*/ 35 w 124"/>
                <a:gd name="T23" fmla="*/ 152 h 159"/>
                <a:gd name="T24" fmla="*/ 28 w 124"/>
                <a:gd name="T25" fmla="*/ 146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59">
                  <a:moveTo>
                    <a:pt x="28" y="146"/>
                  </a:moveTo>
                  <a:cubicBezTo>
                    <a:pt x="14" y="146"/>
                    <a:pt x="14" y="146"/>
                    <a:pt x="14" y="146"/>
                  </a:cubicBezTo>
                  <a:cubicBezTo>
                    <a:pt x="14" y="13"/>
                    <a:pt x="14" y="13"/>
                    <a:pt x="14" y="13"/>
                  </a:cubicBezTo>
                  <a:cubicBezTo>
                    <a:pt x="117" y="13"/>
                    <a:pt x="117" y="13"/>
                    <a:pt x="117" y="13"/>
                  </a:cubicBezTo>
                  <a:cubicBezTo>
                    <a:pt x="121" y="13"/>
                    <a:pt x="124" y="10"/>
                    <a:pt x="124" y="7"/>
                  </a:cubicBezTo>
                  <a:cubicBezTo>
                    <a:pt x="124" y="3"/>
                    <a:pt x="121" y="0"/>
                    <a:pt x="117" y="0"/>
                  </a:cubicBezTo>
                  <a:cubicBezTo>
                    <a:pt x="7" y="0"/>
                    <a:pt x="7" y="0"/>
                    <a:pt x="7" y="0"/>
                  </a:cubicBezTo>
                  <a:cubicBezTo>
                    <a:pt x="3" y="0"/>
                    <a:pt x="0" y="3"/>
                    <a:pt x="0" y="7"/>
                  </a:cubicBezTo>
                  <a:cubicBezTo>
                    <a:pt x="0" y="152"/>
                    <a:pt x="0" y="152"/>
                    <a:pt x="0" y="152"/>
                  </a:cubicBezTo>
                  <a:cubicBezTo>
                    <a:pt x="0" y="156"/>
                    <a:pt x="3" y="159"/>
                    <a:pt x="7" y="159"/>
                  </a:cubicBezTo>
                  <a:cubicBezTo>
                    <a:pt x="28" y="159"/>
                    <a:pt x="28" y="159"/>
                    <a:pt x="28" y="159"/>
                  </a:cubicBezTo>
                  <a:cubicBezTo>
                    <a:pt x="31" y="159"/>
                    <a:pt x="35" y="156"/>
                    <a:pt x="35" y="152"/>
                  </a:cubicBezTo>
                  <a:cubicBezTo>
                    <a:pt x="35" y="149"/>
                    <a:pt x="31" y="146"/>
                    <a:pt x="28" y="14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chemeClr val="bg1">
                    <a:lumMod val="50000"/>
                  </a:schemeClr>
                </a:solidFill>
              </a:endParaRPr>
            </a:p>
          </p:txBody>
        </p:sp>
        <p:sp>
          <p:nvSpPr>
            <p:cNvPr id="24610" name="Freeform 34"/>
            <p:cNvSpPr/>
            <p:nvPr/>
          </p:nvSpPr>
          <p:spPr bwMode="auto">
            <a:xfrm>
              <a:off x="80" y="95"/>
              <a:ext cx="47" cy="68"/>
            </a:xfrm>
            <a:custGeom>
              <a:avLst/>
              <a:gdLst>
                <a:gd name="T0" fmla="*/ 39 w 46"/>
                <a:gd name="T1" fmla="*/ 0 h 66"/>
                <a:gd name="T2" fmla="*/ 32 w 46"/>
                <a:gd name="T3" fmla="*/ 7 h 66"/>
                <a:gd name="T4" fmla="*/ 32 w 46"/>
                <a:gd name="T5" fmla="*/ 53 h 66"/>
                <a:gd name="T6" fmla="*/ 7 w 46"/>
                <a:gd name="T7" fmla="*/ 53 h 66"/>
                <a:gd name="T8" fmla="*/ 0 w 46"/>
                <a:gd name="T9" fmla="*/ 59 h 66"/>
                <a:gd name="T10" fmla="*/ 7 w 46"/>
                <a:gd name="T11" fmla="*/ 66 h 66"/>
                <a:gd name="T12" fmla="*/ 39 w 46"/>
                <a:gd name="T13" fmla="*/ 66 h 66"/>
                <a:gd name="T14" fmla="*/ 44 w 46"/>
                <a:gd name="T15" fmla="*/ 64 h 66"/>
                <a:gd name="T16" fmla="*/ 46 w 46"/>
                <a:gd name="T17" fmla="*/ 59 h 66"/>
                <a:gd name="T18" fmla="*/ 46 w 46"/>
                <a:gd name="T19" fmla="*/ 7 h 66"/>
                <a:gd name="T20" fmla="*/ 39 w 46"/>
                <a:gd name="T21"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 h="66">
                  <a:moveTo>
                    <a:pt x="39" y="0"/>
                  </a:moveTo>
                  <a:cubicBezTo>
                    <a:pt x="35" y="0"/>
                    <a:pt x="32" y="3"/>
                    <a:pt x="32" y="7"/>
                  </a:cubicBezTo>
                  <a:cubicBezTo>
                    <a:pt x="32" y="53"/>
                    <a:pt x="32" y="53"/>
                    <a:pt x="32" y="53"/>
                  </a:cubicBezTo>
                  <a:cubicBezTo>
                    <a:pt x="7" y="53"/>
                    <a:pt x="7" y="53"/>
                    <a:pt x="7" y="53"/>
                  </a:cubicBezTo>
                  <a:cubicBezTo>
                    <a:pt x="3" y="53"/>
                    <a:pt x="0" y="56"/>
                    <a:pt x="0" y="59"/>
                  </a:cubicBezTo>
                  <a:cubicBezTo>
                    <a:pt x="0" y="63"/>
                    <a:pt x="3" y="66"/>
                    <a:pt x="7" y="66"/>
                  </a:cubicBezTo>
                  <a:cubicBezTo>
                    <a:pt x="39" y="66"/>
                    <a:pt x="39" y="66"/>
                    <a:pt x="39" y="66"/>
                  </a:cubicBezTo>
                  <a:cubicBezTo>
                    <a:pt x="41" y="66"/>
                    <a:pt x="43" y="66"/>
                    <a:pt x="44" y="64"/>
                  </a:cubicBezTo>
                  <a:cubicBezTo>
                    <a:pt x="45" y="63"/>
                    <a:pt x="46" y="61"/>
                    <a:pt x="46" y="59"/>
                  </a:cubicBezTo>
                  <a:cubicBezTo>
                    <a:pt x="46" y="7"/>
                    <a:pt x="46" y="7"/>
                    <a:pt x="46" y="7"/>
                  </a:cubicBezTo>
                  <a:cubicBezTo>
                    <a:pt x="46" y="3"/>
                    <a:pt x="43" y="0"/>
                    <a:pt x="39"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chemeClr val="bg1">
                    <a:lumMod val="50000"/>
                  </a:schemeClr>
                </a:solidFill>
              </a:endParaRPr>
            </a:p>
          </p:txBody>
        </p:sp>
        <p:sp>
          <p:nvSpPr>
            <p:cNvPr id="24611" name="Freeform 35"/>
            <p:cNvSpPr>
              <a:spLocks noEditPoints="1"/>
            </p:cNvSpPr>
            <p:nvPr/>
          </p:nvSpPr>
          <p:spPr bwMode="auto">
            <a:xfrm>
              <a:off x="46" y="34"/>
              <a:ext cx="79" cy="114"/>
            </a:xfrm>
            <a:custGeom>
              <a:avLst/>
              <a:gdLst>
                <a:gd name="T0" fmla="*/ 68 w 78"/>
                <a:gd name="T1" fmla="*/ 2 h 112"/>
                <a:gd name="T2" fmla="*/ 60 w 78"/>
                <a:gd name="T3" fmla="*/ 0 h 112"/>
                <a:gd name="T4" fmla="*/ 46 w 78"/>
                <a:gd name="T5" fmla="*/ 8 h 112"/>
                <a:gd name="T6" fmla="*/ 1 w 78"/>
                <a:gd name="T7" fmla="*/ 85 h 112"/>
                <a:gd name="T8" fmla="*/ 0 w 78"/>
                <a:gd name="T9" fmla="*/ 88 h 112"/>
                <a:gd name="T10" fmla="*/ 1 w 78"/>
                <a:gd name="T11" fmla="*/ 106 h 112"/>
                <a:gd name="T12" fmla="*/ 4 w 78"/>
                <a:gd name="T13" fmla="*/ 112 h 112"/>
                <a:gd name="T14" fmla="*/ 8 w 78"/>
                <a:gd name="T15" fmla="*/ 112 h 112"/>
                <a:gd name="T16" fmla="*/ 11 w 78"/>
                <a:gd name="T17" fmla="*/ 112 h 112"/>
                <a:gd name="T18" fmla="*/ 27 w 78"/>
                <a:gd name="T19" fmla="*/ 103 h 112"/>
                <a:gd name="T20" fmla="*/ 29 w 78"/>
                <a:gd name="T21" fmla="*/ 101 h 112"/>
                <a:gd name="T22" fmla="*/ 74 w 78"/>
                <a:gd name="T23" fmla="*/ 24 h 112"/>
                <a:gd name="T24" fmla="*/ 68 w 78"/>
                <a:gd name="T25" fmla="*/ 2 h 112"/>
                <a:gd name="T26" fmla="*/ 62 w 78"/>
                <a:gd name="T27" fmla="*/ 17 h 112"/>
                <a:gd name="T28" fmla="*/ 18 w 78"/>
                <a:gd name="T29" fmla="*/ 92 h 112"/>
                <a:gd name="T30" fmla="*/ 14 w 78"/>
                <a:gd name="T31" fmla="*/ 94 h 112"/>
                <a:gd name="T32" fmla="*/ 14 w 78"/>
                <a:gd name="T33" fmla="*/ 90 h 112"/>
                <a:gd name="T34" fmla="*/ 57 w 78"/>
                <a:gd name="T35" fmla="*/ 15 h 112"/>
                <a:gd name="T36" fmla="*/ 61 w 78"/>
                <a:gd name="T37" fmla="*/ 14 h 112"/>
                <a:gd name="T38" fmla="*/ 62 w 78"/>
                <a:gd name="T39" fmla="*/ 1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8" h="112">
                  <a:moveTo>
                    <a:pt x="68" y="2"/>
                  </a:moveTo>
                  <a:cubicBezTo>
                    <a:pt x="65" y="1"/>
                    <a:pt x="62" y="0"/>
                    <a:pt x="60" y="0"/>
                  </a:cubicBezTo>
                  <a:cubicBezTo>
                    <a:pt x="54" y="0"/>
                    <a:pt x="48" y="3"/>
                    <a:pt x="46" y="8"/>
                  </a:cubicBezTo>
                  <a:cubicBezTo>
                    <a:pt x="1" y="85"/>
                    <a:pt x="1" y="85"/>
                    <a:pt x="1" y="85"/>
                  </a:cubicBezTo>
                  <a:cubicBezTo>
                    <a:pt x="1" y="86"/>
                    <a:pt x="0" y="87"/>
                    <a:pt x="0" y="88"/>
                  </a:cubicBezTo>
                  <a:cubicBezTo>
                    <a:pt x="1" y="106"/>
                    <a:pt x="1" y="106"/>
                    <a:pt x="1" y="106"/>
                  </a:cubicBezTo>
                  <a:cubicBezTo>
                    <a:pt x="1" y="108"/>
                    <a:pt x="2" y="110"/>
                    <a:pt x="4" y="112"/>
                  </a:cubicBezTo>
                  <a:cubicBezTo>
                    <a:pt x="5" y="112"/>
                    <a:pt x="7" y="112"/>
                    <a:pt x="8" y="112"/>
                  </a:cubicBezTo>
                  <a:cubicBezTo>
                    <a:pt x="9" y="112"/>
                    <a:pt x="10" y="112"/>
                    <a:pt x="11" y="112"/>
                  </a:cubicBezTo>
                  <a:cubicBezTo>
                    <a:pt x="27" y="103"/>
                    <a:pt x="27" y="103"/>
                    <a:pt x="27" y="103"/>
                  </a:cubicBezTo>
                  <a:cubicBezTo>
                    <a:pt x="28" y="103"/>
                    <a:pt x="29" y="102"/>
                    <a:pt x="29" y="101"/>
                  </a:cubicBezTo>
                  <a:cubicBezTo>
                    <a:pt x="74" y="24"/>
                    <a:pt x="74" y="24"/>
                    <a:pt x="74" y="24"/>
                  </a:cubicBezTo>
                  <a:cubicBezTo>
                    <a:pt x="78" y="16"/>
                    <a:pt x="75" y="7"/>
                    <a:pt x="68" y="2"/>
                  </a:cubicBezTo>
                  <a:moveTo>
                    <a:pt x="62" y="17"/>
                  </a:moveTo>
                  <a:cubicBezTo>
                    <a:pt x="18" y="92"/>
                    <a:pt x="18" y="92"/>
                    <a:pt x="18" y="92"/>
                  </a:cubicBezTo>
                  <a:cubicBezTo>
                    <a:pt x="14" y="94"/>
                    <a:pt x="14" y="94"/>
                    <a:pt x="14" y="94"/>
                  </a:cubicBezTo>
                  <a:cubicBezTo>
                    <a:pt x="14" y="90"/>
                    <a:pt x="14" y="90"/>
                    <a:pt x="14" y="90"/>
                  </a:cubicBezTo>
                  <a:cubicBezTo>
                    <a:pt x="57" y="15"/>
                    <a:pt x="57" y="15"/>
                    <a:pt x="57" y="15"/>
                  </a:cubicBezTo>
                  <a:cubicBezTo>
                    <a:pt x="58" y="14"/>
                    <a:pt x="60" y="13"/>
                    <a:pt x="61" y="14"/>
                  </a:cubicBezTo>
                  <a:cubicBezTo>
                    <a:pt x="62" y="15"/>
                    <a:pt x="62" y="16"/>
                    <a:pt x="62" y="1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chemeClr val="bg1">
                    <a:lumMod val="50000"/>
                  </a:schemeClr>
                </a:solidFill>
              </a:endParaRPr>
            </a:p>
          </p:txBody>
        </p:sp>
        <p:sp>
          <p:nvSpPr>
            <p:cNvPr id="24612" name="Freeform 36"/>
            <p:cNvSpPr/>
            <p:nvPr/>
          </p:nvSpPr>
          <p:spPr bwMode="auto">
            <a:xfrm>
              <a:off x="24" y="46"/>
              <a:ext cx="49" cy="14"/>
            </a:xfrm>
            <a:custGeom>
              <a:avLst/>
              <a:gdLst>
                <a:gd name="T0" fmla="*/ 48 w 48"/>
                <a:gd name="T1" fmla="*/ 7 h 14"/>
                <a:gd name="T2" fmla="*/ 42 w 48"/>
                <a:gd name="T3" fmla="*/ 0 h 14"/>
                <a:gd name="T4" fmla="*/ 7 w 48"/>
                <a:gd name="T5" fmla="*/ 0 h 14"/>
                <a:gd name="T6" fmla="*/ 0 w 48"/>
                <a:gd name="T7" fmla="*/ 7 h 14"/>
                <a:gd name="T8" fmla="*/ 7 w 48"/>
                <a:gd name="T9" fmla="*/ 14 h 14"/>
                <a:gd name="T10" fmla="*/ 42 w 48"/>
                <a:gd name="T11" fmla="*/ 14 h 14"/>
                <a:gd name="T12" fmla="*/ 48 w 48"/>
                <a:gd name="T13" fmla="*/ 7 h 14"/>
              </a:gdLst>
              <a:ahLst/>
              <a:cxnLst>
                <a:cxn ang="0">
                  <a:pos x="T0" y="T1"/>
                </a:cxn>
                <a:cxn ang="0">
                  <a:pos x="T2" y="T3"/>
                </a:cxn>
                <a:cxn ang="0">
                  <a:pos x="T4" y="T5"/>
                </a:cxn>
                <a:cxn ang="0">
                  <a:pos x="T6" y="T7"/>
                </a:cxn>
                <a:cxn ang="0">
                  <a:pos x="T8" y="T9"/>
                </a:cxn>
                <a:cxn ang="0">
                  <a:pos x="T10" y="T11"/>
                </a:cxn>
                <a:cxn ang="0">
                  <a:pos x="T12" y="T13"/>
                </a:cxn>
              </a:cxnLst>
              <a:rect l="0" t="0" r="r" b="b"/>
              <a:pathLst>
                <a:path w="48" h="14">
                  <a:moveTo>
                    <a:pt x="48" y="7"/>
                  </a:moveTo>
                  <a:cubicBezTo>
                    <a:pt x="48" y="3"/>
                    <a:pt x="45" y="0"/>
                    <a:pt x="42" y="0"/>
                  </a:cubicBezTo>
                  <a:cubicBezTo>
                    <a:pt x="7" y="0"/>
                    <a:pt x="7" y="0"/>
                    <a:pt x="7" y="0"/>
                  </a:cubicBezTo>
                  <a:cubicBezTo>
                    <a:pt x="3" y="0"/>
                    <a:pt x="0" y="3"/>
                    <a:pt x="0" y="7"/>
                  </a:cubicBezTo>
                  <a:cubicBezTo>
                    <a:pt x="0" y="11"/>
                    <a:pt x="3" y="14"/>
                    <a:pt x="7" y="14"/>
                  </a:cubicBezTo>
                  <a:cubicBezTo>
                    <a:pt x="42" y="14"/>
                    <a:pt x="42" y="14"/>
                    <a:pt x="42" y="14"/>
                  </a:cubicBezTo>
                  <a:cubicBezTo>
                    <a:pt x="45" y="14"/>
                    <a:pt x="48" y="11"/>
                    <a:pt x="48" y="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chemeClr val="bg1">
                    <a:lumMod val="50000"/>
                  </a:schemeClr>
                </a:solidFill>
              </a:endParaRPr>
            </a:p>
          </p:txBody>
        </p:sp>
        <p:sp>
          <p:nvSpPr>
            <p:cNvPr id="24613" name="Freeform 37"/>
            <p:cNvSpPr/>
            <p:nvPr/>
          </p:nvSpPr>
          <p:spPr bwMode="auto">
            <a:xfrm>
              <a:off x="24" y="73"/>
              <a:ext cx="32" cy="15"/>
            </a:xfrm>
            <a:custGeom>
              <a:avLst/>
              <a:gdLst>
                <a:gd name="T0" fmla="*/ 7 w 31"/>
                <a:gd name="T1" fmla="*/ 0 h 14"/>
                <a:gd name="T2" fmla="*/ 0 w 31"/>
                <a:gd name="T3" fmla="*/ 7 h 14"/>
                <a:gd name="T4" fmla="*/ 7 w 31"/>
                <a:gd name="T5" fmla="*/ 14 h 14"/>
                <a:gd name="T6" fmla="*/ 24 w 31"/>
                <a:gd name="T7" fmla="*/ 14 h 14"/>
                <a:gd name="T8" fmla="*/ 31 w 31"/>
                <a:gd name="T9" fmla="*/ 7 h 14"/>
                <a:gd name="T10" fmla="*/ 24 w 31"/>
                <a:gd name="T11" fmla="*/ 0 h 14"/>
                <a:gd name="T12" fmla="*/ 7 w 31"/>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31" h="14">
                  <a:moveTo>
                    <a:pt x="7" y="0"/>
                  </a:moveTo>
                  <a:cubicBezTo>
                    <a:pt x="3" y="0"/>
                    <a:pt x="0" y="3"/>
                    <a:pt x="0" y="7"/>
                  </a:cubicBezTo>
                  <a:cubicBezTo>
                    <a:pt x="0" y="11"/>
                    <a:pt x="3" y="14"/>
                    <a:pt x="7" y="14"/>
                  </a:cubicBezTo>
                  <a:cubicBezTo>
                    <a:pt x="24" y="14"/>
                    <a:pt x="24" y="14"/>
                    <a:pt x="24" y="14"/>
                  </a:cubicBezTo>
                  <a:cubicBezTo>
                    <a:pt x="28" y="14"/>
                    <a:pt x="31" y="11"/>
                    <a:pt x="31" y="7"/>
                  </a:cubicBezTo>
                  <a:cubicBezTo>
                    <a:pt x="31" y="3"/>
                    <a:pt x="28" y="0"/>
                    <a:pt x="24" y="0"/>
                  </a:cubicBezTo>
                  <a:lnTo>
                    <a:pt x="7"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chemeClr val="bg1">
                    <a:lumMod val="50000"/>
                  </a:schemeClr>
                </a:solidFill>
              </a:endParaRPr>
            </a:p>
          </p:txBody>
        </p:sp>
      </p:grpSp>
      <p:sp>
        <p:nvSpPr>
          <p:cNvPr id="24614" name="Freeform 38"/>
          <p:cNvSpPr>
            <a:spLocks noEditPoints="1"/>
          </p:cNvSpPr>
          <p:nvPr/>
        </p:nvSpPr>
        <p:spPr bwMode="auto">
          <a:xfrm flipH="1">
            <a:off x="6878246" y="1947562"/>
            <a:ext cx="301677" cy="203298"/>
          </a:xfrm>
          <a:custGeom>
            <a:avLst/>
            <a:gdLst>
              <a:gd name="T0" fmla="*/ 154 w 160"/>
              <a:gd name="T1" fmla="*/ 12 h 109"/>
              <a:gd name="T2" fmla="*/ 139 w 160"/>
              <a:gd name="T3" fmla="*/ 6 h 109"/>
              <a:gd name="T4" fmla="*/ 123 w 160"/>
              <a:gd name="T5" fmla="*/ 12 h 109"/>
              <a:gd name="T6" fmla="*/ 117 w 160"/>
              <a:gd name="T7" fmla="*/ 27 h 109"/>
              <a:gd name="T8" fmla="*/ 119 w 160"/>
              <a:gd name="T9" fmla="*/ 36 h 109"/>
              <a:gd name="T10" fmla="*/ 93 w 160"/>
              <a:gd name="T11" fmla="*/ 60 h 109"/>
              <a:gd name="T12" fmla="*/ 79 w 160"/>
              <a:gd name="T13" fmla="*/ 56 h 109"/>
              <a:gd name="T14" fmla="*/ 66 w 160"/>
              <a:gd name="T15" fmla="*/ 59 h 109"/>
              <a:gd name="T16" fmla="*/ 47 w 160"/>
              <a:gd name="T17" fmla="*/ 37 h 109"/>
              <a:gd name="T18" fmla="*/ 43 w 160"/>
              <a:gd name="T19" fmla="*/ 7 h 109"/>
              <a:gd name="T20" fmla="*/ 25 w 160"/>
              <a:gd name="T21" fmla="*/ 0 h 109"/>
              <a:gd name="T22" fmla="*/ 8 w 160"/>
              <a:gd name="T23" fmla="*/ 7 h 109"/>
              <a:gd name="T24" fmla="*/ 0 w 160"/>
              <a:gd name="T25" fmla="*/ 24 h 109"/>
              <a:gd name="T26" fmla="*/ 8 w 160"/>
              <a:gd name="T27" fmla="*/ 42 h 109"/>
              <a:gd name="T28" fmla="*/ 25 w 160"/>
              <a:gd name="T29" fmla="*/ 49 h 109"/>
              <a:gd name="T30" fmla="*/ 37 w 160"/>
              <a:gd name="T31" fmla="*/ 46 h 109"/>
              <a:gd name="T32" fmla="*/ 56 w 160"/>
              <a:gd name="T33" fmla="*/ 69 h 109"/>
              <a:gd name="T34" fmla="*/ 60 w 160"/>
              <a:gd name="T35" fmla="*/ 102 h 109"/>
              <a:gd name="T36" fmla="*/ 79 w 160"/>
              <a:gd name="T37" fmla="*/ 109 h 109"/>
              <a:gd name="T38" fmla="*/ 98 w 160"/>
              <a:gd name="T39" fmla="*/ 102 h 109"/>
              <a:gd name="T40" fmla="*/ 102 w 160"/>
              <a:gd name="T41" fmla="*/ 69 h 109"/>
              <a:gd name="T42" fmla="*/ 129 w 160"/>
              <a:gd name="T43" fmla="*/ 46 h 109"/>
              <a:gd name="T44" fmla="*/ 139 w 160"/>
              <a:gd name="T45" fmla="*/ 49 h 109"/>
              <a:gd name="T46" fmla="*/ 154 w 160"/>
              <a:gd name="T47" fmla="*/ 43 h 109"/>
              <a:gd name="T48" fmla="*/ 160 w 160"/>
              <a:gd name="T49" fmla="*/ 27 h 109"/>
              <a:gd name="T50" fmla="*/ 154 w 160"/>
              <a:gd name="T51" fmla="*/ 12 h 109"/>
              <a:gd name="T52" fmla="*/ 17 w 160"/>
              <a:gd name="T53" fmla="*/ 32 h 109"/>
              <a:gd name="T54" fmla="*/ 14 w 160"/>
              <a:gd name="T55" fmla="*/ 24 h 109"/>
              <a:gd name="T56" fmla="*/ 17 w 160"/>
              <a:gd name="T57" fmla="*/ 17 h 109"/>
              <a:gd name="T58" fmla="*/ 25 w 160"/>
              <a:gd name="T59" fmla="*/ 13 h 109"/>
              <a:gd name="T60" fmla="*/ 33 w 160"/>
              <a:gd name="T61" fmla="*/ 17 h 109"/>
              <a:gd name="T62" fmla="*/ 33 w 160"/>
              <a:gd name="T63" fmla="*/ 32 h 109"/>
              <a:gd name="T64" fmla="*/ 17 w 160"/>
              <a:gd name="T65" fmla="*/ 32 h 109"/>
              <a:gd name="T66" fmla="*/ 144 w 160"/>
              <a:gd name="T67" fmla="*/ 33 h 109"/>
              <a:gd name="T68" fmla="*/ 133 w 160"/>
              <a:gd name="T69" fmla="*/ 33 h 109"/>
              <a:gd name="T70" fmla="*/ 131 w 160"/>
              <a:gd name="T71" fmla="*/ 27 h 109"/>
              <a:gd name="T72" fmla="*/ 133 w 160"/>
              <a:gd name="T73" fmla="*/ 22 h 109"/>
              <a:gd name="T74" fmla="*/ 139 w 160"/>
              <a:gd name="T75" fmla="*/ 20 h 109"/>
              <a:gd name="T76" fmla="*/ 144 w 160"/>
              <a:gd name="T77" fmla="*/ 22 h 109"/>
              <a:gd name="T78" fmla="*/ 146 w 160"/>
              <a:gd name="T79" fmla="*/ 27 h 109"/>
              <a:gd name="T80" fmla="*/ 144 w 160"/>
              <a:gd name="T81" fmla="*/ 33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60" h="109">
                <a:moveTo>
                  <a:pt x="154" y="12"/>
                </a:moveTo>
                <a:cubicBezTo>
                  <a:pt x="150" y="8"/>
                  <a:pt x="144" y="6"/>
                  <a:pt x="139" y="6"/>
                </a:cubicBezTo>
                <a:cubicBezTo>
                  <a:pt x="133" y="6"/>
                  <a:pt x="127" y="8"/>
                  <a:pt x="123" y="12"/>
                </a:cubicBezTo>
                <a:cubicBezTo>
                  <a:pt x="119" y="16"/>
                  <a:pt x="117" y="22"/>
                  <a:pt x="117" y="27"/>
                </a:cubicBezTo>
                <a:cubicBezTo>
                  <a:pt x="117" y="31"/>
                  <a:pt x="118" y="34"/>
                  <a:pt x="119" y="36"/>
                </a:cubicBezTo>
                <a:cubicBezTo>
                  <a:pt x="93" y="60"/>
                  <a:pt x="93" y="60"/>
                  <a:pt x="93" y="60"/>
                </a:cubicBezTo>
                <a:cubicBezTo>
                  <a:pt x="89" y="57"/>
                  <a:pt x="84" y="56"/>
                  <a:pt x="79" y="56"/>
                </a:cubicBezTo>
                <a:cubicBezTo>
                  <a:pt x="74" y="56"/>
                  <a:pt x="70" y="57"/>
                  <a:pt x="66" y="59"/>
                </a:cubicBezTo>
                <a:cubicBezTo>
                  <a:pt x="47" y="37"/>
                  <a:pt x="47" y="37"/>
                  <a:pt x="47" y="37"/>
                </a:cubicBezTo>
                <a:cubicBezTo>
                  <a:pt x="52" y="27"/>
                  <a:pt x="51" y="15"/>
                  <a:pt x="43" y="7"/>
                </a:cubicBezTo>
                <a:cubicBezTo>
                  <a:pt x="38" y="2"/>
                  <a:pt x="32" y="0"/>
                  <a:pt x="25" y="0"/>
                </a:cubicBezTo>
                <a:cubicBezTo>
                  <a:pt x="19" y="0"/>
                  <a:pt x="12" y="2"/>
                  <a:pt x="8" y="7"/>
                </a:cubicBezTo>
                <a:cubicBezTo>
                  <a:pt x="3" y="12"/>
                  <a:pt x="0" y="18"/>
                  <a:pt x="0" y="24"/>
                </a:cubicBezTo>
                <a:cubicBezTo>
                  <a:pt x="0" y="31"/>
                  <a:pt x="3" y="37"/>
                  <a:pt x="8" y="42"/>
                </a:cubicBezTo>
                <a:cubicBezTo>
                  <a:pt x="12" y="47"/>
                  <a:pt x="19" y="49"/>
                  <a:pt x="25" y="49"/>
                </a:cubicBezTo>
                <a:cubicBezTo>
                  <a:pt x="29" y="49"/>
                  <a:pt x="33" y="48"/>
                  <a:pt x="37" y="46"/>
                </a:cubicBezTo>
                <a:cubicBezTo>
                  <a:pt x="56" y="69"/>
                  <a:pt x="56" y="69"/>
                  <a:pt x="56" y="69"/>
                </a:cubicBezTo>
                <a:cubicBezTo>
                  <a:pt x="50" y="79"/>
                  <a:pt x="51" y="93"/>
                  <a:pt x="60" y="102"/>
                </a:cubicBezTo>
                <a:cubicBezTo>
                  <a:pt x="65" y="107"/>
                  <a:pt x="72" y="109"/>
                  <a:pt x="79" y="109"/>
                </a:cubicBezTo>
                <a:cubicBezTo>
                  <a:pt x="86" y="109"/>
                  <a:pt x="93" y="107"/>
                  <a:pt x="98" y="102"/>
                </a:cubicBezTo>
                <a:cubicBezTo>
                  <a:pt x="107" y="93"/>
                  <a:pt x="108" y="80"/>
                  <a:pt x="102" y="69"/>
                </a:cubicBezTo>
                <a:cubicBezTo>
                  <a:pt x="129" y="46"/>
                  <a:pt x="129" y="46"/>
                  <a:pt x="129" y="46"/>
                </a:cubicBezTo>
                <a:cubicBezTo>
                  <a:pt x="132" y="48"/>
                  <a:pt x="135" y="49"/>
                  <a:pt x="139" y="49"/>
                </a:cubicBezTo>
                <a:cubicBezTo>
                  <a:pt x="144" y="49"/>
                  <a:pt x="150" y="47"/>
                  <a:pt x="154" y="43"/>
                </a:cubicBezTo>
                <a:cubicBezTo>
                  <a:pt x="158" y="38"/>
                  <a:pt x="160" y="33"/>
                  <a:pt x="160" y="27"/>
                </a:cubicBezTo>
                <a:cubicBezTo>
                  <a:pt x="160" y="22"/>
                  <a:pt x="158" y="16"/>
                  <a:pt x="154" y="12"/>
                </a:cubicBezTo>
                <a:moveTo>
                  <a:pt x="17" y="32"/>
                </a:moveTo>
                <a:cubicBezTo>
                  <a:pt x="15" y="30"/>
                  <a:pt x="14" y="27"/>
                  <a:pt x="14" y="24"/>
                </a:cubicBezTo>
                <a:cubicBezTo>
                  <a:pt x="14" y="21"/>
                  <a:pt x="15" y="19"/>
                  <a:pt x="17" y="17"/>
                </a:cubicBezTo>
                <a:cubicBezTo>
                  <a:pt x="20" y="14"/>
                  <a:pt x="22" y="13"/>
                  <a:pt x="25" y="13"/>
                </a:cubicBezTo>
                <a:cubicBezTo>
                  <a:pt x="28" y="13"/>
                  <a:pt x="31" y="14"/>
                  <a:pt x="33" y="17"/>
                </a:cubicBezTo>
                <a:cubicBezTo>
                  <a:pt x="38" y="21"/>
                  <a:pt x="38" y="28"/>
                  <a:pt x="33" y="32"/>
                </a:cubicBezTo>
                <a:cubicBezTo>
                  <a:pt x="29" y="37"/>
                  <a:pt x="22" y="37"/>
                  <a:pt x="17" y="32"/>
                </a:cubicBezTo>
                <a:moveTo>
                  <a:pt x="144" y="33"/>
                </a:moveTo>
                <a:cubicBezTo>
                  <a:pt x="141" y="36"/>
                  <a:pt x="136" y="36"/>
                  <a:pt x="133" y="33"/>
                </a:cubicBezTo>
                <a:cubicBezTo>
                  <a:pt x="132" y="31"/>
                  <a:pt x="131" y="29"/>
                  <a:pt x="131" y="27"/>
                </a:cubicBezTo>
                <a:cubicBezTo>
                  <a:pt x="131" y="25"/>
                  <a:pt x="132" y="23"/>
                  <a:pt x="133" y="22"/>
                </a:cubicBezTo>
                <a:cubicBezTo>
                  <a:pt x="135" y="20"/>
                  <a:pt x="137" y="20"/>
                  <a:pt x="139" y="20"/>
                </a:cubicBezTo>
                <a:cubicBezTo>
                  <a:pt x="141" y="20"/>
                  <a:pt x="143" y="20"/>
                  <a:pt x="144" y="22"/>
                </a:cubicBezTo>
                <a:cubicBezTo>
                  <a:pt x="146" y="23"/>
                  <a:pt x="146" y="25"/>
                  <a:pt x="146" y="27"/>
                </a:cubicBezTo>
                <a:cubicBezTo>
                  <a:pt x="146" y="29"/>
                  <a:pt x="146" y="31"/>
                  <a:pt x="144" y="33"/>
                </a:cubicBezTo>
              </a:path>
            </a:pathLst>
          </a:custGeom>
          <a:solidFill>
            <a:schemeClr val="accent3"/>
          </a:solidFill>
          <a:ln>
            <a:noFill/>
          </a:ln>
        </p:spPr>
        <p:txBody>
          <a:bodyPr/>
          <a:lstStyle/>
          <a:p>
            <a:endParaRPr lang="zh-CN" altLang="en-US">
              <a:solidFill>
                <a:schemeClr val="bg1">
                  <a:lumMod val="50000"/>
                </a:schemeClr>
              </a:solidFill>
            </a:endParaRPr>
          </a:p>
        </p:txBody>
      </p:sp>
      <p:sp>
        <p:nvSpPr>
          <p:cNvPr id="24615" name="Rectangle 39"/>
          <p:cNvSpPr>
            <a:spLocks noChangeArrowheads="1"/>
          </p:cNvSpPr>
          <p:nvPr/>
        </p:nvSpPr>
        <p:spPr bwMode="auto">
          <a:xfrm>
            <a:off x="6301884" y="2242979"/>
            <a:ext cx="2592837" cy="338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800" dirty="0">
                <a:solidFill>
                  <a:schemeClr val="bg1">
                    <a:lumMod val="50000"/>
                  </a:schemeClr>
                </a:solidFill>
                <a:latin typeface="微软雅黑" panose="020B0503020204020204" charset="-122"/>
                <a:ea typeface="微软雅黑" panose="020B0503020204020204" charset="-122"/>
                <a:sym typeface="宋体" panose="02010600030101010101" pitchFamily="2" charset="-122"/>
              </a:rPr>
              <a:t>单击此处添加本章节的简要内容单击此处添加本章节的简要内容单击此处添加本章节的简要内容</a:t>
            </a:r>
            <a:endParaRPr lang="zh-CN" altLang="en-US" sz="800" dirty="0">
              <a:solidFill>
                <a:schemeClr val="bg1">
                  <a:lumMod val="50000"/>
                </a:schemeClr>
              </a:solidFill>
            </a:endParaRPr>
          </a:p>
        </p:txBody>
      </p:sp>
      <p:sp>
        <p:nvSpPr>
          <p:cNvPr id="24616" name="Text Box 40"/>
          <p:cNvSpPr txBox="1">
            <a:spLocks noChangeArrowheads="1"/>
          </p:cNvSpPr>
          <p:nvPr/>
        </p:nvSpPr>
        <p:spPr bwMode="auto">
          <a:xfrm>
            <a:off x="6301882" y="1823678"/>
            <a:ext cx="513371" cy="461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zh-CN" sz="2400" dirty="0">
                <a:solidFill>
                  <a:schemeClr val="accent3"/>
                </a:solidFill>
                <a:latin typeface="Impact" pitchFamily="34" charset="0"/>
              </a:rPr>
              <a:t>03</a:t>
            </a:r>
          </a:p>
        </p:txBody>
      </p:sp>
      <p:sp>
        <p:nvSpPr>
          <p:cNvPr id="24617" name="Rectangle 41"/>
          <p:cNvSpPr>
            <a:spLocks noChangeArrowheads="1"/>
          </p:cNvSpPr>
          <p:nvPr/>
        </p:nvSpPr>
        <p:spPr bwMode="auto">
          <a:xfrm>
            <a:off x="6301884" y="3558063"/>
            <a:ext cx="2592837" cy="461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800" dirty="0">
                <a:solidFill>
                  <a:schemeClr val="bg1">
                    <a:lumMod val="50000"/>
                  </a:schemeClr>
                </a:solidFill>
                <a:latin typeface="微软雅黑" panose="020B0503020204020204" charset="-122"/>
                <a:ea typeface="微软雅黑" panose="020B0503020204020204" charset="-122"/>
                <a:sym typeface="宋体" panose="02010600030101010101" pitchFamily="2" charset="-122"/>
              </a:rPr>
              <a:t>单击此处添加本章节的简要内容单击此处添加本章节的简要内容单击此处添加本章节的简要内容单击此处添加本章节的简要内容</a:t>
            </a:r>
            <a:endParaRPr lang="zh-CN" altLang="en-US" sz="800" dirty="0">
              <a:solidFill>
                <a:schemeClr val="bg1">
                  <a:lumMod val="50000"/>
                </a:schemeClr>
              </a:solidFill>
            </a:endParaRPr>
          </a:p>
        </p:txBody>
      </p:sp>
      <p:sp>
        <p:nvSpPr>
          <p:cNvPr id="24618" name="Text Box 42"/>
          <p:cNvSpPr txBox="1">
            <a:spLocks noChangeArrowheads="1"/>
          </p:cNvSpPr>
          <p:nvPr/>
        </p:nvSpPr>
        <p:spPr bwMode="auto">
          <a:xfrm>
            <a:off x="6301882" y="3138762"/>
            <a:ext cx="503751" cy="461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zh-CN" sz="2400" dirty="0">
                <a:solidFill>
                  <a:schemeClr val="accent4"/>
                </a:solidFill>
                <a:latin typeface="Impact" pitchFamily="34" charset="0"/>
              </a:rPr>
              <a:t>04</a:t>
            </a:r>
          </a:p>
        </p:txBody>
      </p:sp>
      <p:sp>
        <p:nvSpPr>
          <p:cNvPr id="24619" name="Rectangle 43"/>
          <p:cNvSpPr>
            <a:spLocks noChangeArrowheads="1"/>
          </p:cNvSpPr>
          <p:nvPr/>
        </p:nvSpPr>
        <p:spPr bwMode="auto">
          <a:xfrm>
            <a:off x="250869" y="3558062"/>
            <a:ext cx="2592838" cy="338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r>
              <a:rPr lang="zh-CN" altLang="en-US" sz="800" dirty="0">
                <a:solidFill>
                  <a:schemeClr val="bg1">
                    <a:lumMod val="50000"/>
                  </a:schemeClr>
                </a:solidFill>
                <a:latin typeface="微软雅黑" panose="020B0503020204020204" charset="-122"/>
                <a:ea typeface="微软雅黑" panose="020B0503020204020204" charset="-122"/>
                <a:sym typeface="宋体" panose="02010600030101010101" pitchFamily="2" charset="-122"/>
              </a:rPr>
              <a:t>单击此处添加本章节的简要内容单击此处添加本章节的简要内容单击此处添加本章节的简要内容</a:t>
            </a:r>
            <a:endParaRPr lang="zh-CN" altLang="en-US" sz="800" dirty="0">
              <a:solidFill>
                <a:schemeClr val="bg1">
                  <a:lumMod val="50000"/>
                </a:schemeClr>
              </a:solidFill>
            </a:endParaRPr>
          </a:p>
        </p:txBody>
      </p:sp>
      <p:sp>
        <p:nvSpPr>
          <p:cNvPr id="24620" name="Text Box 44"/>
          <p:cNvSpPr txBox="1">
            <a:spLocks noChangeArrowheads="1"/>
          </p:cNvSpPr>
          <p:nvPr/>
        </p:nvSpPr>
        <p:spPr bwMode="auto">
          <a:xfrm>
            <a:off x="2363772" y="3138762"/>
            <a:ext cx="503751" cy="461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zh-CN" altLang="zh-CN" sz="2400" dirty="0">
                <a:solidFill>
                  <a:schemeClr val="accent2"/>
                </a:solidFill>
                <a:latin typeface="Impact" pitchFamily="34" charset="0"/>
              </a:rPr>
              <a:t>02</a:t>
            </a:r>
          </a:p>
        </p:txBody>
      </p:sp>
      <p:grpSp>
        <p:nvGrpSpPr>
          <p:cNvPr id="4" name="Group 45"/>
          <p:cNvGrpSpPr/>
          <p:nvPr/>
        </p:nvGrpSpPr>
        <p:grpSpPr bwMode="auto">
          <a:xfrm flipH="1">
            <a:off x="2003773" y="1936444"/>
            <a:ext cx="209586" cy="257299"/>
            <a:chOff x="0" y="0"/>
            <a:chExt cx="134" cy="163"/>
          </a:xfrm>
          <a:solidFill>
            <a:schemeClr val="accent1"/>
          </a:solidFill>
        </p:grpSpPr>
        <p:sp>
          <p:nvSpPr>
            <p:cNvPr id="24622" name="Freeform 46"/>
            <p:cNvSpPr>
              <a:spLocks noEditPoints="1"/>
            </p:cNvSpPr>
            <p:nvPr/>
          </p:nvSpPr>
          <p:spPr bwMode="auto">
            <a:xfrm>
              <a:off x="0" y="0"/>
              <a:ext cx="134" cy="163"/>
            </a:xfrm>
            <a:custGeom>
              <a:avLst/>
              <a:gdLst>
                <a:gd name="T0" fmla="*/ 0 w 134"/>
                <a:gd name="T1" fmla="*/ 0 h 163"/>
                <a:gd name="T2" fmla="*/ 0 w 134"/>
                <a:gd name="T3" fmla="*/ 163 h 163"/>
                <a:gd name="T4" fmla="*/ 92 w 134"/>
                <a:gd name="T5" fmla="*/ 163 h 163"/>
                <a:gd name="T6" fmla="*/ 134 w 134"/>
                <a:gd name="T7" fmla="*/ 121 h 163"/>
                <a:gd name="T8" fmla="*/ 134 w 134"/>
                <a:gd name="T9" fmla="*/ 0 h 163"/>
                <a:gd name="T10" fmla="*/ 0 w 134"/>
                <a:gd name="T11" fmla="*/ 0 h 163"/>
                <a:gd name="T12" fmla="*/ 14 w 134"/>
                <a:gd name="T13" fmla="*/ 14 h 163"/>
                <a:gd name="T14" fmla="*/ 120 w 134"/>
                <a:gd name="T15" fmla="*/ 14 h 163"/>
                <a:gd name="T16" fmla="*/ 120 w 134"/>
                <a:gd name="T17" fmla="*/ 112 h 163"/>
                <a:gd name="T18" fmla="*/ 83 w 134"/>
                <a:gd name="T19" fmla="*/ 112 h 163"/>
                <a:gd name="T20" fmla="*/ 83 w 134"/>
                <a:gd name="T21" fmla="*/ 150 h 163"/>
                <a:gd name="T22" fmla="*/ 14 w 134"/>
                <a:gd name="T23" fmla="*/ 150 h 163"/>
                <a:gd name="T24" fmla="*/ 14 w 134"/>
                <a:gd name="T25" fmla="*/ 14 h 163"/>
                <a:gd name="T26" fmla="*/ 111 w 134"/>
                <a:gd name="T27" fmla="*/ 125 h 163"/>
                <a:gd name="T28" fmla="*/ 96 w 134"/>
                <a:gd name="T29" fmla="*/ 140 h 163"/>
                <a:gd name="T30" fmla="*/ 96 w 134"/>
                <a:gd name="T31" fmla="*/ 125 h 163"/>
                <a:gd name="T32" fmla="*/ 111 w 134"/>
                <a:gd name="T33" fmla="*/ 125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4" h="163">
                  <a:moveTo>
                    <a:pt x="0" y="0"/>
                  </a:moveTo>
                  <a:lnTo>
                    <a:pt x="0" y="163"/>
                  </a:lnTo>
                  <a:lnTo>
                    <a:pt x="92" y="163"/>
                  </a:lnTo>
                  <a:lnTo>
                    <a:pt x="134" y="121"/>
                  </a:lnTo>
                  <a:lnTo>
                    <a:pt x="134" y="0"/>
                  </a:lnTo>
                  <a:lnTo>
                    <a:pt x="0" y="0"/>
                  </a:lnTo>
                  <a:close/>
                  <a:moveTo>
                    <a:pt x="14" y="14"/>
                  </a:moveTo>
                  <a:lnTo>
                    <a:pt x="120" y="14"/>
                  </a:lnTo>
                  <a:lnTo>
                    <a:pt x="120" y="112"/>
                  </a:lnTo>
                  <a:lnTo>
                    <a:pt x="83" y="112"/>
                  </a:lnTo>
                  <a:lnTo>
                    <a:pt x="83" y="150"/>
                  </a:lnTo>
                  <a:lnTo>
                    <a:pt x="14" y="150"/>
                  </a:lnTo>
                  <a:lnTo>
                    <a:pt x="14" y="14"/>
                  </a:lnTo>
                  <a:close/>
                  <a:moveTo>
                    <a:pt x="111" y="125"/>
                  </a:moveTo>
                  <a:lnTo>
                    <a:pt x="96" y="140"/>
                  </a:lnTo>
                  <a:lnTo>
                    <a:pt x="96" y="125"/>
                  </a:lnTo>
                  <a:lnTo>
                    <a:pt x="111" y="12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chemeClr val="bg1">
                    <a:lumMod val="50000"/>
                  </a:schemeClr>
                </a:solidFill>
              </a:endParaRPr>
            </a:p>
          </p:txBody>
        </p:sp>
        <p:sp>
          <p:nvSpPr>
            <p:cNvPr id="24623" name="Rectangle 47"/>
            <p:cNvSpPr>
              <a:spLocks noChangeArrowheads="1"/>
            </p:cNvSpPr>
            <p:nvPr/>
          </p:nvSpPr>
          <p:spPr bwMode="auto">
            <a:xfrm>
              <a:off x="37" y="44"/>
              <a:ext cx="59" cy="1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schemeClr val="bg1">
                    <a:lumMod val="50000"/>
                  </a:schemeClr>
                </a:solidFill>
              </a:endParaRPr>
            </a:p>
          </p:txBody>
        </p:sp>
        <p:sp>
          <p:nvSpPr>
            <p:cNvPr id="24624" name="Rectangle 48"/>
            <p:cNvSpPr>
              <a:spLocks noChangeArrowheads="1"/>
            </p:cNvSpPr>
            <p:nvPr/>
          </p:nvSpPr>
          <p:spPr bwMode="auto">
            <a:xfrm>
              <a:off x="37" y="83"/>
              <a:ext cx="38" cy="1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schemeClr val="bg1">
                    <a:lumMod val="50000"/>
                  </a:schemeClr>
                </a:solidFill>
              </a:endParaRPr>
            </a:p>
          </p:txBody>
        </p:sp>
      </p:grpSp>
      <p:sp>
        <p:nvSpPr>
          <p:cNvPr id="24625" name="Rectangle 49"/>
          <p:cNvSpPr>
            <a:spLocks noChangeArrowheads="1"/>
          </p:cNvSpPr>
          <p:nvPr/>
        </p:nvSpPr>
        <p:spPr bwMode="auto">
          <a:xfrm>
            <a:off x="250869" y="2249332"/>
            <a:ext cx="2592838" cy="338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r>
              <a:rPr lang="zh-CN" altLang="en-US" sz="800" dirty="0">
                <a:solidFill>
                  <a:schemeClr val="bg1">
                    <a:lumMod val="50000"/>
                  </a:schemeClr>
                </a:solidFill>
                <a:latin typeface="微软雅黑" panose="020B0503020204020204" charset="-122"/>
                <a:ea typeface="微软雅黑" panose="020B0503020204020204" charset="-122"/>
                <a:sym typeface="宋体" panose="02010600030101010101" pitchFamily="2" charset="-122"/>
              </a:rPr>
              <a:t>单击此处添加本章节的简要内容单击此处添加本章节的简要内容单击此处添加本章节的简要内容</a:t>
            </a:r>
            <a:endParaRPr lang="zh-CN" altLang="en-US" sz="800" dirty="0">
              <a:solidFill>
                <a:schemeClr val="bg1">
                  <a:lumMod val="50000"/>
                </a:schemeClr>
              </a:solidFill>
            </a:endParaRPr>
          </a:p>
        </p:txBody>
      </p:sp>
      <p:sp>
        <p:nvSpPr>
          <p:cNvPr id="24626" name="Text Box 50"/>
          <p:cNvSpPr txBox="1">
            <a:spLocks noChangeArrowheads="1"/>
          </p:cNvSpPr>
          <p:nvPr/>
        </p:nvSpPr>
        <p:spPr bwMode="auto">
          <a:xfrm>
            <a:off x="2400648" y="1830031"/>
            <a:ext cx="466875" cy="461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zh-CN" altLang="zh-CN" sz="2400" dirty="0">
                <a:solidFill>
                  <a:schemeClr val="accent1"/>
                </a:solidFill>
                <a:latin typeface="Impact" pitchFamily="34" charset="0"/>
              </a:rPr>
              <a:t>01</a:t>
            </a:r>
          </a:p>
        </p:txBody>
      </p:sp>
      <p:sp>
        <p:nvSpPr>
          <p:cNvPr id="24627" name="Freeform 51"/>
          <p:cNvSpPr>
            <a:spLocks noEditPoints="1"/>
          </p:cNvSpPr>
          <p:nvPr/>
        </p:nvSpPr>
        <p:spPr bwMode="auto">
          <a:xfrm>
            <a:off x="2005361" y="3245175"/>
            <a:ext cx="233403" cy="243004"/>
          </a:xfrm>
          <a:custGeom>
            <a:avLst/>
            <a:gdLst>
              <a:gd name="T0" fmla="*/ 123 w 144"/>
              <a:gd name="T1" fmla="*/ 21 h 151"/>
              <a:gd name="T2" fmla="*/ 127 w 144"/>
              <a:gd name="T3" fmla="*/ 119 h 151"/>
              <a:gd name="T4" fmla="*/ 133 w 144"/>
              <a:gd name="T5" fmla="*/ 76 h 151"/>
              <a:gd name="T6" fmla="*/ 108 w 144"/>
              <a:gd name="T7" fmla="*/ 101 h 151"/>
              <a:gd name="T8" fmla="*/ 105 w 144"/>
              <a:gd name="T9" fmla="*/ 76 h 151"/>
              <a:gd name="T10" fmla="*/ 42 w 144"/>
              <a:gd name="T11" fmla="*/ 100 h 151"/>
              <a:gd name="T12" fmla="*/ 32 w 144"/>
              <a:gd name="T13" fmla="*/ 76 h 151"/>
              <a:gd name="T14" fmla="*/ 25 w 144"/>
              <a:gd name="T15" fmla="*/ 112 h 151"/>
              <a:gd name="T16" fmla="*/ 0 w 144"/>
              <a:gd name="T17" fmla="*/ 72 h 151"/>
              <a:gd name="T18" fmla="*/ 72 w 144"/>
              <a:gd name="T19" fmla="*/ 0 h 151"/>
              <a:gd name="T20" fmla="*/ 94 w 144"/>
              <a:gd name="T21" fmla="*/ 131 h 151"/>
              <a:gd name="T22" fmla="*/ 88 w 144"/>
              <a:gd name="T23" fmla="*/ 151 h 151"/>
              <a:gd name="T24" fmla="*/ 56 w 144"/>
              <a:gd name="T25" fmla="*/ 151 h 151"/>
              <a:gd name="T26" fmla="*/ 50 w 144"/>
              <a:gd name="T27" fmla="*/ 146 h 151"/>
              <a:gd name="T28" fmla="*/ 33 w 144"/>
              <a:gd name="T29" fmla="*/ 131 h 151"/>
              <a:gd name="T30" fmla="*/ 29 w 144"/>
              <a:gd name="T31" fmla="*/ 121 h 151"/>
              <a:gd name="T32" fmla="*/ 76 w 144"/>
              <a:gd name="T33" fmla="*/ 83 h 151"/>
              <a:gd name="T34" fmla="*/ 115 w 144"/>
              <a:gd name="T35" fmla="*/ 121 h 151"/>
              <a:gd name="T36" fmla="*/ 111 w 144"/>
              <a:gd name="T37" fmla="*/ 131 h 151"/>
              <a:gd name="T38" fmla="*/ 94 w 144"/>
              <a:gd name="T39" fmla="*/ 131 h 151"/>
              <a:gd name="T40" fmla="*/ 83 w 144"/>
              <a:gd name="T41" fmla="*/ 140 h 151"/>
              <a:gd name="T42" fmla="*/ 83 w 144"/>
              <a:gd name="T43" fmla="*/ 125 h 151"/>
              <a:gd name="T44" fmla="*/ 97 w 144"/>
              <a:gd name="T45" fmla="*/ 120 h 151"/>
              <a:gd name="T46" fmla="*/ 47 w 144"/>
              <a:gd name="T47" fmla="*/ 120 h 151"/>
              <a:gd name="T48" fmla="*/ 56 w 144"/>
              <a:gd name="T49" fmla="*/ 120 h 151"/>
              <a:gd name="T50" fmla="*/ 61 w 144"/>
              <a:gd name="T51" fmla="*/ 140 h 151"/>
              <a:gd name="T52" fmla="*/ 115 w 144"/>
              <a:gd name="T53" fmla="*/ 29 h 151"/>
              <a:gd name="T54" fmla="*/ 114 w 144"/>
              <a:gd name="T55" fmla="*/ 28 h 151"/>
              <a:gd name="T56" fmla="*/ 112 w 144"/>
              <a:gd name="T57" fmla="*/ 69 h 151"/>
              <a:gd name="T58" fmla="*/ 115 w 144"/>
              <a:gd name="T59" fmla="*/ 29 h 151"/>
              <a:gd name="T60" fmla="*/ 108 w 144"/>
              <a:gd name="T61" fmla="*/ 23 h 151"/>
              <a:gd name="T62" fmla="*/ 101 w 144"/>
              <a:gd name="T63" fmla="*/ 24 h 151"/>
              <a:gd name="T64" fmla="*/ 108 w 144"/>
              <a:gd name="T65" fmla="*/ 23 h 151"/>
              <a:gd name="T66" fmla="*/ 82 w 144"/>
              <a:gd name="T67" fmla="*/ 12 h 151"/>
              <a:gd name="T68" fmla="*/ 75 w 144"/>
              <a:gd name="T69" fmla="*/ 35 h 151"/>
              <a:gd name="T70" fmla="*/ 96 w 144"/>
              <a:gd name="T71" fmla="*/ 30 h 151"/>
              <a:gd name="T72" fmla="*/ 82 w 144"/>
              <a:gd name="T73" fmla="*/ 12 h 151"/>
              <a:gd name="T74" fmla="*/ 69 w 144"/>
              <a:gd name="T75" fmla="*/ 12 h 151"/>
              <a:gd name="T76" fmla="*/ 49 w 144"/>
              <a:gd name="T77" fmla="*/ 27 h 151"/>
              <a:gd name="T78" fmla="*/ 50 w 144"/>
              <a:gd name="T79" fmla="*/ 31 h 151"/>
              <a:gd name="T80" fmla="*/ 69 w 144"/>
              <a:gd name="T81" fmla="*/ 12 h 151"/>
              <a:gd name="T82" fmla="*/ 48 w 144"/>
              <a:gd name="T83" fmla="*/ 16 h 151"/>
              <a:gd name="T84" fmla="*/ 41 w 144"/>
              <a:gd name="T85" fmla="*/ 27 h 151"/>
              <a:gd name="T86" fmla="*/ 48 w 144"/>
              <a:gd name="T87" fmla="*/ 16 h 151"/>
              <a:gd name="T88" fmla="*/ 30 w 144"/>
              <a:gd name="T89" fmla="*/ 28 h 151"/>
              <a:gd name="T90" fmla="*/ 11 w 144"/>
              <a:gd name="T91" fmla="*/ 69 h 151"/>
              <a:gd name="T92" fmla="*/ 39 w 144"/>
              <a:gd name="T93" fmla="*/ 33 h 151"/>
              <a:gd name="T94" fmla="*/ 99 w 144"/>
              <a:gd name="T95" fmla="*/ 36 h 151"/>
              <a:gd name="T96" fmla="*/ 96 w 144"/>
              <a:gd name="T97" fmla="*/ 37 h 151"/>
              <a:gd name="T98" fmla="*/ 75 w 144"/>
              <a:gd name="T99" fmla="*/ 69 h 151"/>
              <a:gd name="T100" fmla="*/ 99 w 144"/>
              <a:gd name="T101" fmla="*/ 36 h 151"/>
              <a:gd name="T102" fmla="*/ 69 w 144"/>
              <a:gd name="T103" fmla="*/ 42 h 151"/>
              <a:gd name="T104" fmla="*/ 45 w 144"/>
              <a:gd name="T105" fmla="*/ 36 h 151"/>
              <a:gd name="T106" fmla="*/ 69 w 144"/>
              <a:gd name="T107" fmla="*/ 6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44" h="151">
                <a:moveTo>
                  <a:pt x="72" y="0"/>
                </a:moveTo>
                <a:cubicBezTo>
                  <a:pt x="92" y="0"/>
                  <a:pt x="110" y="8"/>
                  <a:pt x="123" y="21"/>
                </a:cubicBezTo>
                <a:cubicBezTo>
                  <a:pt x="136" y="34"/>
                  <a:pt x="144" y="53"/>
                  <a:pt x="144" y="72"/>
                </a:cubicBezTo>
                <a:cubicBezTo>
                  <a:pt x="144" y="90"/>
                  <a:pt x="138" y="106"/>
                  <a:pt x="127" y="119"/>
                </a:cubicBezTo>
                <a:cubicBezTo>
                  <a:pt x="122" y="124"/>
                  <a:pt x="114" y="118"/>
                  <a:pt x="119" y="112"/>
                </a:cubicBezTo>
                <a:cubicBezTo>
                  <a:pt x="127" y="102"/>
                  <a:pt x="132" y="89"/>
                  <a:pt x="133" y="76"/>
                </a:cubicBezTo>
                <a:cubicBezTo>
                  <a:pt x="112" y="76"/>
                  <a:pt x="112" y="76"/>
                  <a:pt x="112" y="76"/>
                </a:cubicBezTo>
                <a:cubicBezTo>
                  <a:pt x="112" y="85"/>
                  <a:pt x="110" y="94"/>
                  <a:pt x="108" y="101"/>
                </a:cubicBezTo>
                <a:cubicBezTo>
                  <a:pt x="107" y="106"/>
                  <a:pt x="101" y="105"/>
                  <a:pt x="102" y="100"/>
                </a:cubicBezTo>
                <a:cubicBezTo>
                  <a:pt x="104" y="93"/>
                  <a:pt x="105" y="85"/>
                  <a:pt x="105" y="76"/>
                </a:cubicBezTo>
                <a:cubicBezTo>
                  <a:pt x="78" y="76"/>
                  <a:pt x="66" y="76"/>
                  <a:pt x="39" y="76"/>
                </a:cubicBezTo>
                <a:cubicBezTo>
                  <a:pt x="39" y="85"/>
                  <a:pt x="40" y="93"/>
                  <a:pt x="42" y="100"/>
                </a:cubicBezTo>
                <a:cubicBezTo>
                  <a:pt x="43" y="105"/>
                  <a:pt x="37" y="106"/>
                  <a:pt x="35" y="101"/>
                </a:cubicBezTo>
                <a:cubicBezTo>
                  <a:pt x="33" y="93"/>
                  <a:pt x="32" y="85"/>
                  <a:pt x="32" y="76"/>
                </a:cubicBezTo>
                <a:cubicBezTo>
                  <a:pt x="11" y="76"/>
                  <a:pt x="11" y="76"/>
                  <a:pt x="11" y="76"/>
                </a:cubicBezTo>
                <a:cubicBezTo>
                  <a:pt x="12" y="89"/>
                  <a:pt x="17" y="102"/>
                  <a:pt x="25" y="112"/>
                </a:cubicBezTo>
                <a:cubicBezTo>
                  <a:pt x="30" y="118"/>
                  <a:pt x="21" y="124"/>
                  <a:pt x="17" y="119"/>
                </a:cubicBezTo>
                <a:cubicBezTo>
                  <a:pt x="6" y="106"/>
                  <a:pt x="0" y="90"/>
                  <a:pt x="0" y="72"/>
                </a:cubicBezTo>
                <a:cubicBezTo>
                  <a:pt x="0" y="53"/>
                  <a:pt x="8" y="34"/>
                  <a:pt x="21" y="21"/>
                </a:cubicBezTo>
                <a:cubicBezTo>
                  <a:pt x="34" y="8"/>
                  <a:pt x="52" y="0"/>
                  <a:pt x="72" y="0"/>
                </a:cubicBezTo>
                <a:close/>
                <a:moveTo>
                  <a:pt x="94" y="131"/>
                </a:moveTo>
                <a:cubicBezTo>
                  <a:pt x="94" y="131"/>
                  <a:pt x="94" y="131"/>
                  <a:pt x="94" y="131"/>
                </a:cubicBezTo>
                <a:cubicBezTo>
                  <a:pt x="94" y="146"/>
                  <a:pt x="94" y="146"/>
                  <a:pt x="94" y="146"/>
                </a:cubicBezTo>
                <a:cubicBezTo>
                  <a:pt x="94" y="149"/>
                  <a:pt x="91" y="151"/>
                  <a:pt x="88" y="151"/>
                </a:cubicBezTo>
                <a:cubicBezTo>
                  <a:pt x="88" y="151"/>
                  <a:pt x="88" y="151"/>
                  <a:pt x="88" y="151"/>
                </a:cubicBezTo>
                <a:cubicBezTo>
                  <a:pt x="56" y="151"/>
                  <a:pt x="56" y="151"/>
                  <a:pt x="56" y="151"/>
                </a:cubicBezTo>
                <a:cubicBezTo>
                  <a:pt x="52" y="151"/>
                  <a:pt x="50" y="149"/>
                  <a:pt x="50" y="146"/>
                </a:cubicBezTo>
                <a:cubicBezTo>
                  <a:pt x="50" y="146"/>
                  <a:pt x="50" y="146"/>
                  <a:pt x="50" y="146"/>
                </a:cubicBezTo>
                <a:cubicBezTo>
                  <a:pt x="50" y="131"/>
                  <a:pt x="50" y="131"/>
                  <a:pt x="50" y="131"/>
                </a:cubicBezTo>
                <a:cubicBezTo>
                  <a:pt x="33" y="131"/>
                  <a:pt x="33" y="131"/>
                  <a:pt x="33" y="131"/>
                </a:cubicBezTo>
                <a:cubicBezTo>
                  <a:pt x="30" y="131"/>
                  <a:pt x="28" y="128"/>
                  <a:pt x="28" y="125"/>
                </a:cubicBezTo>
                <a:cubicBezTo>
                  <a:pt x="28" y="124"/>
                  <a:pt x="28" y="122"/>
                  <a:pt x="29" y="121"/>
                </a:cubicBezTo>
                <a:cubicBezTo>
                  <a:pt x="68" y="83"/>
                  <a:pt x="68" y="83"/>
                  <a:pt x="68" y="83"/>
                </a:cubicBezTo>
                <a:cubicBezTo>
                  <a:pt x="70" y="81"/>
                  <a:pt x="74" y="81"/>
                  <a:pt x="76" y="83"/>
                </a:cubicBezTo>
                <a:cubicBezTo>
                  <a:pt x="76" y="83"/>
                  <a:pt x="76" y="83"/>
                  <a:pt x="76" y="83"/>
                </a:cubicBezTo>
                <a:cubicBezTo>
                  <a:pt x="115" y="121"/>
                  <a:pt x="115" y="121"/>
                  <a:pt x="115" y="121"/>
                </a:cubicBezTo>
                <a:cubicBezTo>
                  <a:pt x="117" y="124"/>
                  <a:pt x="117" y="127"/>
                  <a:pt x="115" y="129"/>
                </a:cubicBezTo>
                <a:cubicBezTo>
                  <a:pt x="113" y="130"/>
                  <a:pt x="112" y="131"/>
                  <a:pt x="111" y="131"/>
                </a:cubicBezTo>
                <a:cubicBezTo>
                  <a:pt x="110" y="131"/>
                  <a:pt x="110" y="131"/>
                  <a:pt x="110" y="131"/>
                </a:cubicBezTo>
                <a:cubicBezTo>
                  <a:pt x="94" y="131"/>
                  <a:pt x="94" y="131"/>
                  <a:pt x="94" y="131"/>
                </a:cubicBezTo>
                <a:close/>
                <a:moveTo>
                  <a:pt x="83" y="140"/>
                </a:moveTo>
                <a:cubicBezTo>
                  <a:pt x="83" y="140"/>
                  <a:pt x="83" y="140"/>
                  <a:pt x="83" y="140"/>
                </a:cubicBezTo>
                <a:cubicBezTo>
                  <a:pt x="83" y="125"/>
                  <a:pt x="83" y="125"/>
                  <a:pt x="83" y="125"/>
                </a:cubicBezTo>
                <a:cubicBezTo>
                  <a:pt x="83" y="125"/>
                  <a:pt x="83" y="125"/>
                  <a:pt x="83" y="125"/>
                </a:cubicBezTo>
                <a:cubicBezTo>
                  <a:pt x="83" y="122"/>
                  <a:pt x="85" y="120"/>
                  <a:pt x="88" y="120"/>
                </a:cubicBezTo>
                <a:cubicBezTo>
                  <a:pt x="97" y="120"/>
                  <a:pt x="97" y="120"/>
                  <a:pt x="97" y="120"/>
                </a:cubicBezTo>
                <a:cubicBezTo>
                  <a:pt x="72" y="95"/>
                  <a:pt x="72" y="95"/>
                  <a:pt x="72" y="95"/>
                </a:cubicBezTo>
                <a:cubicBezTo>
                  <a:pt x="47" y="120"/>
                  <a:pt x="47" y="120"/>
                  <a:pt x="47" y="120"/>
                </a:cubicBezTo>
                <a:cubicBezTo>
                  <a:pt x="55" y="120"/>
                  <a:pt x="55" y="120"/>
                  <a:pt x="55" y="120"/>
                </a:cubicBezTo>
                <a:cubicBezTo>
                  <a:pt x="56" y="120"/>
                  <a:pt x="56" y="120"/>
                  <a:pt x="56" y="120"/>
                </a:cubicBezTo>
                <a:cubicBezTo>
                  <a:pt x="59" y="120"/>
                  <a:pt x="61" y="122"/>
                  <a:pt x="61" y="125"/>
                </a:cubicBezTo>
                <a:cubicBezTo>
                  <a:pt x="61" y="140"/>
                  <a:pt x="61" y="140"/>
                  <a:pt x="61" y="140"/>
                </a:cubicBezTo>
                <a:cubicBezTo>
                  <a:pt x="83" y="140"/>
                  <a:pt x="83" y="140"/>
                  <a:pt x="83" y="140"/>
                </a:cubicBezTo>
                <a:close/>
                <a:moveTo>
                  <a:pt x="115" y="29"/>
                </a:moveTo>
                <a:cubicBezTo>
                  <a:pt x="115" y="29"/>
                  <a:pt x="115" y="29"/>
                  <a:pt x="115" y="29"/>
                </a:cubicBezTo>
                <a:cubicBezTo>
                  <a:pt x="115" y="29"/>
                  <a:pt x="114" y="28"/>
                  <a:pt x="114" y="28"/>
                </a:cubicBezTo>
                <a:cubicBezTo>
                  <a:pt x="111" y="30"/>
                  <a:pt x="108" y="32"/>
                  <a:pt x="105" y="33"/>
                </a:cubicBezTo>
                <a:cubicBezTo>
                  <a:pt x="109" y="44"/>
                  <a:pt x="111" y="56"/>
                  <a:pt x="112" y="69"/>
                </a:cubicBezTo>
                <a:cubicBezTo>
                  <a:pt x="133" y="69"/>
                  <a:pt x="133" y="69"/>
                  <a:pt x="133" y="69"/>
                </a:cubicBezTo>
                <a:cubicBezTo>
                  <a:pt x="132" y="54"/>
                  <a:pt x="125" y="40"/>
                  <a:pt x="115" y="29"/>
                </a:cubicBezTo>
                <a:close/>
                <a:moveTo>
                  <a:pt x="108" y="23"/>
                </a:moveTo>
                <a:cubicBezTo>
                  <a:pt x="108" y="23"/>
                  <a:pt x="108" y="23"/>
                  <a:pt x="108" y="23"/>
                </a:cubicBezTo>
                <a:cubicBezTo>
                  <a:pt x="104" y="21"/>
                  <a:pt x="100" y="18"/>
                  <a:pt x="96" y="16"/>
                </a:cubicBezTo>
                <a:cubicBezTo>
                  <a:pt x="98" y="19"/>
                  <a:pt x="99" y="21"/>
                  <a:pt x="101" y="24"/>
                </a:cubicBezTo>
                <a:cubicBezTo>
                  <a:pt x="101" y="25"/>
                  <a:pt x="102" y="26"/>
                  <a:pt x="102" y="27"/>
                </a:cubicBezTo>
                <a:cubicBezTo>
                  <a:pt x="104" y="26"/>
                  <a:pt x="106" y="25"/>
                  <a:pt x="108" y="23"/>
                </a:cubicBezTo>
                <a:close/>
                <a:moveTo>
                  <a:pt x="82" y="12"/>
                </a:moveTo>
                <a:cubicBezTo>
                  <a:pt x="82" y="12"/>
                  <a:pt x="82" y="12"/>
                  <a:pt x="82" y="12"/>
                </a:cubicBezTo>
                <a:cubicBezTo>
                  <a:pt x="80" y="12"/>
                  <a:pt x="78" y="12"/>
                  <a:pt x="75" y="12"/>
                </a:cubicBezTo>
                <a:cubicBezTo>
                  <a:pt x="75" y="35"/>
                  <a:pt x="75" y="35"/>
                  <a:pt x="75" y="35"/>
                </a:cubicBezTo>
                <a:cubicBezTo>
                  <a:pt x="82" y="35"/>
                  <a:pt x="88" y="33"/>
                  <a:pt x="94" y="31"/>
                </a:cubicBezTo>
                <a:cubicBezTo>
                  <a:pt x="95" y="31"/>
                  <a:pt x="96" y="30"/>
                  <a:pt x="96" y="30"/>
                </a:cubicBezTo>
                <a:cubicBezTo>
                  <a:pt x="96" y="29"/>
                  <a:pt x="95" y="28"/>
                  <a:pt x="95" y="27"/>
                </a:cubicBezTo>
                <a:cubicBezTo>
                  <a:pt x="91" y="20"/>
                  <a:pt x="87" y="15"/>
                  <a:pt x="82" y="12"/>
                </a:cubicBezTo>
                <a:close/>
                <a:moveTo>
                  <a:pt x="69" y="12"/>
                </a:moveTo>
                <a:cubicBezTo>
                  <a:pt x="69" y="12"/>
                  <a:pt x="69" y="12"/>
                  <a:pt x="69" y="12"/>
                </a:cubicBezTo>
                <a:cubicBezTo>
                  <a:pt x="66" y="12"/>
                  <a:pt x="64" y="12"/>
                  <a:pt x="62" y="12"/>
                </a:cubicBezTo>
                <a:cubicBezTo>
                  <a:pt x="57" y="15"/>
                  <a:pt x="53" y="20"/>
                  <a:pt x="49" y="27"/>
                </a:cubicBezTo>
                <a:cubicBezTo>
                  <a:pt x="48" y="28"/>
                  <a:pt x="48" y="29"/>
                  <a:pt x="47" y="30"/>
                </a:cubicBezTo>
                <a:cubicBezTo>
                  <a:pt x="48" y="30"/>
                  <a:pt x="49" y="31"/>
                  <a:pt x="50" y="31"/>
                </a:cubicBezTo>
                <a:cubicBezTo>
                  <a:pt x="56" y="33"/>
                  <a:pt x="62" y="35"/>
                  <a:pt x="69" y="35"/>
                </a:cubicBezTo>
                <a:cubicBezTo>
                  <a:pt x="69" y="12"/>
                  <a:pt x="69" y="12"/>
                  <a:pt x="69" y="12"/>
                </a:cubicBezTo>
                <a:close/>
                <a:moveTo>
                  <a:pt x="48" y="16"/>
                </a:moveTo>
                <a:cubicBezTo>
                  <a:pt x="48" y="16"/>
                  <a:pt x="48" y="16"/>
                  <a:pt x="48" y="16"/>
                </a:cubicBezTo>
                <a:cubicBezTo>
                  <a:pt x="44" y="18"/>
                  <a:pt x="39" y="21"/>
                  <a:pt x="36" y="23"/>
                </a:cubicBezTo>
                <a:cubicBezTo>
                  <a:pt x="37" y="25"/>
                  <a:pt x="39" y="26"/>
                  <a:pt x="41" y="27"/>
                </a:cubicBezTo>
                <a:cubicBezTo>
                  <a:pt x="42" y="26"/>
                  <a:pt x="43" y="25"/>
                  <a:pt x="43" y="24"/>
                </a:cubicBezTo>
                <a:cubicBezTo>
                  <a:pt x="45" y="21"/>
                  <a:pt x="46" y="19"/>
                  <a:pt x="48" y="16"/>
                </a:cubicBezTo>
                <a:close/>
                <a:moveTo>
                  <a:pt x="30" y="28"/>
                </a:moveTo>
                <a:cubicBezTo>
                  <a:pt x="30" y="28"/>
                  <a:pt x="30" y="28"/>
                  <a:pt x="30" y="28"/>
                </a:cubicBezTo>
                <a:cubicBezTo>
                  <a:pt x="30" y="28"/>
                  <a:pt x="29" y="29"/>
                  <a:pt x="29" y="29"/>
                </a:cubicBezTo>
                <a:cubicBezTo>
                  <a:pt x="18" y="40"/>
                  <a:pt x="12" y="54"/>
                  <a:pt x="11" y="69"/>
                </a:cubicBezTo>
                <a:cubicBezTo>
                  <a:pt x="32" y="69"/>
                  <a:pt x="32" y="69"/>
                  <a:pt x="32" y="69"/>
                </a:cubicBezTo>
                <a:cubicBezTo>
                  <a:pt x="32" y="56"/>
                  <a:pt x="35" y="44"/>
                  <a:pt x="39" y="33"/>
                </a:cubicBezTo>
                <a:cubicBezTo>
                  <a:pt x="36" y="32"/>
                  <a:pt x="33" y="30"/>
                  <a:pt x="30" y="28"/>
                </a:cubicBezTo>
                <a:close/>
                <a:moveTo>
                  <a:pt x="99" y="36"/>
                </a:moveTo>
                <a:cubicBezTo>
                  <a:pt x="99" y="36"/>
                  <a:pt x="99" y="36"/>
                  <a:pt x="99" y="36"/>
                </a:cubicBezTo>
                <a:cubicBezTo>
                  <a:pt x="98" y="37"/>
                  <a:pt x="97" y="37"/>
                  <a:pt x="96" y="37"/>
                </a:cubicBezTo>
                <a:cubicBezTo>
                  <a:pt x="90" y="40"/>
                  <a:pt x="83" y="41"/>
                  <a:pt x="75" y="42"/>
                </a:cubicBezTo>
                <a:cubicBezTo>
                  <a:pt x="75" y="69"/>
                  <a:pt x="75" y="69"/>
                  <a:pt x="75" y="69"/>
                </a:cubicBezTo>
                <a:cubicBezTo>
                  <a:pt x="105" y="69"/>
                  <a:pt x="105" y="69"/>
                  <a:pt x="105" y="69"/>
                </a:cubicBezTo>
                <a:cubicBezTo>
                  <a:pt x="105" y="57"/>
                  <a:pt x="103" y="46"/>
                  <a:pt x="99" y="36"/>
                </a:cubicBezTo>
                <a:close/>
                <a:moveTo>
                  <a:pt x="69" y="42"/>
                </a:moveTo>
                <a:cubicBezTo>
                  <a:pt x="69" y="42"/>
                  <a:pt x="69" y="42"/>
                  <a:pt x="69" y="42"/>
                </a:cubicBezTo>
                <a:cubicBezTo>
                  <a:pt x="61" y="41"/>
                  <a:pt x="54" y="40"/>
                  <a:pt x="48" y="37"/>
                </a:cubicBezTo>
                <a:cubicBezTo>
                  <a:pt x="47" y="37"/>
                  <a:pt x="46" y="37"/>
                  <a:pt x="45" y="36"/>
                </a:cubicBezTo>
                <a:cubicBezTo>
                  <a:pt x="41" y="46"/>
                  <a:pt x="39" y="57"/>
                  <a:pt x="39" y="69"/>
                </a:cubicBezTo>
                <a:cubicBezTo>
                  <a:pt x="69" y="69"/>
                  <a:pt x="69" y="69"/>
                  <a:pt x="69" y="69"/>
                </a:cubicBezTo>
                <a:cubicBezTo>
                  <a:pt x="69" y="42"/>
                  <a:pt x="69" y="42"/>
                  <a:pt x="69" y="42"/>
                </a:cubicBezTo>
                <a:close/>
              </a:path>
            </a:pathLst>
          </a:custGeom>
          <a:solidFill>
            <a:schemeClr val="accent2"/>
          </a:solidFill>
          <a:ln>
            <a:noFill/>
          </a:ln>
        </p:spPr>
        <p:txBody>
          <a:bodyPr/>
          <a:lstStyle/>
          <a:p>
            <a:endParaRPr lang="zh-CN" altLang="en-US">
              <a:solidFill>
                <a:schemeClr val="accent2"/>
              </a:solidFill>
            </a:endParaRPr>
          </a:p>
        </p:txBody>
      </p:sp>
      <p:sp>
        <p:nvSpPr>
          <p:cNvPr id="24628" name="Rectangle 52"/>
          <p:cNvSpPr>
            <a:spLocks noChangeArrowheads="1"/>
          </p:cNvSpPr>
          <p:nvPr/>
        </p:nvSpPr>
        <p:spPr bwMode="auto">
          <a:xfrm>
            <a:off x="3059646" y="3348412"/>
            <a:ext cx="674804" cy="214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zh-CN" sz="800">
                <a:solidFill>
                  <a:schemeClr val="bg1"/>
                </a:solidFill>
                <a:latin typeface="微软雅黑" pitchFamily="34" charset="-122"/>
                <a:ea typeface="微软雅黑" pitchFamily="34" charset="-122"/>
              </a:rPr>
              <a:t>Option 01</a:t>
            </a:r>
          </a:p>
        </p:txBody>
      </p:sp>
      <p:sp>
        <p:nvSpPr>
          <p:cNvPr id="24629" name="Rectangle 53"/>
          <p:cNvSpPr>
            <a:spLocks noChangeArrowheads="1"/>
          </p:cNvSpPr>
          <p:nvPr/>
        </p:nvSpPr>
        <p:spPr bwMode="auto">
          <a:xfrm>
            <a:off x="3059646" y="3715301"/>
            <a:ext cx="674804" cy="214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zh-CN" sz="800">
                <a:solidFill>
                  <a:schemeClr val="bg1"/>
                </a:solidFill>
                <a:latin typeface="微软雅黑" pitchFamily="34" charset="-122"/>
                <a:ea typeface="微软雅黑" pitchFamily="34" charset="-122"/>
              </a:rPr>
              <a:t>Option 02</a:t>
            </a:r>
          </a:p>
        </p:txBody>
      </p:sp>
      <p:sp>
        <p:nvSpPr>
          <p:cNvPr id="24630" name="Rectangle 54"/>
          <p:cNvSpPr>
            <a:spLocks noChangeArrowheads="1"/>
          </p:cNvSpPr>
          <p:nvPr/>
        </p:nvSpPr>
        <p:spPr bwMode="auto">
          <a:xfrm>
            <a:off x="5415905" y="1976151"/>
            <a:ext cx="674804" cy="214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zh-CN" sz="800">
                <a:solidFill>
                  <a:schemeClr val="bg1"/>
                </a:solidFill>
                <a:latin typeface="微软雅黑" pitchFamily="34" charset="-122"/>
                <a:ea typeface="微软雅黑" pitchFamily="34" charset="-122"/>
              </a:rPr>
              <a:t>Option 03</a:t>
            </a:r>
          </a:p>
        </p:txBody>
      </p:sp>
      <p:sp>
        <p:nvSpPr>
          <p:cNvPr id="24631" name="Rectangle 55"/>
          <p:cNvSpPr>
            <a:spLocks noChangeArrowheads="1"/>
          </p:cNvSpPr>
          <p:nvPr/>
        </p:nvSpPr>
        <p:spPr bwMode="auto">
          <a:xfrm>
            <a:off x="5415905" y="2343040"/>
            <a:ext cx="674804" cy="214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zh-CN" sz="800">
                <a:solidFill>
                  <a:schemeClr val="bg1"/>
                </a:solidFill>
                <a:latin typeface="微软雅黑" pitchFamily="34" charset="-122"/>
                <a:ea typeface="微软雅黑" pitchFamily="34" charset="-122"/>
              </a:rPr>
              <a:t>Option 04</a:t>
            </a:r>
          </a:p>
        </p:txBody>
      </p:sp>
      <p:pic>
        <p:nvPicPr>
          <p:cNvPr id="38" name="图片 3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37905" y="61236"/>
            <a:ext cx="979629" cy="909108"/>
          </a:xfrm>
          <a:prstGeom prst="rect">
            <a:avLst/>
          </a:prstGeom>
        </p:spPr>
      </p:pic>
    </p:spTree>
    <p:extLst>
      <p:ext uri="{BB962C8B-B14F-4D97-AF65-F5344CB8AC3E}">
        <p14:creationId xmlns:p14="http://schemas.microsoft.com/office/powerpoint/2010/main" val="4186028900"/>
      </p:ext>
    </p:extLst>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left)">
                                      <p:cBhvr>
                                        <p:cTn id="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矩形 55">
            <a:extLst>
              <a:ext uri="{FF2B5EF4-FFF2-40B4-BE49-F238E27FC236}">
                <a16:creationId xmlns:a16="http://schemas.microsoft.com/office/drawing/2014/main" xmlns="" id="{3C4C0087-3248-485E-9D1F-A77B6530ED76}"/>
              </a:ext>
            </a:extLst>
          </p:cNvPr>
          <p:cNvSpPr/>
          <p:nvPr/>
        </p:nvSpPr>
        <p:spPr>
          <a:xfrm rot="1057730">
            <a:off x="4539604" y="4157017"/>
            <a:ext cx="2629977" cy="371828"/>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矩形 52">
            <a:extLst>
              <a:ext uri="{FF2B5EF4-FFF2-40B4-BE49-F238E27FC236}">
                <a16:creationId xmlns:a16="http://schemas.microsoft.com/office/drawing/2014/main" xmlns="" id="{E28B5498-592D-4433-BAF6-CC10F5439343}"/>
              </a:ext>
            </a:extLst>
          </p:cNvPr>
          <p:cNvSpPr/>
          <p:nvPr/>
        </p:nvSpPr>
        <p:spPr>
          <a:xfrm rot="1057730">
            <a:off x="4559415" y="3472223"/>
            <a:ext cx="2629977" cy="371828"/>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0" name="矩形 49">
            <a:extLst>
              <a:ext uri="{FF2B5EF4-FFF2-40B4-BE49-F238E27FC236}">
                <a16:creationId xmlns:a16="http://schemas.microsoft.com/office/drawing/2014/main" xmlns="" id="{0BA5EB91-3173-47ED-9222-656C09190D8B}"/>
              </a:ext>
            </a:extLst>
          </p:cNvPr>
          <p:cNvSpPr/>
          <p:nvPr/>
        </p:nvSpPr>
        <p:spPr>
          <a:xfrm rot="1057730">
            <a:off x="4579227" y="2800203"/>
            <a:ext cx="2629977" cy="371828"/>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矩形 46">
            <a:extLst>
              <a:ext uri="{FF2B5EF4-FFF2-40B4-BE49-F238E27FC236}">
                <a16:creationId xmlns:a16="http://schemas.microsoft.com/office/drawing/2014/main" xmlns="" id="{8A59273B-B92A-4176-B5C4-34854657FB46}"/>
              </a:ext>
            </a:extLst>
          </p:cNvPr>
          <p:cNvSpPr/>
          <p:nvPr/>
        </p:nvSpPr>
        <p:spPr>
          <a:xfrm rot="1057730">
            <a:off x="4579226" y="2103148"/>
            <a:ext cx="2629977" cy="371828"/>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 name="矩形 43">
            <a:extLst>
              <a:ext uri="{FF2B5EF4-FFF2-40B4-BE49-F238E27FC236}">
                <a16:creationId xmlns:a16="http://schemas.microsoft.com/office/drawing/2014/main" xmlns="" id="{7AB329C7-A448-4FA2-A9BF-D6992F2B67AD}"/>
              </a:ext>
            </a:extLst>
          </p:cNvPr>
          <p:cNvSpPr/>
          <p:nvPr/>
        </p:nvSpPr>
        <p:spPr>
          <a:xfrm rot="1057730">
            <a:off x="2247974" y="3029492"/>
            <a:ext cx="7761635" cy="2346488"/>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 name="Group 25"/>
          <p:cNvGrpSpPr/>
          <p:nvPr/>
        </p:nvGrpSpPr>
        <p:grpSpPr>
          <a:xfrm>
            <a:off x="1858422" y="1548196"/>
            <a:ext cx="1368239" cy="612070"/>
            <a:chOff x="3667126" y="1319213"/>
            <a:chExt cx="1657350" cy="741362"/>
          </a:xfrm>
        </p:grpSpPr>
        <p:sp>
          <p:nvSpPr>
            <p:cNvPr id="7173" name="Freeform 5"/>
            <p:cNvSpPr>
              <a:spLocks/>
            </p:cNvSpPr>
            <p:nvPr/>
          </p:nvSpPr>
          <p:spPr bwMode="auto">
            <a:xfrm>
              <a:off x="3667126" y="1319213"/>
              <a:ext cx="1657350" cy="681037"/>
            </a:xfrm>
            <a:custGeom>
              <a:avLst/>
              <a:gdLst/>
              <a:ahLst/>
              <a:cxnLst>
                <a:cxn ang="0">
                  <a:pos x="1044" y="429"/>
                </a:cxn>
                <a:cxn ang="0">
                  <a:pos x="0" y="429"/>
                </a:cxn>
                <a:cxn ang="0">
                  <a:pos x="0" y="107"/>
                </a:cxn>
                <a:cxn ang="0">
                  <a:pos x="220" y="107"/>
                </a:cxn>
                <a:cxn ang="0">
                  <a:pos x="220" y="308"/>
                </a:cxn>
                <a:cxn ang="0">
                  <a:pos x="253" y="278"/>
                </a:cxn>
                <a:cxn ang="0">
                  <a:pos x="563" y="0"/>
                </a:cxn>
                <a:cxn ang="0">
                  <a:pos x="1044" y="426"/>
                </a:cxn>
                <a:cxn ang="0">
                  <a:pos x="1044" y="429"/>
                </a:cxn>
              </a:cxnLst>
              <a:rect l="0" t="0" r="r" b="b"/>
              <a:pathLst>
                <a:path w="1044" h="429">
                  <a:moveTo>
                    <a:pt x="1044" y="429"/>
                  </a:moveTo>
                  <a:lnTo>
                    <a:pt x="0" y="429"/>
                  </a:lnTo>
                  <a:lnTo>
                    <a:pt x="0" y="107"/>
                  </a:lnTo>
                  <a:lnTo>
                    <a:pt x="220" y="107"/>
                  </a:lnTo>
                  <a:lnTo>
                    <a:pt x="220" y="308"/>
                  </a:lnTo>
                  <a:lnTo>
                    <a:pt x="253" y="278"/>
                  </a:lnTo>
                  <a:lnTo>
                    <a:pt x="563" y="0"/>
                  </a:lnTo>
                  <a:lnTo>
                    <a:pt x="1044" y="426"/>
                  </a:lnTo>
                  <a:lnTo>
                    <a:pt x="1044" y="429"/>
                  </a:lnTo>
                  <a:close/>
                </a:path>
              </a:pathLst>
            </a:custGeom>
            <a:solidFill>
              <a:schemeClr val="accent1"/>
            </a:solidFill>
            <a:ln w="9525">
              <a:noFill/>
              <a:round/>
              <a:headEnd/>
              <a:tailEnd/>
            </a:ln>
          </p:spPr>
          <p:txBody>
            <a:bodyPr vert="horz" wrap="square" lIns="111349" tIns="55675" rIns="111349" bIns="55675" numCol="1" anchor="t" anchorCtr="0" compatLnSpc="1">
              <a:prstTxWarp prst="textNoShape">
                <a:avLst/>
              </a:prstTxWarp>
            </a:bodyPr>
            <a:lstStyle/>
            <a:p>
              <a:pPr>
                <a:lnSpc>
                  <a:spcPct val="120000"/>
                </a:lnSpc>
              </a:pPr>
              <a:endParaRPr lang="en-US" sz="1700" dirty="0">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3" name="Group 19"/>
            <p:cNvGrpSpPr/>
            <p:nvPr/>
          </p:nvGrpSpPr>
          <p:grpSpPr>
            <a:xfrm>
              <a:off x="3667126" y="1489075"/>
              <a:ext cx="1657350" cy="571500"/>
              <a:chOff x="3667126" y="1489075"/>
              <a:chExt cx="1657350" cy="571500"/>
            </a:xfrm>
            <a:solidFill>
              <a:schemeClr val="accent1">
                <a:lumMod val="75000"/>
              </a:schemeClr>
            </a:solidFill>
          </p:grpSpPr>
          <p:sp>
            <p:nvSpPr>
              <p:cNvPr id="7174" name="Freeform 6"/>
              <p:cNvSpPr>
                <a:spLocks/>
              </p:cNvSpPr>
              <p:nvPr/>
            </p:nvSpPr>
            <p:spPr bwMode="auto">
              <a:xfrm>
                <a:off x="4016376" y="1489075"/>
                <a:ext cx="52388" cy="319087"/>
              </a:xfrm>
              <a:custGeom>
                <a:avLst/>
                <a:gdLst/>
                <a:ahLst/>
                <a:cxnLst>
                  <a:cxn ang="0">
                    <a:pos x="33" y="171"/>
                  </a:cxn>
                  <a:cxn ang="0">
                    <a:pos x="0" y="201"/>
                  </a:cxn>
                  <a:cxn ang="0">
                    <a:pos x="0" y="0"/>
                  </a:cxn>
                  <a:cxn ang="0">
                    <a:pos x="2" y="0"/>
                  </a:cxn>
                  <a:cxn ang="0">
                    <a:pos x="33" y="77"/>
                  </a:cxn>
                  <a:cxn ang="0">
                    <a:pos x="33" y="171"/>
                  </a:cxn>
                </a:cxnLst>
                <a:rect l="0" t="0" r="r" b="b"/>
                <a:pathLst>
                  <a:path w="33" h="201">
                    <a:moveTo>
                      <a:pt x="33" y="171"/>
                    </a:moveTo>
                    <a:lnTo>
                      <a:pt x="0" y="201"/>
                    </a:lnTo>
                    <a:lnTo>
                      <a:pt x="0" y="0"/>
                    </a:lnTo>
                    <a:lnTo>
                      <a:pt x="2" y="0"/>
                    </a:lnTo>
                    <a:lnTo>
                      <a:pt x="33" y="77"/>
                    </a:lnTo>
                    <a:lnTo>
                      <a:pt x="33" y="171"/>
                    </a:lnTo>
                    <a:close/>
                  </a:path>
                </a:pathLst>
              </a:custGeom>
              <a:grpFill/>
              <a:ln w="9525">
                <a:noFill/>
                <a:round/>
                <a:headEnd/>
                <a:tailEnd/>
              </a:ln>
            </p:spPr>
            <p:txBody>
              <a:bodyPr vert="horz" wrap="square" lIns="111349" tIns="55675" rIns="111349" bIns="55675" numCol="1" anchor="t" anchorCtr="0" compatLnSpc="1">
                <a:prstTxWarp prst="textNoShape">
                  <a:avLst/>
                </a:prstTxWarp>
              </a:bodyPr>
              <a:lstStyle/>
              <a:p>
                <a:pPr>
                  <a:lnSpc>
                    <a:spcPct val="120000"/>
                  </a:lnSpc>
                </a:pPr>
                <a:endParaRPr lang="en-US" sz="17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175" name="Freeform 7"/>
              <p:cNvSpPr>
                <a:spLocks/>
              </p:cNvSpPr>
              <p:nvPr/>
            </p:nvSpPr>
            <p:spPr bwMode="auto">
              <a:xfrm>
                <a:off x="3667126" y="2000250"/>
                <a:ext cx="1657350" cy="60325"/>
              </a:xfrm>
              <a:custGeom>
                <a:avLst/>
                <a:gdLst/>
                <a:ahLst/>
                <a:cxnLst>
                  <a:cxn ang="0">
                    <a:pos x="1016" y="38"/>
                  </a:cxn>
                  <a:cxn ang="0">
                    <a:pos x="55" y="38"/>
                  </a:cxn>
                  <a:cxn ang="0">
                    <a:pos x="41" y="38"/>
                  </a:cxn>
                  <a:cxn ang="0">
                    <a:pos x="0" y="0"/>
                  </a:cxn>
                  <a:cxn ang="0">
                    <a:pos x="1044" y="0"/>
                  </a:cxn>
                  <a:cxn ang="0">
                    <a:pos x="1016" y="38"/>
                  </a:cxn>
                </a:cxnLst>
                <a:rect l="0" t="0" r="r" b="b"/>
                <a:pathLst>
                  <a:path w="1044" h="38">
                    <a:moveTo>
                      <a:pt x="1016" y="38"/>
                    </a:moveTo>
                    <a:lnTo>
                      <a:pt x="55" y="38"/>
                    </a:lnTo>
                    <a:lnTo>
                      <a:pt x="41" y="38"/>
                    </a:lnTo>
                    <a:lnTo>
                      <a:pt x="0" y="0"/>
                    </a:lnTo>
                    <a:lnTo>
                      <a:pt x="1044" y="0"/>
                    </a:lnTo>
                    <a:lnTo>
                      <a:pt x="1016" y="38"/>
                    </a:lnTo>
                    <a:close/>
                  </a:path>
                </a:pathLst>
              </a:custGeom>
              <a:grpFill/>
              <a:ln w="9525">
                <a:noFill/>
                <a:round/>
                <a:headEnd/>
                <a:tailEnd/>
              </a:ln>
            </p:spPr>
            <p:txBody>
              <a:bodyPr vert="horz" wrap="square" lIns="111349" tIns="55675" rIns="111349" bIns="55675" numCol="1" anchor="t" anchorCtr="0" compatLnSpc="1">
                <a:prstTxWarp prst="textNoShape">
                  <a:avLst/>
                </a:prstTxWarp>
              </a:bodyPr>
              <a:lstStyle/>
              <a:p>
                <a:pPr>
                  <a:lnSpc>
                    <a:spcPct val="120000"/>
                  </a:lnSpc>
                </a:pPr>
                <a:endParaRPr lang="en-US" sz="17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grpSp>
        <p:nvGrpSpPr>
          <p:cNvPr id="4" name="Group 24"/>
          <p:cNvGrpSpPr/>
          <p:nvPr/>
        </p:nvGrpSpPr>
        <p:grpSpPr>
          <a:xfrm>
            <a:off x="1252934" y="2160265"/>
            <a:ext cx="2697158" cy="644837"/>
            <a:chOff x="2933701" y="2060575"/>
            <a:chExt cx="3267075" cy="781050"/>
          </a:xfrm>
        </p:grpSpPr>
        <p:sp>
          <p:nvSpPr>
            <p:cNvPr id="7176" name="Freeform 8"/>
            <p:cNvSpPr>
              <a:spLocks/>
            </p:cNvSpPr>
            <p:nvPr/>
          </p:nvSpPr>
          <p:spPr bwMode="auto">
            <a:xfrm>
              <a:off x="2933701" y="2060575"/>
              <a:ext cx="3267075" cy="711200"/>
            </a:xfrm>
            <a:custGeom>
              <a:avLst/>
              <a:gdLst/>
              <a:ahLst/>
              <a:cxnLst>
                <a:cxn ang="0">
                  <a:pos x="2058" y="448"/>
                </a:cxn>
                <a:cxn ang="0">
                  <a:pos x="0" y="448"/>
                </a:cxn>
                <a:cxn ang="0">
                  <a:pos x="0" y="448"/>
                </a:cxn>
                <a:cxn ang="0">
                  <a:pos x="503" y="0"/>
                </a:cxn>
                <a:cxn ang="0">
                  <a:pos x="517" y="0"/>
                </a:cxn>
                <a:cxn ang="0">
                  <a:pos x="1478" y="0"/>
                </a:cxn>
                <a:cxn ang="0">
                  <a:pos x="1553" y="0"/>
                </a:cxn>
                <a:cxn ang="0">
                  <a:pos x="2058" y="448"/>
                </a:cxn>
              </a:cxnLst>
              <a:rect l="0" t="0" r="r" b="b"/>
              <a:pathLst>
                <a:path w="2058" h="448">
                  <a:moveTo>
                    <a:pt x="2058" y="448"/>
                  </a:moveTo>
                  <a:lnTo>
                    <a:pt x="0" y="448"/>
                  </a:lnTo>
                  <a:lnTo>
                    <a:pt x="0" y="448"/>
                  </a:lnTo>
                  <a:lnTo>
                    <a:pt x="503" y="0"/>
                  </a:lnTo>
                  <a:lnTo>
                    <a:pt x="517" y="0"/>
                  </a:lnTo>
                  <a:lnTo>
                    <a:pt x="1478" y="0"/>
                  </a:lnTo>
                  <a:lnTo>
                    <a:pt x="1553" y="0"/>
                  </a:lnTo>
                  <a:lnTo>
                    <a:pt x="2058" y="448"/>
                  </a:lnTo>
                  <a:close/>
                </a:path>
              </a:pathLst>
            </a:custGeom>
            <a:solidFill>
              <a:schemeClr val="accent2"/>
            </a:solidFill>
            <a:ln w="9525">
              <a:noFill/>
              <a:round/>
              <a:headEnd/>
              <a:tailEnd/>
            </a:ln>
          </p:spPr>
          <p:txBody>
            <a:bodyPr vert="horz" wrap="square" lIns="111349" tIns="55675" rIns="111349" bIns="55675" numCol="1" anchor="t" anchorCtr="0" compatLnSpc="1">
              <a:prstTxWarp prst="textNoShape">
                <a:avLst/>
              </a:prstTxWarp>
            </a:bodyPr>
            <a:lstStyle/>
            <a:p>
              <a:pPr>
                <a:lnSpc>
                  <a:spcPct val="120000"/>
                </a:lnSpc>
              </a:pPr>
              <a:endParaRPr lang="en-US" sz="17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177" name="Freeform 9"/>
            <p:cNvSpPr>
              <a:spLocks/>
            </p:cNvSpPr>
            <p:nvPr/>
          </p:nvSpPr>
          <p:spPr bwMode="auto">
            <a:xfrm>
              <a:off x="2933701" y="2771775"/>
              <a:ext cx="3267075" cy="69850"/>
            </a:xfrm>
            <a:custGeom>
              <a:avLst/>
              <a:gdLst/>
              <a:ahLst/>
              <a:cxnLst>
                <a:cxn ang="0">
                  <a:pos x="2006" y="44"/>
                </a:cxn>
                <a:cxn ang="0">
                  <a:pos x="55" y="44"/>
                </a:cxn>
                <a:cxn ang="0">
                  <a:pos x="0" y="0"/>
                </a:cxn>
                <a:cxn ang="0">
                  <a:pos x="2058" y="0"/>
                </a:cxn>
                <a:cxn ang="0">
                  <a:pos x="2006" y="44"/>
                </a:cxn>
              </a:cxnLst>
              <a:rect l="0" t="0" r="r" b="b"/>
              <a:pathLst>
                <a:path w="2058" h="44">
                  <a:moveTo>
                    <a:pt x="2006" y="44"/>
                  </a:moveTo>
                  <a:lnTo>
                    <a:pt x="55" y="44"/>
                  </a:lnTo>
                  <a:lnTo>
                    <a:pt x="0" y="0"/>
                  </a:lnTo>
                  <a:lnTo>
                    <a:pt x="2058" y="0"/>
                  </a:lnTo>
                  <a:lnTo>
                    <a:pt x="2006" y="44"/>
                  </a:lnTo>
                  <a:close/>
                </a:path>
              </a:pathLst>
            </a:custGeom>
            <a:solidFill>
              <a:schemeClr val="accent2">
                <a:lumMod val="50000"/>
              </a:schemeClr>
            </a:solidFill>
            <a:ln w="9525">
              <a:noFill/>
              <a:round/>
              <a:headEnd/>
              <a:tailEnd/>
            </a:ln>
          </p:spPr>
          <p:txBody>
            <a:bodyPr vert="horz" wrap="square" lIns="111349" tIns="55675" rIns="111349" bIns="55675" numCol="1" anchor="t" anchorCtr="0" compatLnSpc="1">
              <a:prstTxWarp prst="textNoShape">
                <a:avLst/>
              </a:prstTxWarp>
            </a:bodyPr>
            <a:lstStyle/>
            <a:p>
              <a:pPr>
                <a:lnSpc>
                  <a:spcPct val="120000"/>
                </a:lnSpc>
              </a:pPr>
              <a:endParaRPr lang="en-US" sz="17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5" name="Group 23"/>
          <p:cNvGrpSpPr/>
          <p:nvPr/>
        </p:nvGrpSpPr>
        <p:grpSpPr>
          <a:xfrm>
            <a:off x="1127118" y="2805096"/>
            <a:ext cx="2948789" cy="677604"/>
            <a:chOff x="2781301" y="2841625"/>
            <a:chExt cx="3571875" cy="820738"/>
          </a:xfrm>
        </p:grpSpPr>
        <p:sp>
          <p:nvSpPr>
            <p:cNvPr id="7178" name="Freeform 10"/>
            <p:cNvSpPr>
              <a:spLocks/>
            </p:cNvSpPr>
            <p:nvPr/>
          </p:nvSpPr>
          <p:spPr bwMode="auto">
            <a:xfrm>
              <a:off x="2781301" y="2841625"/>
              <a:ext cx="3571875" cy="741362"/>
            </a:xfrm>
            <a:custGeom>
              <a:avLst/>
              <a:gdLst/>
              <a:ahLst/>
              <a:cxnLst>
                <a:cxn ang="0">
                  <a:pos x="151" y="0"/>
                </a:cxn>
                <a:cxn ang="0">
                  <a:pos x="2102" y="0"/>
                </a:cxn>
                <a:cxn ang="0">
                  <a:pos x="2204" y="0"/>
                </a:cxn>
                <a:cxn ang="0">
                  <a:pos x="2250" y="44"/>
                </a:cxn>
                <a:cxn ang="0">
                  <a:pos x="1833" y="44"/>
                </a:cxn>
                <a:cxn ang="0">
                  <a:pos x="1833" y="143"/>
                </a:cxn>
                <a:cxn ang="0">
                  <a:pos x="1833" y="467"/>
                </a:cxn>
                <a:cxn ang="0">
                  <a:pos x="415" y="467"/>
                </a:cxn>
                <a:cxn ang="0">
                  <a:pos x="415" y="143"/>
                </a:cxn>
                <a:cxn ang="0">
                  <a:pos x="415" y="44"/>
                </a:cxn>
                <a:cxn ang="0">
                  <a:pos x="0" y="44"/>
                </a:cxn>
                <a:cxn ang="0">
                  <a:pos x="50" y="0"/>
                </a:cxn>
                <a:cxn ang="0">
                  <a:pos x="151" y="0"/>
                </a:cxn>
              </a:cxnLst>
              <a:rect l="0" t="0" r="r" b="b"/>
              <a:pathLst>
                <a:path w="2250" h="467">
                  <a:moveTo>
                    <a:pt x="151" y="0"/>
                  </a:moveTo>
                  <a:lnTo>
                    <a:pt x="2102" y="0"/>
                  </a:lnTo>
                  <a:lnTo>
                    <a:pt x="2204" y="0"/>
                  </a:lnTo>
                  <a:lnTo>
                    <a:pt x="2250" y="44"/>
                  </a:lnTo>
                  <a:lnTo>
                    <a:pt x="1833" y="44"/>
                  </a:lnTo>
                  <a:lnTo>
                    <a:pt x="1833" y="143"/>
                  </a:lnTo>
                  <a:lnTo>
                    <a:pt x="1833" y="467"/>
                  </a:lnTo>
                  <a:lnTo>
                    <a:pt x="415" y="467"/>
                  </a:lnTo>
                  <a:lnTo>
                    <a:pt x="415" y="143"/>
                  </a:lnTo>
                  <a:lnTo>
                    <a:pt x="415" y="44"/>
                  </a:lnTo>
                  <a:lnTo>
                    <a:pt x="0" y="44"/>
                  </a:lnTo>
                  <a:lnTo>
                    <a:pt x="50" y="0"/>
                  </a:lnTo>
                  <a:lnTo>
                    <a:pt x="151" y="0"/>
                  </a:lnTo>
                  <a:close/>
                </a:path>
              </a:pathLst>
            </a:custGeom>
            <a:solidFill>
              <a:schemeClr val="accent3"/>
            </a:solidFill>
            <a:ln w="9525">
              <a:noFill/>
              <a:round/>
              <a:headEnd/>
              <a:tailEnd/>
            </a:ln>
          </p:spPr>
          <p:txBody>
            <a:bodyPr vert="horz" wrap="square" lIns="111349" tIns="55675" rIns="111349" bIns="55675" numCol="1" anchor="t" anchorCtr="0" compatLnSpc="1">
              <a:prstTxWarp prst="textNoShape">
                <a:avLst/>
              </a:prstTxWarp>
            </a:bodyPr>
            <a:lstStyle/>
            <a:p>
              <a:pPr>
                <a:lnSpc>
                  <a:spcPct val="120000"/>
                </a:lnSpc>
              </a:pPr>
              <a:endParaRPr lang="en-US" sz="1700" dirty="0">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6" name="Group 20"/>
            <p:cNvGrpSpPr/>
            <p:nvPr/>
          </p:nvGrpSpPr>
          <p:grpSpPr>
            <a:xfrm>
              <a:off x="2781301" y="2911475"/>
              <a:ext cx="3571875" cy="750888"/>
              <a:chOff x="2781301" y="2911475"/>
              <a:chExt cx="3571875" cy="750888"/>
            </a:xfrm>
            <a:solidFill>
              <a:schemeClr val="accent3">
                <a:lumMod val="75000"/>
              </a:schemeClr>
            </a:solidFill>
          </p:grpSpPr>
          <p:sp>
            <p:nvSpPr>
              <p:cNvPr id="7179" name="Freeform 11"/>
              <p:cNvSpPr>
                <a:spLocks/>
              </p:cNvSpPr>
              <p:nvPr/>
            </p:nvSpPr>
            <p:spPr bwMode="auto">
              <a:xfrm>
                <a:off x="2781301" y="2911475"/>
                <a:ext cx="658813" cy="157162"/>
              </a:xfrm>
              <a:custGeom>
                <a:avLst/>
                <a:gdLst/>
                <a:ahLst/>
                <a:cxnLst>
                  <a:cxn ang="0">
                    <a:pos x="415" y="99"/>
                  </a:cxn>
                  <a:cxn ang="0">
                    <a:pos x="132" y="99"/>
                  </a:cxn>
                  <a:cxn ang="0">
                    <a:pos x="0" y="0"/>
                  </a:cxn>
                  <a:cxn ang="0">
                    <a:pos x="415" y="0"/>
                  </a:cxn>
                  <a:cxn ang="0">
                    <a:pos x="415" y="99"/>
                  </a:cxn>
                </a:cxnLst>
                <a:rect l="0" t="0" r="r" b="b"/>
                <a:pathLst>
                  <a:path w="415" h="99">
                    <a:moveTo>
                      <a:pt x="415" y="99"/>
                    </a:moveTo>
                    <a:lnTo>
                      <a:pt x="132" y="99"/>
                    </a:lnTo>
                    <a:lnTo>
                      <a:pt x="0" y="0"/>
                    </a:lnTo>
                    <a:lnTo>
                      <a:pt x="415" y="0"/>
                    </a:lnTo>
                    <a:lnTo>
                      <a:pt x="415" y="99"/>
                    </a:lnTo>
                    <a:close/>
                  </a:path>
                </a:pathLst>
              </a:custGeom>
              <a:grpFill/>
              <a:ln w="9525">
                <a:noFill/>
                <a:round/>
                <a:headEnd/>
                <a:tailEnd/>
              </a:ln>
            </p:spPr>
            <p:txBody>
              <a:bodyPr vert="horz" wrap="square" lIns="111349" tIns="55675" rIns="111349" bIns="55675" numCol="1" anchor="t" anchorCtr="0" compatLnSpc="1">
                <a:prstTxWarp prst="textNoShape">
                  <a:avLst/>
                </a:prstTxWarp>
              </a:bodyPr>
              <a:lstStyle/>
              <a:p>
                <a:pPr>
                  <a:lnSpc>
                    <a:spcPct val="120000"/>
                  </a:lnSpc>
                </a:pPr>
                <a:endParaRPr lang="en-US" sz="17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180" name="Freeform 12"/>
              <p:cNvSpPr>
                <a:spLocks/>
              </p:cNvSpPr>
              <p:nvPr/>
            </p:nvSpPr>
            <p:spPr bwMode="auto">
              <a:xfrm>
                <a:off x="5691188" y="2911475"/>
                <a:ext cx="661988" cy="157162"/>
              </a:xfrm>
              <a:custGeom>
                <a:avLst/>
                <a:gdLst/>
                <a:ahLst/>
                <a:cxnLst>
                  <a:cxn ang="0">
                    <a:pos x="0" y="99"/>
                  </a:cxn>
                  <a:cxn ang="0">
                    <a:pos x="0" y="0"/>
                  </a:cxn>
                  <a:cxn ang="0">
                    <a:pos x="417" y="0"/>
                  </a:cxn>
                  <a:cxn ang="0">
                    <a:pos x="263" y="99"/>
                  </a:cxn>
                  <a:cxn ang="0">
                    <a:pos x="0" y="99"/>
                  </a:cxn>
                </a:cxnLst>
                <a:rect l="0" t="0" r="r" b="b"/>
                <a:pathLst>
                  <a:path w="417" h="99">
                    <a:moveTo>
                      <a:pt x="0" y="99"/>
                    </a:moveTo>
                    <a:lnTo>
                      <a:pt x="0" y="0"/>
                    </a:lnTo>
                    <a:lnTo>
                      <a:pt x="417" y="0"/>
                    </a:lnTo>
                    <a:lnTo>
                      <a:pt x="263" y="99"/>
                    </a:lnTo>
                    <a:lnTo>
                      <a:pt x="0" y="99"/>
                    </a:lnTo>
                    <a:close/>
                  </a:path>
                </a:pathLst>
              </a:custGeom>
              <a:grpFill/>
              <a:ln w="9525">
                <a:noFill/>
                <a:round/>
                <a:headEnd/>
                <a:tailEnd/>
              </a:ln>
            </p:spPr>
            <p:txBody>
              <a:bodyPr vert="horz" wrap="square" lIns="111349" tIns="55675" rIns="111349" bIns="55675" numCol="1" anchor="t" anchorCtr="0" compatLnSpc="1">
                <a:prstTxWarp prst="textNoShape">
                  <a:avLst/>
                </a:prstTxWarp>
              </a:bodyPr>
              <a:lstStyle/>
              <a:p>
                <a:pPr>
                  <a:lnSpc>
                    <a:spcPct val="120000"/>
                  </a:lnSpc>
                </a:pPr>
                <a:endParaRPr lang="en-US" sz="17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181" name="Freeform 13"/>
              <p:cNvSpPr>
                <a:spLocks/>
              </p:cNvSpPr>
              <p:nvPr/>
            </p:nvSpPr>
            <p:spPr bwMode="auto">
              <a:xfrm>
                <a:off x="3440113" y="3582988"/>
                <a:ext cx="2251075" cy="79375"/>
              </a:xfrm>
              <a:custGeom>
                <a:avLst/>
                <a:gdLst/>
                <a:ahLst/>
                <a:cxnLst>
                  <a:cxn ang="0">
                    <a:pos x="1313" y="50"/>
                  </a:cxn>
                  <a:cxn ang="0">
                    <a:pos x="93" y="50"/>
                  </a:cxn>
                  <a:cxn ang="0">
                    <a:pos x="0" y="0"/>
                  </a:cxn>
                  <a:cxn ang="0">
                    <a:pos x="1418" y="0"/>
                  </a:cxn>
                  <a:cxn ang="0">
                    <a:pos x="1313" y="50"/>
                  </a:cxn>
                </a:cxnLst>
                <a:rect l="0" t="0" r="r" b="b"/>
                <a:pathLst>
                  <a:path w="1418" h="50">
                    <a:moveTo>
                      <a:pt x="1313" y="50"/>
                    </a:moveTo>
                    <a:lnTo>
                      <a:pt x="93" y="50"/>
                    </a:lnTo>
                    <a:lnTo>
                      <a:pt x="0" y="0"/>
                    </a:lnTo>
                    <a:lnTo>
                      <a:pt x="1418" y="0"/>
                    </a:lnTo>
                    <a:lnTo>
                      <a:pt x="1313" y="50"/>
                    </a:lnTo>
                    <a:close/>
                  </a:path>
                </a:pathLst>
              </a:custGeom>
              <a:grpFill/>
              <a:ln w="9525">
                <a:noFill/>
                <a:round/>
                <a:headEnd/>
                <a:tailEnd/>
              </a:ln>
            </p:spPr>
            <p:txBody>
              <a:bodyPr vert="horz" wrap="square" lIns="111349" tIns="55675" rIns="111349" bIns="55675" numCol="1" anchor="t" anchorCtr="0" compatLnSpc="1">
                <a:prstTxWarp prst="textNoShape">
                  <a:avLst/>
                </a:prstTxWarp>
              </a:bodyPr>
              <a:lstStyle/>
              <a:p>
                <a:pPr>
                  <a:lnSpc>
                    <a:spcPct val="120000"/>
                  </a:lnSpc>
                </a:pPr>
                <a:endParaRPr lang="en-US" sz="17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grpSp>
        <p:nvGrpSpPr>
          <p:cNvPr id="7" name="Group 22"/>
          <p:cNvGrpSpPr/>
          <p:nvPr/>
        </p:nvGrpSpPr>
        <p:grpSpPr>
          <a:xfrm>
            <a:off x="1670991" y="3482724"/>
            <a:ext cx="1858392" cy="663185"/>
            <a:chOff x="3440113" y="3662363"/>
            <a:chExt cx="2251075" cy="803275"/>
          </a:xfrm>
        </p:grpSpPr>
        <p:sp>
          <p:nvSpPr>
            <p:cNvPr id="7182" name="Freeform 14"/>
            <p:cNvSpPr>
              <a:spLocks/>
            </p:cNvSpPr>
            <p:nvPr/>
          </p:nvSpPr>
          <p:spPr bwMode="auto">
            <a:xfrm>
              <a:off x="3440113" y="3662363"/>
              <a:ext cx="2251075" cy="803275"/>
            </a:xfrm>
            <a:custGeom>
              <a:avLst/>
              <a:gdLst/>
              <a:ahLst/>
              <a:cxnLst>
                <a:cxn ang="0">
                  <a:pos x="569" y="506"/>
                </a:cxn>
                <a:cxn ang="0">
                  <a:pos x="0" y="506"/>
                </a:cxn>
                <a:cxn ang="0">
                  <a:pos x="0" y="0"/>
                </a:cxn>
                <a:cxn ang="0">
                  <a:pos x="93" y="0"/>
                </a:cxn>
                <a:cxn ang="0">
                  <a:pos x="1313" y="0"/>
                </a:cxn>
                <a:cxn ang="0">
                  <a:pos x="1418" y="0"/>
                </a:cxn>
                <a:cxn ang="0">
                  <a:pos x="1418" y="506"/>
                </a:cxn>
                <a:cxn ang="0">
                  <a:pos x="857" y="506"/>
                </a:cxn>
                <a:cxn ang="0">
                  <a:pos x="857" y="88"/>
                </a:cxn>
                <a:cxn ang="0">
                  <a:pos x="816" y="88"/>
                </a:cxn>
                <a:cxn ang="0">
                  <a:pos x="613" y="88"/>
                </a:cxn>
                <a:cxn ang="0">
                  <a:pos x="569" y="88"/>
                </a:cxn>
                <a:cxn ang="0">
                  <a:pos x="569" y="506"/>
                </a:cxn>
              </a:cxnLst>
              <a:rect l="0" t="0" r="r" b="b"/>
              <a:pathLst>
                <a:path w="1418" h="506">
                  <a:moveTo>
                    <a:pt x="569" y="506"/>
                  </a:moveTo>
                  <a:lnTo>
                    <a:pt x="0" y="506"/>
                  </a:lnTo>
                  <a:lnTo>
                    <a:pt x="0" y="0"/>
                  </a:lnTo>
                  <a:lnTo>
                    <a:pt x="93" y="0"/>
                  </a:lnTo>
                  <a:lnTo>
                    <a:pt x="1313" y="0"/>
                  </a:lnTo>
                  <a:lnTo>
                    <a:pt x="1418" y="0"/>
                  </a:lnTo>
                  <a:lnTo>
                    <a:pt x="1418" y="506"/>
                  </a:lnTo>
                  <a:lnTo>
                    <a:pt x="857" y="506"/>
                  </a:lnTo>
                  <a:lnTo>
                    <a:pt x="857" y="88"/>
                  </a:lnTo>
                  <a:lnTo>
                    <a:pt x="816" y="88"/>
                  </a:lnTo>
                  <a:lnTo>
                    <a:pt x="613" y="88"/>
                  </a:lnTo>
                  <a:lnTo>
                    <a:pt x="569" y="88"/>
                  </a:lnTo>
                  <a:lnTo>
                    <a:pt x="569" y="506"/>
                  </a:lnTo>
                  <a:close/>
                </a:path>
              </a:pathLst>
            </a:custGeom>
            <a:solidFill>
              <a:schemeClr val="accent4"/>
            </a:solidFill>
            <a:ln w="9525">
              <a:noFill/>
              <a:round/>
              <a:headEnd/>
              <a:tailEnd/>
            </a:ln>
          </p:spPr>
          <p:txBody>
            <a:bodyPr vert="horz" wrap="square" lIns="111349" tIns="55675" rIns="111349" bIns="55675" numCol="1" anchor="t" anchorCtr="0" compatLnSpc="1">
              <a:prstTxWarp prst="textNoShape">
                <a:avLst/>
              </a:prstTxWarp>
            </a:bodyPr>
            <a:lstStyle/>
            <a:p>
              <a:pPr>
                <a:lnSpc>
                  <a:spcPct val="120000"/>
                </a:lnSpc>
              </a:pPr>
              <a:endParaRPr lang="en-US" sz="1700" dirty="0">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8" name="Group 21"/>
            <p:cNvGrpSpPr/>
            <p:nvPr/>
          </p:nvGrpSpPr>
          <p:grpSpPr>
            <a:xfrm>
              <a:off x="4343401" y="3802063"/>
              <a:ext cx="457200" cy="663575"/>
              <a:chOff x="4343401" y="3802063"/>
              <a:chExt cx="457200" cy="663575"/>
            </a:xfrm>
            <a:solidFill>
              <a:schemeClr val="accent4">
                <a:lumMod val="75000"/>
              </a:schemeClr>
            </a:solidFill>
          </p:grpSpPr>
          <p:sp>
            <p:nvSpPr>
              <p:cNvPr id="7183" name="Freeform 15"/>
              <p:cNvSpPr>
                <a:spLocks/>
              </p:cNvSpPr>
              <p:nvPr/>
            </p:nvSpPr>
            <p:spPr bwMode="auto">
              <a:xfrm>
                <a:off x="4735513" y="3802063"/>
                <a:ext cx="65088" cy="663575"/>
              </a:xfrm>
              <a:custGeom>
                <a:avLst/>
                <a:gdLst/>
                <a:ahLst/>
                <a:cxnLst>
                  <a:cxn ang="0">
                    <a:pos x="41" y="418"/>
                  </a:cxn>
                  <a:cxn ang="0">
                    <a:pos x="0" y="365"/>
                  </a:cxn>
                  <a:cxn ang="0">
                    <a:pos x="0" y="0"/>
                  </a:cxn>
                  <a:cxn ang="0">
                    <a:pos x="41" y="0"/>
                  </a:cxn>
                  <a:cxn ang="0">
                    <a:pos x="41" y="418"/>
                  </a:cxn>
                </a:cxnLst>
                <a:rect l="0" t="0" r="r" b="b"/>
                <a:pathLst>
                  <a:path w="41" h="418">
                    <a:moveTo>
                      <a:pt x="41" y="418"/>
                    </a:moveTo>
                    <a:lnTo>
                      <a:pt x="0" y="365"/>
                    </a:lnTo>
                    <a:lnTo>
                      <a:pt x="0" y="0"/>
                    </a:lnTo>
                    <a:lnTo>
                      <a:pt x="41" y="0"/>
                    </a:lnTo>
                    <a:lnTo>
                      <a:pt x="41" y="418"/>
                    </a:lnTo>
                    <a:close/>
                  </a:path>
                </a:pathLst>
              </a:custGeom>
              <a:grpFill/>
              <a:ln w="9525">
                <a:noFill/>
                <a:round/>
                <a:headEnd/>
                <a:tailEnd/>
              </a:ln>
            </p:spPr>
            <p:txBody>
              <a:bodyPr vert="horz" wrap="square" lIns="111349" tIns="55675" rIns="111349" bIns="55675" numCol="1" anchor="t" anchorCtr="0" compatLnSpc="1">
                <a:prstTxWarp prst="textNoShape">
                  <a:avLst/>
                </a:prstTxWarp>
              </a:bodyPr>
              <a:lstStyle/>
              <a:p>
                <a:pPr>
                  <a:lnSpc>
                    <a:spcPct val="120000"/>
                  </a:lnSpc>
                </a:pPr>
                <a:endParaRPr lang="en-US" sz="17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184" name="Freeform 16"/>
              <p:cNvSpPr>
                <a:spLocks/>
              </p:cNvSpPr>
              <p:nvPr/>
            </p:nvSpPr>
            <p:spPr bwMode="auto">
              <a:xfrm>
                <a:off x="4343401" y="3802063"/>
                <a:ext cx="69850" cy="663575"/>
              </a:xfrm>
              <a:custGeom>
                <a:avLst/>
                <a:gdLst/>
                <a:ahLst/>
                <a:cxnLst>
                  <a:cxn ang="0">
                    <a:pos x="0" y="418"/>
                  </a:cxn>
                  <a:cxn ang="0">
                    <a:pos x="0" y="0"/>
                  </a:cxn>
                  <a:cxn ang="0">
                    <a:pos x="44" y="0"/>
                  </a:cxn>
                  <a:cxn ang="0">
                    <a:pos x="44" y="360"/>
                  </a:cxn>
                  <a:cxn ang="0">
                    <a:pos x="0" y="418"/>
                  </a:cxn>
                </a:cxnLst>
                <a:rect l="0" t="0" r="r" b="b"/>
                <a:pathLst>
                  <a:path w="44" h="418">
                    <a:moveTo>
                      <a:pt x="0" y="418"/>
                    </a:moveTo>
                    <a:lnTo>
                      <a:pt x="0" y="0"/>
                    </a:lnTo>
                    <a:lnTo>
                      <a:pt x="44" y="0"/>
                    </a:lnTo>
                    <a:lnTo>
                      <a:pt x="44" y="360"/>
                    </a:lnTo>
                    <a:lnTo>
                      <a:pt x="0" y="418"/>
                    </a:lnTo>
                    <a:close/>
                  </a:path>
                </a:pathLst>
              </a:custGeom>
              <a:grpFill/>
              <a:ln w="9525">
                <a:noFill/>
                <a:round/>
                <a:headEnd/>
                <a:tailEnd/>
              </a:ln>
            </p:spPr>
            <p:txBody>
              <a:bodyPr vert="horz" wrap="square" lIns="111349" tIns="55675" rIns="111349" bIns="55675" numCol="1" anchor="t" anchorCtr="0" compatLnSpc="1">
                <a:prstTxWarp prst="textNoShape">
                  <a:avLst/>
                </a:prstTxWarp>
              </a:bodyPr>
              <a:lstStyle/>
              <a:p>
                <a:pPr>
                  <a:lnSpc>
                    <a:spcPct val="120000"/>
                  </a:lnSpc>
                </a:pPr>
                <a:endParaRPr lang="en-US" sz="17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sp>
        <p:nvSpPr>
          <p:cNvPr id="36" name="TextBox 35"/>
          <p:cNvSpPr txBox="1"/>
          <p:nvPr/>
        </p:nvSpPr>
        <p:spPr>
          <a:xfrm>
            <a:off x="4909775" y="1647974"/>
            <a:ext cx="2293978" cy="627973"/>
          </a:xfrm>
          <a:prstGeom prst="rect">
            <a:avLst/>
          </a:prstGeom>
          <a:noFill/>
        </p:spPr>
        <p:txBody>
          <a:bodyPr wrap="square" lIns="0" tIns="0" rIns="0" bIns="0" rtlCol="0" anchor="t" anchorCtr="0">
            <a:spAutoFit/>
          </a:bodyPr>
          <a:lstStyle/>
          <a:p>
            <a:pPr algn="just">
              <a:lnSpc>
                <a:spcPct val="120000"/>
              </a:lnSpc>
            </a:pPr>
            <a:r>
              <a:rPr lang="zh-CN" altLang="en-US"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US" altLang="zh-CN"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algn="just">
              <a:lnSpc>
                <a:spcPct val="120000"/>
              </a:lnSpc>
            </a:pPr>
            <a:r>
              <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a:t>
            </a:r>
            <a:r>
              <a:rPr lang="en-US" altLang="zh-CN" sz="600" dirty="0" err="1">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directly.Please</a:t>
            </a:r>
            <a:r>
              <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replace text, click add relevant headline, modify the text content, also can copy your content to this directly.</a:t>
            </a:r>
          </a:p>
        </p:txBody>
      </p:sp>
      <p:sp>
        <p:nvSpPr>
          <p:cNvPr id="37" name="TextBox 36"/>
          <p:cNvSpPr txBox="1"/>
          <p:nvPr/>
        </p:nvSpPr>
        <p:spPr>
          <a:xfrm>
            <a:off x="4909798" y="2327248"/>
            <a:ext cx="2293980" cy="627973"/>
          </a:xfrm>
          <a:prstGeom prst="rect">
            <a:avLst/>
          </a:prstGeom>
          <a:noFill/>
        </p:spPr>
        <p:txBody>
          <a:bodyPr wrap="square" lIns="0" tIns="0" rIns="0" bIns="0" rtlCol="0" anchor="t" anchorCtr="0">
            <a:spAutoFit/>
          </a:bodyPr>
          <a:lstStyle/>
          <a:p>
            <a:pPr algn="just">
              <a:lnSpc>
                <a:spcPct val="120000"/>
              </a:lnSpc>
            </a:pPr>
            <a:r>
              <a:rPr lang="zh-CN" altLang="en-US"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US" altLang="zh-CN"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algn="just">
              <a:lnSpc>
                <a:spcPct val="120000"/>
              </a:lnSpc>
            </a:pPr>
            <a:r>
              <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a:t>
            </a:r>
            <a:r>
              <a:rPr lang="en-US" altLang="zh-CN" sz="600" dirty="0" err="1">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directly.Please</a:t>
            </a:r>
            <a:r>
              <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replace text, click add relevant headline, modify the text content, also can copy your content to this directly.</a:t>
            </a:r>
          </a:p>
        </p:txBody>
      </p:sp>
      <p:sp>
        <p:nvSpPr>
          <p:cNvPr id="38" name="TextBox 37"/>
          <p:cNvSpPr txBox="1"/>
          <p:nvPr/>
        </p:nvSpPr>
        <p:spPr>
          <a:xfrm>
            <a:off x="4909775" y="3006524"/>
            <a:ext cx="2293978" cy="627973"/>
          </a:xfrm>
          <a:prstGeom prst="rect">
            <a:avLst/>
          </a:prstGeom>
          <a:noFill/>
        </p:spPr>
        <p:txBody>
          <a:bodyPr wrap="square" lIns="0" tIns="0" rIns="0" bIns="0" rtlCol="0" anchor="t" anchorCtr="0">
            <a:spAutoFit/>
          </a:bodyPr>
          <a:lstStyle/>
          <a:p>
            <a:pPr algn="just">
              <a:lnSpc>
                <a:spcPct val="120000"/>
              </a:lnSpc>
            </a:pPr>
            <a:r>
              <a:rPr lang="zh-CN" altLang="en-US"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US" altLang="zh-CN"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algn="just">
              <a:lnSpc>
                <a:spcPct val="120000"/>
              </a:lnSpc>
            </a:pPr>
            <a:r>
              <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a:t>
            </a:r>
            <a:r>
              <a:rPr lang="en-US" altLang="zh-CN" sz="600" dirty="0" err="1">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directly.Please</a:t>
            </a:r>
            <a:r>
              <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replace text, click add relevant headline, modify the text content, also can copy your content to this directly.</a:t>
            </a:r>
          </a:p>
        </p:txBody>
      </p:sp>
      <p:sp>
        <p:nvSpPr>
          <p:cNvPr id="39" name="TextBox 38"/>
          <p:cNvSpPr txBox="1"/>
          <p:nvPr/>
        </p:nvSpPr>
        <p:spPr>
          <a:xfrm>
            <a:off x="4909775" y="3685799"/>
            <a:ext cx="2293978" cy="627973"/>
          </a:xfrm>
          <a:prstGeom prst="rect">
            <a:avLst/>
          </a:prstGeom>
          <a:noFill/>
        </p:spPr>
        <p:txBody>
          <a:bodyPr wrap="square" lIns="0" tIns="0" rIns="0" bIns="0" rtlCol="0" anchor="t" anchorCtr="0">
            <a:spAutoFit/>
          </a:bodyPr>
          <a:lstStyle/>
          <a:p>
            <a:pPr algn="just">
              <a:lnSpc>
                <a:spcPct val="120000"/>
              </a:lnSpc>
            </a:pPr>
            <a:r>
              <a:rPr lang="zh-CN" altLang="en-US"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US" altLang="zh-CN"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algn="just">
              <a:lnSpc>
                <a:spcPct val="120000"/>
              </a:lnSpc>
            </a:pPr>
            <a:r>
              <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a:t>
            </a:r>
            <a:r>
              <a:rPr lang="en-US" altLang="zh-CN" sz="600" dirty="0" err="1">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directly.Please</a:t>
            </a:r>
            <a:r>
              <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 replace text, click add relevant headline, modify the text content, also can copy your content to this directly.</a:t>
            </a:r>
          </a:p>
        </p:txBody>
      </p:sp>
      <p:sp>
        <p:nvSpPr>
          <p:cNvPr id="40" name="Text Placeholder 3"/>
          <p:cNvSpPr txBox="1">
            <a:spLocks/>
          </p:cNvSpPr>
          <p:nvPr/>
        </p:nvSpPr>
        <p:spPr>
          <a:xfrm>
            <a:off x="7292185" y="1714303"/>
            <a:ext cx="719874" cy="517155"/>
          </a:xfrm>
          <a:prstGeom prst="rect">
            <a:avLst/>
          </a:prstGeom>
        </p:spPr>
        <p:txBody>
          <a:bodyPr wrap="none" lIns="0" tIns="0" rIns="0" bIns="0" anchor="t" anchorCtr="0">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791759">
              <a:lnSpc>
                <a:spcPct val="120000"/>
              </a:lnSpc>
              <a:spcBef>
                <a:spcPct val="20000"/>
              </a:spcBef>
              <a:defRPr/>
            </a:pPr>
            <a:r>
              <a:rPr lang="en-US" sz="2801" b="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20%</a:t>
            </a:r>
          </a:p>
        </p:txBody>
      </p:sp>
      <p:sp>
        <p:nvSpPr>
          <p:cNvPr id="41" name="Text Placeholder 3"/>
          <p:cNvSpPr txBox="1">
            <a:spLocks/>
          </p:cNvSpPr>
          <p:nvPr/>
        </p:nvSpPr>
        <p:spPr>
          <a:xfrm>
            <a:off x="7292185" y="3793802"/>
            <a:ext cx="719874" cy="517155"/>
          </a:xfrm>
          <a:prstGeom prst="rect">
            <a:avLst/>
          </a:prstGeom>
        </p:spPr>
        <p:txBody>
          <a:bodyPr wrap="none" lIns="0" tIns="0" rIns="0" bIns="0" anchor="t" anchorCtr="0">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791759">
              <a:lnSpc>
                <a:spcPct val="120000"/>
              </a:lnSpc>
              <a:spcBef>
                <a:spcPct val="20000"/>
              </a:spcBef>
              <a:defRPr/>
            </a:pPr>
            <a:r>
              <a:rPr lang="en-US" sz="2801" b="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50%</a:t>
            </a:r>
          </a:p>
        </p:txBody>
      </p:sp>
      <p:sp>
        <p:nvSpPr>
          <p:cNvPr id="42" name="Text Placeholder 3"/>
          <p:cNvSpPr txBox="1">
            <a:spLocks/>
          </p:cNvSpPr>
          <p:nvPr/>
        </p:nvSpPr>
        <p:spPr>
          <a:xfrm>
            <a:off x="7292185" y="2410648"/>
            <a:ext cx="719874" cy="517155"/>
          </a:xfrm>
          <a:prstGeom prst="rect">
            <a:avLst/>
          </a:prstGeom>
        </p:spPr>
        <p:txBody>
          <a:bodyPr wrap="none" lIns="0" tIns="0" rIns="0" bIns="0" anchor="t" anchorCtr="0">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791759">
              <a:lnSpc>
                <a:spcPct val="120000"/>
              </a:lnSpc>
              <a:spcBef>
                <a:spcPct val="20000"/>
              </a:spcBef>
              <a:defRPr/>
            </a:pPr>
            <a:r>
              <a:rPr lang="en-US" sz="2801" b="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70%</a:t>
            </a:r>
          </a:p>
        </p:txBody>
      </p:sp>
      <p:sp>
        <p:nvSpPr>
          <p:cNvPr id="43" name="Text Placeholder 3"/>
          <p:cNvSpPr txBox="1">
            <a:spLocks/>
          </p:cNvSpPr>
          <p:nvPr/>
        </p:nvSpPr>
        <p:spPr>
          <a:xfrm>
            <a:off x="7292185" y="3102223"/>
            <a:ext cx="719874" cy="517155"/>
          </a:xfrm>
          <a:prstGeom prst="rect">
            <a:avLst/>
          </a:prstGeom>
        </p:spPr>
        <p:txBody>
          <a:bodyPr wrap="none" lIns="0" tIns="0" rIns="0" bIns="0" anchor="t" anchorCtr="0">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791759">
              <a:lnSpc>
                <a:spcPct val="120000"/>
              </a:lnSpc>
              <a:spcBef>
                <a:spcPct val="20000"/>
              </a:spcBef>
              <a:defRPr/>
            </a:pPr>
            <a:r>
              <a:rPr lang="en-US" sz="2801" b="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90%</a:t>
            </a:r>
          </a:p>
        </p:txBody>
      </p:sp>
      <p:grpSp>
        <p:nvGrpSpPr>
          <p:cNvPr id="9" name="Group 43"/>
          <p:cNvGrpSpPr/>
          <p:nvPr/>
        </p:nvGrpSpPr>
        <p:grpSpPr>
          <a:xfrm>
            <a:off x="4398122" y="1693661"/>
            <a:ext cx="427229" cy="415020"/>
            <a:chOff x="860271" y="1518068"/>
            <a:chExt cx="493370" cy="479245"/>
          </a:xfrm>
        </p:grpSpPr>
        <p:sp>
          <p:nvSpPr>
            <p:cNvPr id="45" name="Rounded Rectangle 44"/>
            <p:cNvSpPr/>
            <p:nvPr/>
          </p:nvSpPr>
          <p:spPr>
            <a:xfrm>
              <a:off x="860271" y="1518068"/>
              <a:ext cx="493370" cy="479245"/>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7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6" name="Freeform 6"/>
            <p:cNvSpPr>
              <a:spLocks noEditPoints="1"/>
            </p:cNvSpPr>
            <p:nvPr/>
          </p:nvSpPr>
          <p:spPr bwMode="auto">
            <a:xfrm>
              <a:off x="997419" y="1671965"/>
              <a:ext cx="219075" cy="171450"/>
            </a:xfrm>
            <a:custGeom>
              <a:avLst/>
              <a:gdLst/>
              <a:ahLst/>
              <a:cxnLst>
                <a:cxn ang="0">
                  <a:pos x="64" y="48"/>
                </a:cxn>
                <a:cxn ang="0">
                  <a:pos x="61" y="50"/>
                </a:cxn>
                <a:cxn ang="0">
                  <a:pos x="2" y="50"/>
                </a:cxn>
                <a:cxn ang="0">
                  <a:pos x="0" y="48"/>
                </a:cxn>
                <a:cxn ang="0">
                  <a:pos x="0" y="43"/>
                </a:cxn>
                <a:cxn ang="0">
                  <a:pos x="2" y="41"/>
                </a:cxn>
                <a:cxn ang="0">
                  <a:pos x="61" y="41"/>
                </a:cxn>
                <a:cxn ang="0">
                  <a:pos x="64" y="43"/>
                </a:cxn>
                <a:cxn ang="0">
                  <a:pos x="64" y="48"/>
                </a:cxn>
                <a:cxn ang="0">
                  <a:pos x="59" y="20"/>
                </a:cxn>
                <a:cxn ang="0">
                  <a:pos x="57" y="23"/>
                </a:cxn>
                <a:cxn ang="0">
                  <a:pos x="7" y="23"/>
                </a:cxn>
                <a:cxn ang="0">
                  <a:pos x="4" y="20"/>
                </a:cxn>
                <a:cxn ang="0">
                  <a:pos x="4" y="16"/>
                </a:cxn>
                <a:cxn ang="0">
                  <a:pos x="7" y="13"/>
                </a:cxn>
                <a:cxn ang="0">
                  <a:pos x="57" y="13"/>
                </a:cxn>
                <a:cxn ang="0">
                  <a:pos x="59" y="16"/>
                </a:cxn>
                <a:cxn ang="0">
                  <a:pos x="59" y="20"/>
                </a:cxn>
                <a:cxn ang="0">
                  <a:pos x="50" y="34"/>
                </a:cxn>
                <a:cxn ang="0">
                  <a:pos x="48" y="36"/>
                </a:cxn>
                <a:cxn ang="0">
                  <a:pos x="16" y="36"/>
                </a:cxn>
                <a:cxn ang="0">
                  <a:pos x="13" y="34"/>
                </a:cxn>
                <a:cxn ang="0">
                  <a:pos x="13" y="29"/>
                </a:cxn>
                <a:cxn ang="0">
                  <a:pos x="16" y="27"/>
                </a:cxn>
                <a:cxn ang="0">
                  <a:pos x="48" y="27"/>
                </a:cxn>
                <a:cxn ang="0">
                  <a:pos x="50" y="29"/>
                </a:cxn>
                <a:cxn ang="0">
                  <a:pos x="50" y="34"/>
                </a:cxn>
                <a:cxn ang="0">
                  <a:pos x="45" y="7"/>
                </a:cxn>
                <a:cxn ang="0">
                  <a:pos x="43" y="9"/>
                </a:cxn>
                <a:cxn ang="0">
                  <a:pos x="20" y="9"/>
                </a:cxn>
                <a:cxn ang="0">
                  <a:pos x="18" y="7"/>
                </a:cxn>
                <a:cxn ang="0">
                  <a:pos x="18" y="2"/>
                </a:cxn>
                <a:cxn ang="0">
                  <a:pos x="20" y="0"/>
                </a:cxn>
                <a:cxn ang="0">
                  <a:pos x="43" y="0"/>
                </a:cxn>
                <a:cxn ang="0">
                  <a:pos x="45" y="2"/>
                </a:cxn>
                <a:cxn ang="0">
                  <a:pos x="45" y="7"/>
                </a:cxn>
              </a:cxnLst>
              <a:rect l="0" t="0" r="r" b="b"/>
              <a:pathLst>
                <a:path w="64" h="50">
                  <a:moveTo>
                    <a:pt x="64" y="48"/>
                  </a:moveTo>
                  <a:cubicBezTo>
                    <a:pt x="64" y="49"/>
                    <a:pt x="63" y="50"/>
                    <a:pt x="61" y="50"/>
                  </a:cubicBezTo>
                  <a:cubicBezTo>
                    <a:pt x="2" y="50"/>
                    <a:pt x="2" y="50"/>
                    <a:pt x="2" y="50"/>
                  </a:cubicBezTo>
                  <a:cubicBezTo>
                    <a:pt x="1" y="50"/>
                    <a:pt x="0" y="49"/>
                    <a:pt x="0" y="48"/>
                  </a:cubicBezTo>
                  <a:cubicBezTo>
                    <a:pt x="0" y="43"/>
                    <a:pt x="0" y="43"/>
                    <a:pt x="0" y="43"/>
                  </a:cubicBezTo>
                  <a:cubicBezTo>
                    <a:pt x="0" y="42"/>
                    <a:pt x="1" y="41"/>
                    <a:pt x="2" y="41"/>
                  </a:cubicBezTo>
                  <a:cubicBezTo>
                    <a:pt x="61" y="41"/>
                    <a:pt x="61" y="41"/>
                    <a:pt x="61" y="41"/>
                  </a:cubicBezTo>
                  <a:cubicBezTo>
                    <a:pt x="63" y="41"/>
                    <a:pt x="64" y="42"/>
                    <a:pt x="64" y="43"/>
                  </a:cubicBezTo>
                  <a:lnTo>
                    <a:pt x="64" y="48"/>
                  </a:lnTo>
                  <a:close/>
                  <a:moveTo>
                    <a:pt x="59" y="20"/>
                  </a:moveTo>
                  <a:cubicBezTo>
                    <a:pt x="59" y="22"/>
                    <a:pt x="58" y="23"/>
                    <a:pt x="57" y="23"/>
                  </a:cubicBezTo>
                  <a:cubicBezTo>
                    <a:pt x="7" y="23"/>
                    <a:pt x="7" y="23"/>
                    <a:pt x="7" y="23"/>
                  </a:cubicBezTo>
                  <a:cubicBezTo>
                    <a:pt x="5" y="23"/>
                    <a:pt x="4" y="22"/>
                    <a:pt x="4" y="20"/>
                  </a:cubicBezTo>
                  <a:cubicBezTo>
                    <a:pt x="4" y="16"/>
                    <a:pt x="4" y="16"/>
                    <a:pt x="4" y="16"/>
                  </a:cubicBezTo>
                  <a:cubicBezTo>
                    <a:pt x="4" y="14"/>
                    <a:pt x="5" y="13"/>
                    <a:pt x="7" y="13"/>
                  </a:cubicBezTo>
                  <a:cubicBezTo>
                    <a:pt x="57" y="13"/>
                    <a:pt x="57" y="13"/>
                    <a:pt x="57" y="13"/>
                  </a:cubicBezTo>
                  <a:cubicBezTo>
                    <a:pt x="58" y="13"/>
                    <a:pt x="59" y="14"/>
                    <a:pt x="59" y="16"/>
                  </a:cubicBezTo>
                  <a:lnTo>
                    <a:pt x="59" y="20"/>
                  </a:lnTo>
                  <a:close/>
                  <a:moveTo>
                    <a:pt x="50" y="34"/>
                  </a:moveTo>
                  <a:cubicBezTo>
                    <a:pt x="50" y="35"/>
                    <a:pt x="49" y="36"/>
                    <a:pt x="48" y="36"/>
                  </a:cubicBezTo>
                  <a:cubicBezTo>
                    <a:pt x="16" y="36"/>
                    <a:pt x="16" y="36"/>
                    <a:pt x="16" y="36"/>
                  </a:cubicBezTo>
                  <a:cubicBezTo>
                    <a:pt x="15" y="36"/>
                    <a:pt x="13" y="35"/>
                    <a:pt x="13" y="34"/>
                  </a:cubicBezTo>
                  <a:cubicBezTo>
                    <a:pt x="13" y="29"/>
                    <a:pt x="13" y="29"/>
                    <a:pt x="13" y="29"/>
                  </a:cubicBezTo>
                  <a:cubicBezTo>
                    <a:pt x="13" y="28"/>
                    <a:pt x="15" y="27"/>
                    <a:pt x="16" y="27"/>
                  </a:cubicBezTo>
                  <a:cubicBezTo>
                    <a:pt x="48" y="27"/>
                    <a:pt x="48" y="27"/>
                    <a:pt x="48" y="27"/>
                  </a:cubicBezTo>
                  <a:cubicBezTo>
                    <a:pt x="49" y="27"/>
                    <a:pt x="50" y="28"/>
                    <a:pt x="50" y="29"/>
                  </a:cubicBezTo>
                  <a:lnTo>
                    <a:pt x="50" y="34"/>
                  </a:lnTo>
                  <a:close/>
                  <a:moveTo>
                    <a:pt x="45" y="7"/>
                  </a:moveTo>
                  <a:cubicBezTo>
                    <a:pt x="45" y="8"/>
                    <a:pt x="44" y="9"/>
                    <a:pt x="43" y="9"/>
                  </a:cubicBezTo>
                  <a:cubicBezTo>
                    <a:pt x="20" y="9"/>
                    <a:pt x="20" y="9"/>
                    <a:pt x="20" y="9"/>
                  </a:cubicBezTo>
                  <a:cubicBezTo>
                    <a:pt x="19" y="9"/>
                    <a:pt x="18" y="8"/>
                    <a:pt x="18" y="7"/>
                  </a:cubicBezTo>
                  <a:cubicBezTo>
                    <a:pt x="18" y="2"/>
                    <a:pt x="18" y="2"/>
                    <a:pt x="18" y="2"/>
                  </a:cubicBezTo>
                  <a:cubicBezTo>
                    <a:pt x="18" y="1"/>
                    <a:pt x="19" y="0"/>
                    <a:pt x="20" y="0"/>
                  </a:cubicBezTo>
                  <a:cubicBezTo>
                    <a:pt x="43" y="0"/>
                    <a:pt x="43" y="0"/>
                    <a:pt x="43" y="0"/>
                  </a:cubicBezTo>
                  <a:cubicBezTo>
                    <a:pt x="44" y="0"/>
                    <a:pt x="45" y="1"/>
                    <a:pt x="45" y="2"/>
                  </a:cubicBezTo>
                  <a:lnTo>
                    <a:pt x="45" y="7"/>
                  </a:lnTo>
                  <a:close/>
                </a:path>
              </a:pathLst>
            </a:custGeom>
            <a:solidFill>
              <a:schemeClr val="bg1"/>
            </a:solidFill>
            <a:ln w="9525">
              <a:noFill/>
              <a:round/>
              <a:headEnd/>
              <a:tailEnd/>
            </a:ln>
          </p:spPr>
          <p:txBody>
            <a:bodyPr vert="horz" wrap="square" lIns="111349" tIns="55675" rIns="111349" bIns="55675" numCol="1" anchor="t" anchorCtr="0" compatLnSpc="1">
              <a:prstTxWarp prst="textNoShape">
                <a:avLst/>
              </a:prstTxWarp>
            </a:bodyPr>
            <a:lstStyle/>
            <a:p>
              <a:pPr>
                <a:lnSpc>
                  <a:spcPct val="120000"/>
                </a:lnSpc>
              </a:pPr>
              <a:endParaRPr lang="en-US" sz="17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0" name="Group 46"/>
          <p:cNvGrpSpPr/>
          <p:nvPr/>
        </p:nvGrpSpPr>
        <p:grpSpPr>
          <a:xfrm>
            <a:off x="4380706" y="2376116"/>
            <a:ext cx="427229" cy="415020"/>
            <a:chOff x="840159" y="2185414"/>
            <a:chExt cx="493370" cy="479245"/>
          </a:xfrm>
        </p:grpSpPr>
        <p:sp>
          <p:nvSpPr>
            <p:cNvPr id="48" name="Rounded Rectangle 47"/>
            <p:cNvSpPr/>
            <p:nvPr/>
          </p:nvSpPr>
          <p:spPr>
            <a:xfrm>
              <a:off x="840159" y="2185414"/>
              <a:ext cx="493370" cy="479245"/>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7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9" name="Freeform 100"/>
            <p:cNvSpPr>
              <a:spLocks noEditPoints="1"/>
            </p:cNvSpPr>
            <p:nvPr/>
          </p:nvSpPr>
          <p:spPr bwMode="auto">
            <a:xfrm>
              <a:off x="971750" y="2314705"/>
              <a:ext cx="230188" cy="220663"/>
            </a:xfrm>
            <a:custGeom>
              <a:avLst/>
              <a:gdLst/>
              <a:ahLst/>
              <a:cxnLst>
                <a:cxn ang="0">
                  <a:pos x="63" y="49"/>
                </a:cxn>
                <a:cxn ang="0">
                  <a:pos x="58" y="44"/>
                </a:cxn>
                <a:cxn ang="0">
                  <a:pos x="54" y="48"/>
                </a:cxn>
                <a:cxn ang="0">
                  <a:pos x="63" y="57"/>
                </a:cxn>
                <a:cxn ang="0">
                  <a:pos x="64" y="60"/>
                </a:cxn>
                <a:cxn ang="0">
                  <a:pos x="59" y="64"/>
                </a:cxn>
                <a:cxn ang="0">
                  <a:pos x="56" y="63"/>
                </a:cxn>
                <a:cxn ang="0">
                  <a:pos x="29" y="36"/>
                </a:cxn>
                <a:cxn ang="0">
                  <a:pos x="15" y="42"/>
                </a:cxn>
                <a:cxn ang="0">
                  <a:pos x="0" y="27"/>
                </a:cxn>
                <a:cxn ang="0">
                  <a:pos x="26" y="0"/>
                </a:cxn>
                <a:cxn ang="0">
                  <a:pos x="41" y="15"/>
                </a:cxn>
                <a:cxn ang="0">
                  <a:pos x="36" y="30"/>
                </a:cxn>
                <a:cxn ang="0">
                  <a:pos x="50" y="44"/>
                </a:cxn>
                <a:cxn ang="0">
                  <a:pos x="54" y="40"/>
                </a:cxn>
                <a:cxn ang="0">
                  <a:pos x="49" y="35"/>
                </a:cxn>
                <a:cxn ang="0">
                  <a:pos x="54" y="31"/>
                </a:cxn>
                <a:cxn ang="0">
                  <a:pos x="55" y="31"/>
                </a:cxn>
                <a:cxn ang="0">
                  <a:pos x="67" y="44"/>
                </a:cxn>
                <a:cxn ang="0">
                  <a:pos x="63" y="49"/>
                </a:cxn>
                <a:cxn ang="0">
                  <a:pos x="25" y="8"/>
                </a:cxn>
                <a:cxn ang="0">
                  <a:pos x="18" y="16"/>
                </a:cxn>
                <a:cxn ang="0">
                  <a:pos x="19" y="19"/>
                </a:cxn>
                <a:cxn ang="0">
                  <a:pos x="15" y="18"/>
                </a:cxn>
                <a:cxn ang="0">
                  <a:pos x="7" y="26"/>
                </a:cxn>
                <a:cxn ang="0">
                  <a:pos x="15" y="34"/>
                </a:cxn>
                <a:cxn ang="0">
                  <a:pos x="23" y="26"/>
                </a:cxn>
                <a:cxn ang="0">
                  <a:pos x="22" y="23"/>
                </a:cxn>
                <a:cxn ang="0">
                  <a:pos x="25" y="24"/>
                </a:cxn>
                <a:cxn ang="0">
                  <a:pos x="33" y="16"/>
                </a:cxn>
                <a:cxn ang="0">
                  <a:pos x="25" y="8"/>
                </a:cxn>
              </a:cxnLst>
              <a:rect l="0" t="0" r="r" b="b"/>
              <a:pathLst>
                <a:path w="67" h="64">
                  <a:moveTo>
                    <a:pt x="63" y="49"/>
                  </a:moveTo>
                  <a:cubicBezTo>
                    <a:pt x="62" y="49"/>
                    <a:pt x="58" y="45"/>
                    <a:pt x="58" y="44"/>
                  </a:cubicBezTo>
                  <a:cubicBezTo>
                    <a:pt x="54" y="48"/>
                    <a:pt x="54" y="48"/>
                    <a:pt x="54" y="48"/>
                  </a:cubicBezTo>
                  <a:cubicBezTo>
                    <a:pt x="63" y="57"/>
                    <a:pt x="63" y="57"/>
                    <a:pt x="63" y="57"/>
                  </a:cubicBezTo>
                  <a:cubicBezTo>
                    <a:pt x="63" y="58"/>
                    <a:pt x="64" y="59"/>
                    <a:pt x="64" y="60"/>
                  </a:cubicBezTo>
                  <a:cubicBezTo>
                    <a:pt x="64" y="62"/>
                    <a:pt x="61" y="64"/>
                    <a:pt x="59" y="64"/>
                  </a:cubicBezTo>
                  <a:cubicBezTo>
                    <a:pt x="58" y="64"/>
                    <a:pt x="57" y="64"/>
                    <a:pt x="56" y="63"/>
                  </a:cubicBezTo>
                  <a:cubicBezTo>
                    <a:pt x="29" y="36"/>
                    <a:pt x="29" y="36"/>
                    <a:pt x="29" y="36"/>
                  </a:cubicBezTo>
                  <a:cubicBezTo>
                    <a:pt x="25" y="39"/>
                    <a:pt x="20" y="42"/>
                    <a:pt x="15" y="42"/>
                  </a:cubicBezTo>
                  <a:cubicBezTo>
                    <a:pt x="6" y="42"/>
                    <a:pt x="0" y="36"/>
                    <a:pt x="0" y="27"/>
                  </a:cubicBezTo>
                  <a:cubicBezTo>
                    <a:pt x="0" y="14"/>
                    <a:pt x="13" y="0"/>
                    <a:pt x="26" y="0"/>
                  </a:cubicBezTo>
                  <a:cubicBezTo>
                    <a:pt x="35" y="0"/>
                    <a:pt x="41" y="6"/>
                    <a:pt x="41" y="15"/>
                  </a:cubicBezTo>
                  <a:cubicBezTo>
                    <a:pt x="41" y="21"/>
                    <a:pt x="39" y="26"/>
                    <a:pt x="36" y="30"/>
                  </a:cubicBezTo>
                  <a:cubicBezTo>
                    <a:pt x="50" y="44"/>
                    <a:pt x="50" y="44"/>
                    <a:pt x="50" y="44"/>
                  </a:cubicBezTo>
                  <a:cubicBezTo>
                    <a:pt x="54" y="40"/>
                    <a:pt x="54" y="40"/>
                    <a:pt x="54" y="40"/>
                  </a:cubicBezTo>
                  <a:cubicBezTo>
                    <a:pt x="53" y="39"/>
                    <a:pt x="49" y="36"/>
                    <a:pt x="49" y="35"/>
                  </a:cubicBezTo>
                  <a:cubicBezTo>
                    <a:pt x="49" y="34"/>
                    <a:pt x="53" y="31"/>
                    <a:pt x="54" y="31"/>
                  </a:cubicBezTo>
                  <a:cubicBezTo>
                    <a:pt x="54" y="31"/>
                    <a:pt x="54" y="31"/>
                    <a:pt x="55" y="31"/>
                  </a:cubicBezTo>
                  <a:cubicBezTo>
                    <a:pt x="56" y="32"/>
                    <a:pt x="67" y="43"/>
                    <a:pt x="67" y="44"/>
                  </a:cubicBezTo>
                  <a:cubicBezTo>
                    <a:pt x="67" y="45"/>
                    <a:pt x="64" y="49"/>
                    <a:pt x="63" y="49"/>
                  </a:cubicBezTo>
                  <a:close/>
                  <a:moveTo>
                    <a:pt x="25" y="8"/>
                  </a:moveTo>
                  <a:cubicBezTo>
                    <a:pt x="21" y="8"/>
                    <a:pt x="18" y="12"/>
                    <a:pt x="18" y="16"/>
                  </a:cubicBezTo>
                  <a:cubicBezTo>
                    <a:pt x="18" y="17"/>
                    <a:pt x="18" y="18"/>
                    <a:pt x="19" y="19"/>
                  </a:cubicBezTo>
                  <a:cubicBezTo>
                    <a:pt x="17" y="19"/>
                    <a:pt x="16" y="18"/>
                    <a:pt x="15" y="18"/>
                  </a:cubicBezTo>
                  <a:cubicBezTo>
                    <a:pt x="11" y="18"/>
                    <a:pt x="7" y="22"/>
                    <a:pt x="7" y="26"/>
                  </a:cubicBezTo>
                  <a:cubicBezTo>
                    <a:pt x="7" y="30"/>
                    <a:pt x="11" y="34"/>
                    <a:pt x="15" y="34"/>
                  </a:cubicBezTo>
                  <a:cubicBezTo>
                    <a:pt x="19" y="34"/>
                    <a:pt x="23" y="30"/>
                    <a:pt x="23" y="26"/>
                  </a:cubicBezTo>
                  <a:cubicBezTo>
                    <a:pt x="23" y="25"/>
                    <a:pt x="23" y="24"/>
                    <a:pt x="22" y="23"/>
                  </a:cubicBezTo>
                  <a:cubicBezTo>
                    <a:pt x="23" y="23"/>
                    <a:pt x="24" y="24"/>
                    <a:pt x="25" y="24"/>
                  </a:cubicBezTo>
                  <a:cubicBezTo>
                    <a:pt x="30" y="24"/>
                    <a:pt x="33" y="20"/>
                    <a:pt x="33" y="16"/>
                  </a:cubicBezTo>
                  <a:cubicBezTo>
                    <a:pt x="33" y="12"/>
                    <a:pt x="30" y="8"/>
                    <a:pt x="25" y="8"/>
                  </a:cubicBezTo>
                  <a:close/>
                </a:path>
              </a:pathLst>
            </a:custGeom>
            <a:solidFill>
              <a:schemeClr val="bg1"/>
            </a:solidFill>
            <a:ln w="9525">
              <a:noFill/>
              <a:round/>
              <a:headEnd/>
              <a:tailEnd/>
            </a:ln>
          </p:spPr>
          <p:txBody>
            <a:bodyPr vert="horz" wrap="square" lIns="111349" tIns="55675" rIns="111349" bIns="55675" numCol="1" anchor="t" anchorCtr="0" compatLnSpc="1">
              <a:prstTxWarp prst="textNoShape">
                <a:avLst/>
              </a:prstTxWarp>
            </a:bodyPr>
            <a:lstStyle/>
            <a:p>
              <a:pPr>
                <a:lnSpc>
                  <a:spcPct val="120000"/>
                </a:lnSpc>
              </a:pPr>
              <a:endParaRPr lang="en-US" sz="17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1" name="Group 49"/>
          <p:cNvGrpSpPr/>
          <p:nvPr/>
        </p:nvGrpSpPr>
        <p:grpSpPr>
          <a:xfrm>
            <a:off x="4380706" y="3053803"/>
            <a:ext cx="427229" cy="415020"/>
            <a:chOff x="840159" y="2852760"/>
            <a:chExt cx="493370" cy="479245"/>
          </a:xfrm>
        </p:grpSpPr>
        <p:sp>
          <p:nvSpPr>
            <p:cNvPr id="51" name="Rounded Rectangle 50"/>
            <p:cNvSpPr/>
            <p:nvPr/>
          </p:nvSpPr>
          <p:spPr>
            <a:xfrm>
              <a:off x="840159" y="2852760"/>
              <a:ext cx="493370" cy="479245"/>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7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2" name="Freeform 144"/>
            <p:cNvSpPr>
              <a:spLocks noEditPoints="1"/>
            </p:cNvSpPr>
            <p:nvPr/>
          </p:nvSpPr>
          <p:spPr bwMode="auto">
            <a:xfrm>
              <a:off x="955869" y="2990792"/>
              <a:ext cx="261950" cy="203180"/>
            </a:xfrm>
            <a:custGeom>
              <a:avLst/>
              <a:gdLst/>
              <a:ahLst/>
              <a:cxnLst>
                <a:cxn ang="0">
                  <a:pos x="67" y="55"/>
                </a:cxn>
                <a:cxn ang="0">
                  <a:pos x="65" y="56"/>
                </a:cxn>
                <a:cxn ang="0">
                  <a:pos x="8" y="56"/>
                </a:cxn>
                <a:cxn ang="0">
                  <a:pos x="6" y="55"/>
                </a:cxn>
                <a:cxn ang="0">
                  <a:pos x="0" y="36"/>
                </a:cxn>
                <a:cxn ang="0">
                  <a:pos x="36" y="0"/>
                </a:cxn>
                <a:cxn ang="0">
                  <a:pos x="72" y="36"/>
                </a:cxn>
                <a:cxn ang="0">
                  <a:pos x="67" y="55"/>
                </a:cxn>
                <a:cxn ang="0">
                  <a:pos x="11" y="30"/>
                </a:cxn>
                <a:cxn ang="0">
                  <a:pos x="6" y="36"/>
                </a:cxn>
                <a:cxn ang="0">
                  <a:pos x="11" y="41"/>
                </a:cxn>
                <a:cxn ang="0">
                  <a:pos x="16" y="36"/>
                </a:cxn>
                <a:cxn ang="0">
                  <a:pos x="11" y="30"/>
                </a:cxn>
                <a:cxn ang="0">
                  <a:pos x="18" y="12"/>
                </a:cxn>
                <a:cxn ang="0">
                  <a:pos x="13" y="18"/>
                </a:cxn>
                <a:cxn ang="0">
                  <a:pos x="18" y="23"/>
                </a:cxn>
                <a:cxn ang="0">
                  <a:pos x="24" y="18"/>
                </a:cxn>
                <a:cxn ang="0">
                  <a:pos x="18" y="12"/>
                </a:cxn>
                <a:cxn ang="0">
                  <a:pos x="45" y="22"/>
                </a:cxn>
                <a:cxn ang="0">
                  <a:pos x="43" y="18"/>
                </a:cxn>
                <a:cxn ang="0">
                  <a:pos x="40" y="20"/>
                </a:cxn>
                <a:cxn ang="0">
                  <a:pos x="36" y="36"/>
                </a:cxn>
                <a:cxn ang="0">
                  <a:pos x="29" y="41"/>
                </a:cxn>
                <a:cxn ang="0">
                  <a:pos x="34" y="51"/>
                </a:cxn>
                <a:cxn ang="0">
                  <a:pos x="44" y="45"/>
                </a:cxn>
                <a:cxn ang="0">
                  <a:pos x="41" y="37"/>
                </a:cxn>
                <a:cxn ang="0">
                  <a:pos x="45" y="22"/>
                </a:cxn>
                <a:cxn ang="0">
                  <a:pos x="36" y="5"/>
                </a:cxn>
                <a:cxn ang="0">
                  <a:pos x="31" y="10"/>
                </a:cxn>
                <a:cxn ang="0">
                  <a:pos x="36" y="15"/>
                </a:cxn>
                <a:cxn ang="0">
                  <a:pos x="42" y="10"/>
                </a:cxn>
                <a:cxn ang="0">
                  <a:pos x="36" y="5"/>
                </a:cxn>
                <a:cxn ang="0">
                  <a:pos x="54" y="12"/>
                </a:cxn>
                <a:cxn ang="0">
                  <a:pos x="49" y="18"/>
                </a:cxn>
                <a:cxn ang="0">
                  <a:pos x="54" y="23"/>
                </a:cxn>
                <a:cxn ang="0">
                  <a:pos x="60" y="18"/>
                </a:cxn>
                <a:cxn ang="0">
                  <a:pos x="54" y="12"/>
                </a:cxn>
                <a:cxn ang="0">
                  <a:pos x="62" y="30"/>
                </a:cxn>
                <a:cxn ang="0">
                  <a:pos x="57" y="36"/>
                </a:cxn>
                <a:cxn ang="0">
                  <a:pos x="62" y="41"/>
                </a:cxn>
                <a:cxn ang="0">
                  <a:pos x="67" y="36"/>
                </a:cxn>
                <a:cxn ang="0">
                  <a:pos x="62" y="30"/>
                </a:cxn>
              </a:cxnLst>
              <a:rect l="0" t="0" r="r" b="b"/>
              <a:pathLst>
                <a:path w="72" h="56">
                  <a:moveTo>
                    <a:pt x="67" y="55"/>
                  </a:moveTo>
                  <a:cubicBezTo>
                    <a:pt x="66" y="56"/>
                    <a:pt x="66" y="56"/>
                    <a:pt x="65" y="56"/>
                  </a:cubicBezTo>
                  <a:cubicBezTo>
                    <a:pt x="8" y="56"/>
                    <a:pt x="8" y="56"/>
                    <a:pt x="8" y="56"/>
                  </a:cubicBezTo>
                  <a:cubicBezTo>
                    <a:pt x="7" y="56"/>
                    <a:pt x="7" y="56"/>
                    <a:pt x="6" y="55"/>
                  </a:cubicBezTo>
                  <a:cubicBezTo>
                    <a:pt x="2" y="49"/>
                    <a:pt x="0" y="42"/>
                    <a:pt x="0" y="36"/>
                  </a:cubicBezTo>
                  <a:cubicBezTo>
                    <a:pt x="0" y="16"/>
                    <a:pt x="17" y="0"/>
                    <a:pt x="36" y="0"/>
                  </a:cubicBezTo>
                  <a:cubicBezTo>
                    <a:pt x="56" y="0"/>
                    <a:pt x="72" y="16"/>
                    <a:pt x="72" y="36"/>
                  </a:cubicBezTo>
                  <a:cubicBezTo>
                    <a:pt x="72" y="42"/>
                    <a:pt x="70" y="49"/>
                    <a:pt x="67" y="55"/>
                  </a:cubicBezTo>
                  <a:close/>
                  <a:moveTo>
                    <a:pt x="11" y="30"/>
                  </a:moveTo>
                  <a:cubicBezTo>
                    <a:pt x="8" y="30"/>
                    <a:pt x="6" y="33"/>
                    <a:pt x="6" y="36"/>
                  </a:cubicBezTo>
                  <a:cubicBezTo>
                    <a:pt x="6" y="38"/>
                    <a:pt x="8" y="41"/>
                    <a:pt x="11" y="41"/>
                  </a:cubicBezTo>
                  <a:cubicBezTo>
                    <a:pt x="14" y="41"/>
                    <a:pt x="16" y="38"/>
                    <a:pt x="16" y="36"/>
                  </a:cubicBezTo>
                  <a:cubicBezTo>
                    <a:pt x="16" y="33"/>
                    <a:pt x="14" y="30"/>
                    <a:pt x="11" y="30"/>
                  </a:cubicBezTo>
                  <a:close/>
                  <a:moveTo>
                    <a:pt x="18" y="12"/>
                  </a:moveTo>
                  <a:cubicBezTo>
                    <a:pt x="16" y="12"/>
                    <a:pt x="13" y="15"/>
                    <a:pt x="13" y="18"/>
                  </a:cubicBezTo>
                  <a:cubicBezTo>
                    <a:pt x="13" y="20"/>
                    <a:pt x="16" y="23"/>
                    <a:pt x="18" y="23"/>
                  </a:cubicBezTo>
                  <a:cubicBezTo>
                    <a:pt x="21" y="23"/>
                    <a:pt x="24" y="20"/>
                    <a:pt x="24" y="18"/>
                  </a:cubicBezTo>
                  <a:cubicBezTo>
                    <a:pt x="24" y="15"/>
                    <a:pt x="21" y="12"/>
                    <a:pt x="18" y="12"/>
                  </a:cubicBezTo>
                  <a:close/>
                  <a:moveTo>
                    <a:pt x="45" y="22"/>
                  </a:moveTo>
                  <a:cubicBezTo>
                    <a:pt x="45" y="20"/>
                    <a:pt x="44" y="19"/>
                    <a:pt x="43" y="18"/>
                  </a:cubicBezTo>
                  <a:cubicBezTo>
                    <a:pt x="42" y="18"/>
                    <a:pt x="40" y="19"/>
                    <a:pt x="40" y="20"/>
                  </a:cubicBezTo>
                  <a:cubicBezTo>
                    <a:pt x="36" y="36"/>
                    <a:pt x="36" y="36"/>
                    <a:pt x="36" y="36"/>
                  </a:cubicBezTo>
                  <a:cubicBezTo>
                    <a:pt x="33" y="36"/>
                    <a:pt x="30" y="38"/>
                    <a:pt x="29" y="41"/>
                  </a:cubicBezTo>
                  <a:cubicBezTo>
                    <a:pt x="28" y="45"/>
                    <a:pt x="30" y="50"/>
                    <a:pt x="34" y="51"/>
                  </a:cubicBezTo>
                  <a:cubicBezTo>
                    <a:pt x="39" y="52"/>
                    <a:pt x="43" y="49"/>
                    <a:pt x="44" y="45"/>
                  </a:cubicBezTo>
                  <a:cubicBezTo>
                    <a:pt x="45" y="42"/>
                    <a:pt x="43" y="39"/>
                    <a:pt x="41" y="37"/>
                  </a:cubicBezTo>
                  <a:lnTo>
                    <a:pt x="45" y="22"/>
                  </a:lnTo>
                  <a:close/>
                  <a:moveTo>
                    <a:pt x="36" y="5"/>
                  </a:moveTo>
                  <a:cubicBezTo>
                    <a:pt x="34" y="5"/>
                    <a:pt x="31" y="7"/>
                    <a:pt x="31" y="10"/>
                  </a:cubicBezTo>
                  <a:cubicBezTo>
                    <a:pt x="31" y="13"/>
                    <a:pt x="34" y="15"/>
                    <a:pt x="36" y="15"/>
                  </a:cubicBezTo>
                  <a:cubicBezTo>
                    <a:pt x="39" y="15"/>
                    <a:pt x="42" y="13"/>
                    <a:pt x="42" y="10"/>
                  </a:cubicBezTo>
                  <a:cubicBezTo>
                    <a:pt x="42" y="7"/>
                    <a:pt x="39" y="5"/>
                    <a:pt x="36" y="5"/>
                  </a:cubicBezTo>
                  <a:close/>
                  <a:moveTo>
                    <a:pt x="54" y="12"/>
                  </a:moveTo>
                  <a:cubicBezTo>
                    <a:pt x="52" y="12"/>
                    <a:pt x="49" y="15"/>
                    <a:pt x="49" y="18"/>
                  </a:cubicBezTo>
                  <a:cubicBezTo>
                    <a:pt x="49" y="20"/>
                    <a:pt x="52" y="23"/>
                    <a:pt x="54" y="23"/>
                  </a:cubicBezTo>
                  <a:cubicBezTo>
                    <a:pt x="57" y="23"/>
                    <a:pt x="60" y="20"/>
                    <a:pt x="60" y="18"/>
                  </a:cubicBezTo>
                  <a:cubicBezTo>
                    <a:pt x="60" y="15"/>
                    <a:pt x="57" y="12"/>
                    <a:pt x="54" y="12"/>
                  </a:cubicBezTo>
                  <a:close/>
                  <a:moveTo>
                    <a:pt x="62" y="30"/>
                  </a:moveTo>
                  <a:cubicBezTo>
                    <a:pt x="59" y="30"/>
                    <a:pt x="57" y="33"/>
                    <a:pt x="57" y="36"/>
                  </a:cubicBezTo>
                  <a:cubicBezTo>
                    <a:pt x="57" y="38"/>
                    <a:pt x="59" y="41"/>
                    <a:pt x="62" y="41"/>
                  </a:cubicBezTo>
                  <a:cubicBezTo>
                    <a:pt x="65" y="41"/>
                    <a:pt x="67" y="38"/>
                    <a:pt x="67" y="36"/>
                  </a:cubicBezTo>
                  <a:cubicBezTo>
                    <a:pt x="67" y="33"/>
                    <a:pt x="65" y="30"/>
                    <a:pt x="62" y="30"/>
                  </a:cubicBezTo>
                  <a:close/>
                </a:path>
              </a:pathLst>
            </a:custGeom>
            <a:solidFill>
              <a:schemeClr val="bg1"/>
            </a:solidFill>
            <a:ln w="9525">
              <a:noFill/>
              <a:round/>
              <a:headEnd/>
              <a:tailEnd/>
            </a:ln>
          </p:spPr>
          <p:txBody>
            <a:bodyPr vert="horz" wrap="square" lIns="111349" tIns="55675" rIns="111349" bIns="55675" numCol="1" anchor="t" anchorCtr="0" compatLnSpc="1">
              <a:prstTxWarp prst="textNoShape">
                <a:avLst/>
              </a:prstTxWarp>
            </a:bodyPr>
            <a:lstStyle/>
            <a:p>
              <a:pPr>
                <a:lnSpc>
                  <a:spcPct val="120000"/>
                </a:lnSpc>
              </a:pPr>
              <a:endParaRPr lang="en-US" sz="17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2" name="Group 52"/>
          <p:cNvGrpSpPr/>
          <p:nvPr/>
        </p:nvGrpSpPr>
        <p:grpSpPr>
          <a:xfrm>
            <a:off x="4380706" y="3731488"/>
            <a:ext cx="427229" cy="415020"/>
            <a:chOff x="840159" y="3520106"/>
            <a:chExt cx="493370" cy="479245"/>
          </a:xfrm>
        </p:grpSpPr>
        <p:sp>
          <p:nvSpPr>
            <p:cNvPr id="54" name="Rounded Rectangle 53"/>
            <p:cNvSpPr/>
            <p:nvPr/>
          </p:nvSpPr>
          <p:spPr>
            <a:xfrm>
              <a:off x="840159" y="3520106"/>
              <a:ext cx="493370" cy="479245"/>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bIns="111349" rtlCol="0" anchor="ctr"/>
            <a:lstStyle/>
            <a:p>
              <a:pPr algn="ctr">
                <a:lnSpc>
                  <a:spcPct val="120000"/>
                </a:lnSpc>
              </a:pPr>
              <a:endParaRPr lang="en-US" sz="17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5" name="Freeform 152"/>
            <p:cNvSpPr>
              <a:spLocks noEditPoints="1"/>
            </p:cNvSpPr>
            <p:nvPr/>
          </p:nvSpPr>
          <p:spPr bwMode="auto">
            <a:xfrm>
              <a:off x="955869" y="3638690"/>
              <a:ext cx="261950" cy="242077"/>
            </a:xfrm>
            <a:custGeom>
              <a:avLst/>
              <a:gdLst/>
              <a:ahLst/>
              <a:cxnLst>
                <a:cxn ang="0">
                  <a:pos x="67" y="20"/>
                </a:cxn>
                <a:cxn ang="0">
                  <a:pos x="46" y="36"/>
                </a:cxn>
                <a:cxn ang="0">
                  <a:pos x="42" y="40"/>
                </a:cxn>
                <a:cxn ang="0">
                  <a:pos x="39" y="47"/>
                </a:cxn>
                <a:cxn ang="0">
                  <a:pos x="44" y="52"/>
                </a:cxn>
                <a:cxn ang="0">
                  <a:pos x="52" y="58"/>
                </a:cxn>
                <a:cxn ang="0">
                  <a:pos x="52" y="61"/>
                </a:cxn>
                <a:cxn ang="0">
                  <a:pos x="51" y="62"/>
                </a:cxn>
                <a:cxn ang="0">
                  <a:pos x="17" y="62"/>
                </a:cxn>
                <a:cxn ang="0">
                  <a:pos x="16" y="61"/>
                </a:cxn>
                <a:cxn ang="0">
                  <a:pos x="16" y="58"/>
                </a:cxn>
                <a:cxn ang="0">
                  <a:pos x="24" y="52"/>
                </a:cxn>
                <a:cxn ang="0">
                  <a:pos x="29" y="47"/>
                </a:cxn>
                <a:cxn ang="0">
                  <a:pos x="26" y="40"/>
                </a:cxn>
                <a:cxn ang="0">
                  <a:pos x="22" y="36"/>
                </a:cxn>
                <a:cxn ang="0">
                  <a:pos x="0" y="20"/>
                </a:cxn>
                <a:cxn ang="0">
                  <a:pos x="0" y="15"/>
                </a:cxn>
                <a:cxn ang="0">
                  <a:pos x="4" y="11"/>
                </a:cxn>
                <a:cxn ang="0">
                  <a:pos x="16" y="11"/>
                </a:cxn>
                <a:cxn ang="0">
                  <a:pos x="16" y="7"/>
                </a:cxn>
                <a:cxn ang="0">
                  <a:pos x="22" y="0"/>
                </a:cxn>
                <a:cxn ang="0">
                  <a:pos x="45" y="0"/>
                </a:cxn>
                <a:cxn ang="0">
                  <a:pos x="52" y="7"/>
                </a:cxn>
                <a:cxn ang="0">
                  <a:pos x="52" y="11"/>
                </a:cxn>
                <a:cxn ang="0">
                  <a:pos x="63" y="11"/>
                </a:cxn>
                <a:cxn ang="0">
                  <a:pos x="67" y="15"/>
                </a:cxn>
                <a:cxn ang="0">
                  <a:pos x="67" y="20"/>
                </a:cxn>
                <a:cxn ang="0">
                  <a:pos x="16" y="16"/>
                </a:cxn>
                <a:cxn ang="0">
                  <a:pos x="6" y="16"/>
                </a:cxn>
                <a:cxn ang="0">
                  <a:pos x="6" y="20"/>
                </a:cxn>
                <a:cxn ang="0">
                  <a:pos x="19" y="31"/>
                </a:cxn>
                <a:cxn ang="0">
                  <a:pos x="16" y="16"/>
                </a:cxn>
                <a:cxn ang="0">
                  <a:pos x="62" y="16"/>
                </a:cxn>
                <a:cxn ang="0">
                  <a:pos x="52" y="16"/>
                </a:cxn>
                <a:cxn ang="0">
                  <a:pos x="49" y="31"/>
                </a:cxn>
                <a:cxn ang="0">
                  <a:pos x="62" y="20"/>
                </a:cxn>
                <a:cxn ang="0">
                  <a:pos x="62" y="16"/>
                </a:cxn>
              </a:cxnLst>
              <a:rect l="0" t="0" r="r" b="b"/>
              <a:pathLst>
                <a:path w="67" h="62">
                  <a:moveTo>
                    <a:pt x="67" y="20"/>
                  </a:moveTo>
                  <a:cubicBezTo>
                    <a:pt x="67" y="27"/>
                    <a:pt x="58" y="36"/>
                    <a:pt x="46" y="36"/>
                  </a:cubicBezTo>
                  <a:cubicBezTo>
                    <a:pt x="44" y="38"/>
                    <a:pt x="42" y="40"/>
                    <a:pt x="42" y="40"/>
                  </a:cubicBezTo>
                  <a:cubicBezTo>
                    <a:pt x="40" y="42"/>
                    <a:pt x="39" y="44"/>
                    <a:pt x="39" y="47"/>
                  </a:cubicBezTo>
                  <a:cubicBezTo>
                    <a:pt x="39" y="49"/>
                    <a:pt x="40" y="52"/>
                    <a:pt x="44" y="52"/>
                  </a:cubicBezTo>
                  <a:cubicBezTo>
                    <a:pt x="48" y="52"/>
                    <a:pt x="52" y="54"/>
                    <a:pt x="52" y="58"/>
                  </a:cubicBezTo>
                  <a:cubicBezTo>
                    <a:pt x="52" y="61"/>
                    <a:pt x="52" y="61"/>
                    <a:pt x="52" y="61"/>
                  </a:cubicBezTo>
                  <a:cubicBezTo>
                    <a:pt x="52" y="62"/>
                    <a:pt x="51" y="62"/>
                    <a:pt x="51" y="62"/>
                  </a:cubicBezTo>
                  <a:cubicBezTo>
                    <a:pt x="17" y="62"/>
                    <a:pt x="17" y="62"/>
                    <a:pt x="17" y="62"/>
                  </a:cubicBezTo>
                  <a:cubicBezTo>
                    <a:pt x="16" y="62"/>
                    <a:pt x="16" y="62"/>
                    <a:pt x="16" y="61"/>
                  </a:cubicBezTo>
                  <a:cubicBezTo>
                    <a:pt x="16" y="58"/>
                    <a:pt x="16" y="58"/>
                    <a:pt x="16" y="58"/>
                  </a:cubicBezTo>
                  <a:cubicBezTo>
                    <a:pt x="16" y="54"/>
                    <a:pt x="20" y="52"/>
                    <a:pt x="24" y="52"/>
                  </a:cubicBezTo>
                  <a:cubicBezTo>
                    <a:pt x="27" y="52"/>
                    <a:pt x="29" y="49"/>
                    <a:pt x="29" y="47"/>
                  </a:cubicBezTo>
                  <a:cubicBezTo>
                    <a:pt x="29" y="44"/>
                    <a:pt x="28" y="42"/>
                    <a:pt x="26" y="40"/>
                  </a:cubicBezTo>
                  <a:cubicBezTo>
                    <a:pt x="25" y="40"/>
                    <a:pt x="24" y="38"/>
                    <a:pt x="22" y="36"/>
                  </a:cubicBezTo>
                  <a:cubicBezTo>
                    <a:pt x="10" y="36"/>
                    <a:pt x="0" y="27"/>
                    <a:pt x="0" y="20"/>
                  </a:cubicBezTo>
                  <a:cubicBezTo>
                    <a:pt x="0" y="15"/>
                    <a:pt x="0" y="15"/>
                    <a:pt x="0" y="15"/>
                  </a:cubicBezTo>
                  <a:cubicBezTo>
                    <a:pt x="0" y="12"/>
                    <a:pt x="2" y="11"/>
                    <a:pt x="4" y="11"/>
                  </a:cubicBezTo>
                  <a:cubicBezTo>
                    <a:pt x="16" y="11"/>
                    <a:pt x="16" y="11"/>
                    <a:pt x="16" y="11"/>
                  </a:cubicBezTo>
                  <a:cubicBezTo>
                    <a:pt x="16" y="7"/>
                    <a:pt x="16" y="7"/>
                    <a:pt x="16" y="7"/>
                  </a:cubicBezTo>
                  <a:cubicBezTo>
                    <a:pt x="16" y="3"/>
                    <a:pt x="19" y="0"/>
                    <a:pt x="22" y="0"/>
                  </a:cubicBezTo>
                  <a:cubicBezTo>
                    <a:pt x="45" y="0"/>
                    <a:pt x="45" y="0"/>
                    <a:pt x="45" y="0"/>
                  </a:cubicBezTo>
                  <a:cubicBezTo>
                    <a:pt x="49" y="0"/>
                    <a:pt x="52" y="3"/>
                    <a:pt x="52" y="7"/>
                  </a:cubicBezTo>
                  <a:cubicBezTo>
                    <a:pt x="52" y="11"/>
                    <a:pt x="52" y="11"/>
                    <a:pt x="52" y="11"/>
                  </a:cubicBezTo>
                  <a:cubicBezTo>
                    <a:pt x="63" y="11"/>
                    <a:pt x="63" y="11"/>
                    <a:pt x="63" y="11"/>
                  </a:cubicBezTo>
                  <a:cubicBezTo>
                    <a:pt x="66" y="11"/>
                    <a:pt x="67" y="12"/>
                    <a:pt x="67" y="15"/>
                  </a:cubicBezTo>
                  <a:lnTo>
                    <a:pt x="67" y="20"/>
                  </a:lnTo>
                  <a:close/>
                  <a:moveTo>
                    <a:pt x="16" y="16"/>
                  </a:moveTo>
                  <a:cubicBezTo>
                    <a:pt x="6" y="16"/>
                    <a:pt x="6" y="16"/>
                    <a:pt x="6" y="16"/>
                  </a:cubicBezTo>
                  <a:cubicBezTo>
                    <a:pt x="6" y="20"/>
                    <a:pt x="6" y="20"/>
                    <a:pt x="6" y="20"/>
                  </a:cubicBezTo>
                  <a:cubicBezTo>
                    <a:pt x="6" y="24"/>
                    <a:pt x="11" y="29"/>
                    <a:pt x="19" y="31"/>
                  </a:cubicBezTo>
                  <a:cubicBezTo>
                    <a:pt x="17" y="27"/>
                    <a:pt x="16" y="22"/>
                    <a:pt x="16" y="16"/>
                  </a:cubicBezTo>
                  <a:close/>
                  <a:moveTo>
                    <a:pt x="62" y="16"/>
                  </a:moveTo>
                  <a:cubicBezTo>
                    <a:pt x="52" y="16"/>
                    <a:pt x="52" y="16"/>
                    <a:pt x="52" y="16"/>
                  </a:cubicBezTo>
                  <a:cubicBezTo>
                    <a:pt x="52" y="22"/>
                    <a:pt x="51" y="27"/>
                    <a:pt x="49" y="31"/>
                  </a:cubicBezTo>
                  <a:cubicBezTo>
                    <a:pt x="57" y="29"/>
                    <a:pt x="62" y="24"/>
                    <a:pt x="62" y="20"/>
                  </a:cubicBezTo>
                  <a:lnTo>
                    <a:pt x="62" y="16"/>
                  </a:lnTo>
                  <a:close/>
                </a:path>
              </a:pathLst>
            </a:custGeom>
            <a:solidFill>
              <a:schemeClr val="bg1"/>
            </a:solidFill>
            <a:ln w="9525">
              <a:noFill/>
              <a:round/>
              <a:headEnd/>
              <a:tailEnd/>
            </a:ln>
          </p:spPr>
          <p:txBody>
            <a:bodyPr vert="horz" wrap="square" lIns="111349" tIns="55675" rIns="111349" bIns="55675" numCol="1" anchor="t" anchorCtr="0" compatLnSpc="1">
              <a:prstTxWarp prst="textNoShape">
                <a:avLst/>
              </a:prstTxWarp>
            </a:bodyPr>
            <a:lstStyle/>
            <a:p>
              <a:pPr>
                <a:lnSpc>
                  <a:spcPct val="120000"/>
                </a:lnSpc>
              </a:pPr>
              <a:endParaRPr lang="en-US" sz="1700" dirty="0">
                <a:latin typeface="Arial" panose="020B0604020202020204" pitchFamily="34" charset="0"/>
                <a:ea typeface="微软雅黑" panose="020B0503020204020204" pitchFamily="34" charset="-122"/>
                <a:cs typeface="+mn-ea"/>
                <a:sym typeface="Arial" panose="020B0604020202020204" pitchFamily="34" charset="0"/>
              </a:endParaRPr>
            </a:p>
          </p:txBody>
        </p:sp>
      </p:grpSp>
      <p:pic>
        <p:nvPicPr>
          <p:cNvPr id="57" name="图片 5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37905" y="61236"/>
            <a:ext cx="979629" cy="909108"/>
          </a:xfrm>
          <a:prstGeom prst="rect">
            <a:avLst/>
          </a:prstGeom>
        </p:spPr>
      </p:pic>
    </p:spTree>
    <p:extLst>
      <p:ext uri="{BB962C8B-B14F-4D97-AF65-F5344CB8AC3E}">
        <p14:creationId xmlns:p14="http://schemas.microsoft.com/office/powerpoint/2010/main" val="1079214689"/>
      </p:ext>
    </p:extLst>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50000" decel="5000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000" fill="hold"/>
                                        <p:tgtEl>
                                          <p:spTgt spid="7"/>
                                        </p:tgtEl>
                                        <p:attrNameLst>
                                          <p:attrName>ppt_x</p:attrName>
                                        </p:attrNameLst>
                                      </p:cBhvr>
                                      <p:tavLst>
                                        <p:tav tm="0">
                                          <p:val>
                                            <p:strVal val="#ppt_x"/>
                                          </p:val>
                                        </p:tav>
                                        <p:tav tm="100000">
                                          <p:val>
                                            <p:strVal val="#ppt_x"/>
                                          </p:val>
                                        </p:tav>
                                      </p:tavLst>
                                    </p:anim>
                                    <p:anim calcmode="lin" valueType="num">
                                      <p:cBhvr additive="base">
                                        <p:cTn id="8" dur="1000" fill="hold"/>
                                        <p:tgtEl>
                                          <p:spTgt spid="7"/>
                                        </p:tgtEl>
                                        <p:attrNameLst>
                                          <p:attrName>ppt_y</p:attrName>
                                        </p:attrNameLst>
                                      </p:cBhvr>
                                      <p:tavLst>
                                        <p:tav tm="0">
                                          <p:val>
                                            <p:strVal val="0-#ppt_h/2"/>
                                          </p:val>
                                        </p:tav>
                                        <p:tav tm="100000">
                                          <p:val>
                                            <p:strVal val="#ppt_y"/>
                                          </p:val>
                                        </p:tav>
                                      </p:tavLst>
                                    </p:anim>
                                  </p:childTnLst>
                                </p:cTn>
                              </p:par>
                            </p:childTnLst>
                          </p:cTn>
                        </p:par>
                        <p:par>
                          <p:cTn id="9" fill="hold">
                            <p:stCondLst>
                              <p:cond delay="1000"/>
                            </p:stCondLst>
                            <p:childTnLst>
                              <p:par>
                                <p:cTn id="10" presetID="2" presetClass="entr" presetSubtype="1" accel="50000" decel="50000"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1000" fill="hold"/>
                                        <p:tgtEl>
                                          <p:spTgt spid="5"/>
                                        </p:tgtEl>
                                        <p:attrNameLst>
                                          <p:attrName>ppt_x</p:attrName>
                                        </p:attrNameLst>
                                      </p:cBhvr>
                                      <p:tavLst>
                                        <p:tav tm="0">
                                          <p:val>
                                            <p:strVal val="#ppt_x"/>
                                          </p:val>
                                        </p:tav>
                                        <p:tav tm="100000">
                                          <p:val>
                                            <p:strVal val="#ppt_x"/>
                                          </p:val>
                                        </p:tav>
                                      </p:tavLst>
                                    </p:anim>
                                    <p:anim calcmode="lin" valueType="num">
                                      <p:cBhvr additive="base">
                                        <p:cTn id="13" dur="1000" fill="hold"/>
                                        <p:tgtEl>
                                          <p:spTgt spid="5"/>
                                        </p:tgtEl>
                                        <p:attrNameLst>
                                          <p:attrName>ppt_y</p:attrName>
                                        </p:attrNameLst>
                                      </p:cBhvr>
                                      <p:tavLst>
                                        <p:tav tm="0">
                                          <p:val>
                                            <p:strVal val="0-#ppt_h/2"/>
                                          </p:val>
                                        </p:tav>
                                        <p:tav tm="100000">
                                          <p:val>
                                            <p:strVal val="#ppt_y"/>
                                          </p:val>
                                        </p:tav>
                                      </p:tavLst>
                                    </p:anim>
                                  </p:childTnLst>
                                </p:cTn>
                              </p:par>
                            </p:childTnLst>
                          </p:cTn>
                        </p:par>
                        <p:par>
                          <p:cTn id="14" fill="hold">
                            <p:stCondLst>
                              <p:cond delay="2000"/>
                            </p:stCondLst>
                            <p:childTnLst>
                              <p:par>
                                <p:cTn id="15" presetID="2" presetClass="entr" presetSubtype="1" accel="50000" decel="50000"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000" fill="hold"/>
                                        <p:tgtEl>
                                          <p:spTgt spid="4"/>
                                        </p:tgtEl>
                                        <p:attrNameLst>
                                          <p:attrName>ppt_x</p:attrName>
                                        </p:attrNameLst>
                                      </p:cBhvr>
                                      <p:tavLst>
                                        <p:tav tm="0">
                                          <p:val>
                                            <p:strVal val="#ppt_x"/>
                                          </p:val>
                                        </p:tav>
                                        <p:tav tm="100000">
                                          <p:val>
                                            <p:strVal val="#ppt_x"/>
                                          </p:val>
                                        </p:tav>
                                      </p:tavLst>
                                    </p:anim>
                                    <p:anim calcmode="lin" valueType="num">
                                      <p:cBhvr additive="base">
                                        <p:cTn id="18" dur="1000" fill="hold"/>
                                        <p:tgtEl>
                                          <p:spTgt spid="4"/>
                                        </p:tgtEl>
                                        <p:attrNameLst>
                                          <p:attrName>ppt_y</p:attrName>
                                        </p:attrNameLst>
                                      </p:cBhvr>
                                      <p:tavLst>
                                        <p:tav tm="0">
                                          <p:val>
                                            <p:strVal val="0-#ppt_h/2"/>
                                          </p:val>
                                        </p:tav>
                                        <p:tav tm="100000">
                                          <p:val>
                                            <p:strVal val="#ppt_y"/>
                                          </p:val>
                                        </p:tav>
                                      </p:tavLst>
                                    </p:anim>
                                  </p:childTnLst>
                                </p:cTn>
                              </p:par>
                            </p:childTnLst>
                          </p:cTn>
                        </p:par>
                        <p:par>
                          <p:cTn id="19" fill="hold">
                            <p:stCondLst>
                              <p:cond delay="3000"/>
                            </p:stCondLst>
                            <p:childTnLst>
                              <p:par>
                                <p:cTn id="20" presetID="2" presetClass="entr" presetSubtype="1" accel="50000" decel="50000" fill="hold" nodeType="after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1000" fill="hold"/>
                                        <p:tgtEl>
                                          <p:spTgt spid="2"/>
                                        </p:tgtEl>
                                        <p:attrNameLst>
                                          <p:attrName>ppt_x</p:attrName>
                                        </p:attrNameLst>
                                      </p:cBhvr>
                                      <p:tavLst>
                                        <p:tav tm="0">
                                          <p:val>
                                            <p:strVal val="#ppt_x"/>
                                          </p:val>
                                        </p:tav>
                                        <p:tav tm="100000">
                                          <p:val>
                                            <p:strVal val="#ppt_x"/>
                                          </p:val>
                                        </p:tav>
                                      </p:tavLst>
                                    </p:anim>
                                    <p:anim calcmode="lin" valueType="num">
                                      <p:cBhvr additive="base">
                                        <p:cTn id="23" dur="1000" fill="hold"/>
                                        <p:tgtEl>
                                          <p:spTgt spid="2"/>
                                        </p:tgtEl>
                                        <p:attrNameLst>
                                          <p:attrName>ppt_y</p:attrName>
                                        </p:attrNameLst>
                                      </p:cBhvr>
                                      <p:tavLst>
                                        <p:tav tm="0">
                                          <p:val>
                                            <p:strVal val="0-#ppt_h/2"/>
                                          </p:val>
                                        </p:tav>
                                        <p:tav tm="100000">
                                          <p:val>
                                            <p:strVal val="#ppt_y"/>
                                          </p:val>
                                        </p:tav>
                                      </p:tavLst>
                                    </p:anim>
                                  </p:childTnLst>
                                </p:cTn>
                              </p:par>
                            </p:childTnLst>
                          </p:cTn>
                        </p:par>
                        <p:par>
                          <p:cTn id="24" fill="hold">
                            <p:stCondLst>
                              <p:cond delay="4000"/>
                            </p:stCondLst>
                            <p:childTnLst>
                              <p:par>
                                <p:cTn id="25" presetID="53" presetClass="entr" presetSubtype="0" fill="hold" nodeType="after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Effect transition="in" filter="fade">
                                      <p:cBhvr>
                                        <p:cTn id="29" dur="500"/>
                                        <p:tgtEl>
                                          <p:spTgt spid="9"/>
                                        </p:tgtEl>
                                      </p:cBhvr>
                                    </p:animEffect>
                                  </p:childTnLst>
                                </p:cTn>
                              </p:par>
                              <p:par>
                                <p:cTn id="30" presetID="2" presetClass="entr" presetSubtype="4" accel="50000" decel="50000" fill="hold" grpId="0" nodeType="withEffect">
                                  <p:stCondLst>
                                    <p:cond delay="0"/>
                                  </p:stCondLst>
                                  <p:childTnLst>
                                    <p:set>
                                      <p:cBhvr>
                                        <p:cTn id="31" dur="1" fill="hold">
                                          <p:stCondLst>
                                            <p:cond delay="0"/>
                                          </p:stCondLst>
                                        </p:cTn>
                                        <p:tgtEl>
                                          <p:spTgt spid="36"/>
                                        </p:tgtEl>
                                        <p:attrNameLst>
                                          <p:attrName>style.visibility</p:attrName>
                                        </p:attrNameLst>
                                      </p:cBhvr>
                                      <p:to>
                                        <p:strVal val="visible"/>
                                      </p:to>
                                    </p:set>
                                    <p:anim calcmode="lin" valueType="num">
                                      <p:cBhvr additive="base">
                                        <p:cTn id="32" dur="1000" fill="hold"/>
                                        <p:tgtEl>
                                          <p:spTgt spid="36"/>
                                        </p:tgtEl>
                                        <p:attrNameLst>
                                          <p:attrName>ppt_x</p:attrName>
                                        </p:attrNameLst>
                                      </p:cBhvr>
                                      <p:tavLst>
                                        <p:tav tm="0">
                                          <p:val>
                                            <p:strVal val="#ppt_x"/>
                                          </p:val>
                                        </p:tav>
                                        <p:tav tm="100000">
                                          <p:val>
                                            <p:strVal val="#ppt_x"/>
                                          </p:val>
                                        </p:tav>
                                      </p:tavLst>
                                    </p:anim>
                                    <p:anim calcmode="lin" valueType="num">
                                      <p:cBhvr additive="base">
                                        <p:cTn id="33" dur="1000" fill="hold"/>
                                        <p:tgtEl>
                                          <p:spTgt spid="36"/>
                                        </p:tgtEl>
                                        <p:attrNameLst>
                                          <p:attrName>ppt_y</p:attrName>
                                        </p:attrNameLst>
                                      </p:cBhvr>
                                      <p:tavLst>
                                        <p:tav tm="0">
                                          <p:val>
                                            <p:strVal val="1+#ppt_h/2"/>
                                          </p:val>
                                        </p:tav>
                                        <p:tav tm="100000">
                                          <p:val>
                                            <p:strVal val="#ppt_y"/>
                                          </p:val>
                                        </p:tav>
                                      </p:tavLst>
                                    </p:anim>
                                  </p:childTnLst>
                                </p:cTn>
                              </p:par>
                            </p:childTnLst>
                          </p:cTn>
                        </p:par>
                        <p:par>
                          <p:cTn id="34" fill="hold">
                            <p:stCondLst>
                              <p:cond delay="5000"/>
                            </p:stCondLst>
                            <p:childTnLst>
                              <p:par>
                                <p:cTn id="35" presetID="53" presetClass="entr" presetSubtype="0" fill="hold" grpId="0" nodeType="afterEffect">
                                  <p:stCondLst>
                                    <p:cond delay="0"/>
                                  </p:stCondLst>
                                  <p:childTnLst>
                                    <p:set>
                                      <p:cBhvr>
                                        <p:cTn id="36" dur="1" fill="hold">
                                          <p:stCondLst>
                                            <p:cond delay="0"/>
                                          </p:stCondLst>
                                        </p:cTn>
                                        <p:tgtEl>
                                          <p:spTgt spid="40"/>
                                        </p:tgtEl>
                                        <p:attrNameLst>
                                          <p:attrName>style.visibility</p:attrName>
                                        </p:attrNameLst>
                                      </p:cBhvr>
                                      <p:to>
                                        <p:strVal val="visible"/>
                                      </p:to>
                                    </p:set>
                                    <p:anim calcmode="lin" valueType="num">
                                      <p:cBhvr>
                                        <p:cTn id="37" dur="500" fill="hold"/>
                                        <p:tgtEl>
                                          <p:spTgt spid="40"/>
                                        </p:tgtEl>
                                        <p:attrNameLst>
                                          <p:attrName>ppt_w</p:attrName>
                                        </p:attrNameLst>
                                      </p:cBhvr>
                                      <p:tavLst>
                                        <p:tav tm="0">
                                          <p:val>
                                            <p:fltVal val="0"/>
                                          </p:val>
                                        </p:tav>
                                        <p:tav tm="100000">
                                          <p:val>
                                            <p:strVal val="#ppt_w"/>
                                          </p:val>
                                        </p:tav>
                                      </p:tavLst>
                                    </p:anim>
                                    <p:anim calcmode="lin" valueType="num">
                                      <p:cBhvr>
                                        <p:cTn id="38" dur="500" fill="hold"/>
                                        <p:tgtEl>
                                          <p:spTgt spid="40"/>
                                        </p:tgtEl>
                                        <p:attrNameLst>
                                          <p:attrName>ppt_h</p:attrName>
                                        </p:attrNameLst>
                                      </p:cBhvr>
                                      <p:tavLst>
                                        <p:tav tm="0">
                                          <p:val>
                                            <p:fltVal val="0"/>
                                          </p:val>
                                        </p:tav>
                                        <p:tav tm="100000">
                                          <p:val>
                                            <p:strVal val="#ppt_h"/>
                                          </p:val>
                                        </p:tav>
                                      </p:tavLst>
                                    </p:anim>
                                    <p:animEffect transition="in" filter="fade">
                                      <p:cBhvr>
                                        <p:cTn id="39" dur="500"/>
                                        <p:tgtEl>
                                          <p:spTgt spid="40"/>
                                        </p:tgtEl>
                                      </p:cBhvr>
                                    </p:animEffect>
                                  </p:childTnLst>
                                </p:cTn>
                              </p:par>
                            </p:childTnLst>
                          </p:cTn>
                        </p:par>
                        <p:par>
                          <p:cTn id="40" fill="hold">
                            <p:stCondLst>
                              <p:cond delay="5500"/>
                            </p:stCondLst>
                            <p:childTnLst>
                              <p:par>
                                <p:cTn id="41" presetID="53" presetClass="entr" presetSubtype="0" fill="hold" nodeType="after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p:cTn id="43" dur="500" fill="hold"/>
                                        <p:tgtEl>
                                          <p:spTgt spid="10"/>
                                        </p:tgtEl>
                                        <p:attrNameLst>
                                          <p:attrName>ppt_w</p:attrName>
                                        </p:attrNameLst>
                                      </p:cBhvr>
                                      <p:tavLst>
                                        <p:tav tm="0">
                                          <p:val>
                                            <p:fltVal val="0"/>
                                          </p:val>
                                        </p:tav>
                                        <p:tav tm="100000">
                                          <p:val>
                                            <p:strVal val="#ppt_w"/>
                                          </p:val>
                                        </p:tav>
                                      </p:tavLst>
                                    </p:anim>
                                    <p:anim calcmode="lin" valueType="num">
                                      <p:cBhvr>
                                        <p:cTn id="44" dur="500" fill="hold"/>
                                        <p:tgtEl>
                                          <p:spTgt spid="10"/>
                                        </p:tgtEl>
                                        <p:attrNameLst>
                                          <p:attrName>ppt_h</p:attrName>
                                        </p:attrNameLst>
                                      </p:cBhvr>
                                      <p:tavLst>
                                        <p:tav tm="0">
                                          <p:val>
                                            <p:fltVal val="0"/>
                                          </p:val>
                                        </p:tav>
                                        <p:tav tm="100000">
                                          <p:val>
                                            <p:strVal val="#ppt_h"/>
                                          </p:val>
                                        </p:tav>
                                      </p:tavLst>
                                    </p:anim>
                                    <p:animEffect transition="in" filter="fade">
                                      <p:cBhvr>
                                        <p:cTn id="45" dur="500"/>
                                        <p:tgtEl>
                                          <p:spTgt spid="10"/>
                                        </p:tgtEl>
                                      </p:cBhvr>
                                    </p:animEffect>
                                  </p:childTnLst>
                                </p:cTn>
                              </p:par>
                              <p:par>
                                <p:cTn id="46" presetID="2" presetClass="entr" presetSubtype="4" accel="50000" decel="50000" fill="hold" grpId="0" nodeType="withEffect">
                                  <p:stCondLst>
                                    <p:cond delay="0"/>
                                  </p:stCondLst>
                                  <p:childTnLst>
                                    <p:set>
                                      <p:cBhvr>
                                        <p:cTn id="47" dur="1" fill="hold">
                                          <p:stCondLst>
                                            <p:cond delay="0"/>
                                          </p:stCondLst>
                                        </p:cTn>
                                        <p:tgtEl>
                                          <p:spTgt spid="37"/>
                                        </p:tgtEl>
                                        <p:attrNameLst>
                                          <p:attrName>style.visibility</p:attrName>
                                        </p:attrNameLst>
                                      </p:cBhvr>
                                      <p:to>
                                        <p:strVal val="visible"/>
                                      </p:to>
                                    </p:set>
                                    <p:anim calcmode="lin" valueType="num">
                                      <p:cBhvr additive="base">
                                        <p:cTn id="48" dur="1000" fill="hold"/>
                                        <p:tgtEl>
                                          <p:spTgt spid="37"/>
                                        </p:tgtEl>
                                        <p:attrNameLst>
                                          <p:attrName>ppt_x</p:attrName>
                                        </p:attrNameLst>
                                      </p:cBhvr>
                                      <p:tavLst>
                                        <p:tav tm="0">
                                          <p:val>
                                            <p:strVal val="#ppt_x"/>
                                          </p:val>
                                        </p:tav>
                                        <p:tav tm="100000">
                                          <p:val>
                                            <p:strVal val="#ppt_x"/>
                                          </p:val>
                                        </p:tav>
                                      </p:tavLst>
                                    </p:anim>
                                    <p:anim calcmode="lin" valueType="num">
                                      <p:cBhvr additive="base">
                                        <p:cTn id="49" dur="1000" fill="hold"/>
                                        <p:tgtEl>
                                          <p:spTgt spid="37"/>
                                        </p:tgtEl>
                                        <p:attrNameLst>
                                          <p:attrName>ppt_y</p:attrName>
                                        </p:attrNameLst>
                                      </p:cBhvr>
                                      <p:tavLst>
                                        <p:tav tm="0">
                                          <p:val>
                                            <p:strVal val="1+#ppt_h/2"/>
                                          </p:val>
                                        </p:tav>
                                        <p:tav tm="100000">
                                          <p:val>
                                            <p:strVal val="#ppt_y"/>
                                          </p:val>
                                        </p:tav>
                                      </p:tavLst>
                                    </p:anim>
                                  </p:childTnLst>
                                </p:cTn>
                              </p:par>
                            </p:childTnLst>
                          </p:cTn>
                        </p:par>
                        <p:par>
                          <p:cTn id="50" fill="hold">
                            <p:stCondLst>
                              <p:cond delay="6500"/>
                            </p:stCondLst>
                            <p:childTnLst>
                              <p:par>
                                <p:cTn id="51" presetID="53" presetClass="entr" presetSubtype="0" fill="hold" grpId="0" nodeType="afterEffect">
                                  <p:stCondLst>
                                    <p:cond delay="0"/>
                                  </p:stCondLst>
                                  <p:childTnLst>
                                    <p:set>
                                      <p:cBhvr>
                                        <p:cTn id="52" dur="1" fill="hold">
                                          <p:stCondLst>
                                            <p:cond delay="0"/>
                                          </p:stCondLst>
                                        </p:cTn>
                                        <p:tgtEl>
                                          <p:spTgt spid="42"/>
                                        </p:tgtEl>
                                        <p:attrNameLst>
                                          <p:attrName>style.visibility</p:attrName>
                                        </p:attrNameLst>
                                      </p:cBhvr>
                                      <p:to>
                                        <p:strVal val="visible"/>
                                      </p:to>
                                    </p:set>
                                    <p:anim calcmode="lin" valueType="num">
                                      <p:cBhvr>
                                        <p:cTn id="53" dur="500" fill="hold"/>
                                        <p:tgtEl>
                                          <p:spTgt spid="42"/>
                                        </p:tgtEl>
                                        <p:attrNameLst>
                                          <p:attrName>ppt_w</p:attrName>
                                        </p:attrNameLst>
                                      </p:cBhvr>
                                      <p:tavLst>
                                        <p:tav tm="0">
                                          <p:val>
                                            <p:fltVal val="0"/>
                                          </p:val>
                                        </p:tav>
                                        <p:tav tm="100000">
                                          <p:val>
                                            <p:strVal val="#ppt_w"/>
                                          </p:val>
                                        </p:tav>
                                      </p:tavLst>
                                    </p:anim>
                                    <p:anim calcmode="lin" valueType="num">
                                      <p:cBhvr>
                                        <p:cTn id="54" dur="500" fill="hold"/>
                                        <p:tgtEl>
                                          <p:spTgt spid="42"/>
                                        </p:tgtEl>
                                        <p:attrNameLst>
                                          <p:attrName>ppt_h</p:attrName>
                                        </p:attrNameLst>
                                      </p:cBhvr>
                                      <p:tavLst>
                                        <p:tav tm="0">
                                          <p:val>
                                            <p:fltVal val="0"/>
                                          </p:val>
                                        </p:tav>
                                        <p:tav tm="100000">
                                          <p:val>
                                            <p:strVal val="#ppt_h"/>
                                          </p:val>
                                        </p:tav>
                                      </p:tavLst>
                                    </p:anim>
                                    <p:animEffect transition="in" filter="fade">
                                      <p:cBhvr>
                                        <p:cTn id="55" dur="500"/>
                                        <p:tgtEl>
                                          <p:spTgt spid="42"/>
                                        </p:tgtEl>
                                      </p:cBhvr>
                                    </p:animEffect>
                                  </p:childTnLst>
                                </p:cTn>
                              </p:par>
                            </p:childTnLst>
                          </p:cTn>
                        </p:par>
                        <p:par>
                          <p:cTn id="56" fill="hold">
                            <p:stCondLst>
                              <p:cond delay="7000"/>
                            </p:stCondLst>
                            <p:childTnLst>
                              <p:par>
                                <p:cTn id="57" presetID="53" presetClass="entr" presetSubtype="0" fill="hold" nodeType="afterEffect">
                                  <p:stCondLst>
                                    <p:cond delay="0"/>
                                  </p:stCondLst>
                                  <p:childTnLst>
                                    <p:set>
                                      <p:cBhvr>
                                        <p:cTn id="58" dur="1" fill="hold">
                                          <p:stCondLst>
                                            <p:cond delay="0"/>
                                          </p:stCondLst>
                                        </p:cTn>
                                        <p:tgtEl>
                                          <p:spTgt spid="11"/>
                                        </p:tgtEl>
                                        <p:attrNameLst>
                                          <p:attrName>style.visibility</p:attrName>
                                        </p:attrNameLst>
                                      </p:cBhvr>
                                      <p:to>
                                        <p:strVal val="visible"/>
                                      </p:to>
                                    </p:set>
                                    <p:anim calcmode="lin" valueType="num">
                                      <p:cBhvr>
                                        <p:cTn id="59" dur="500" fill="hold"/>
                                        <p:tgtEl>
                                          <p:spTgt spid="11"/>
                                        </p:tgtEl>
                                        <p:attrNameLst>
                                          <p:attrName>ppt_w</p:attrName>
                                        </p:attrNameLst>
                                      </p:cBhvr>
                                      <p:tavLst>
                                        <p:tav tm="0">
                                          <p:val>
                                            <p:fltVal val="0"/>
                                          </p:val>
                                        </p:tav>
                                        <p:tav tm="100000">
                                          <p:val>
                                            <p:strVal val="#ppt_w"/>
                                          </p:val>
                                        </p:tav>
                                      </p:tavLst>
                                    </p:anim>
                                    <p:anim calcmode="lin" valueType="num">
                                      <p:cBhvr>
                                        <p:cTn id="60" dur="500" fill="hold"/>
                                        <p:tgtEl>
                                          <p:spTgt spid="11"/>
                                        </p:tgtEl>
                                        <p:attrNameLst>
                                          <p:attrName>ppt_h</p:attrName>
                                        </p:attrNameLst>
                                      </p:cBhvr>
                                      <p:tavLst>
                                        <p:tav tm="0">
                                          <p:val>
                                            <p:fltVal val="0"/>
                                          </p:val>
                                        </p:tav>
                                        <p:tav tm="100000">
                                          <p:val>
                                            <p:strVal val="#ppt_h"/>
                                          </p:val>
                                        </p:tav>
                                      </p:tavLst>
                                    </p:anim>
                                    <p:animEffect transition="in" filter="fade">
                                      <p:cBhvr>
                                        <p:cTn id="61" dur="500"/>
                                        <p:tgtEl>
                                          <p:spTgt spid="11"/>
                                        </p:tgtEl>
                                      </p:cBhvr>
                                    </p:animEffect>
                                  </p:childTnLst>
                                </p:cTn>
                              </p:par>
                              <p:par>
                                <p:cTn id="62" presetID="2" presetClass="entr" presetSubtype="4" accel="50000" decel="50000" fill="hold" grpId="0" nodeType="withEffect">
                                  <p:stCondLst>
                                    <p:cond delay="0"/>
                                  </p:stCondLst>
                                  <p:childTnLst>
                                    <p:set>
                                      <p:cBhvr>
                                        <p:cTn id="63" dur="1" fill="hold">
                                          <p:stCondLst>
                                            <p:cond delay="0"/>
                                          </p:stCondLst>
                                        </p:cTn>
                                        <p:tgtEl>
                                          <p:spTgt spid="38"/>
                                        </p:tgtEl>
                                        <p:attrNameLst>
                                          <p:attrName>style.visibility</p:attrName>
                                        </p:attrNameLst>
                                      </p:cBhvr>
                                      <p:to>
                                        <p:strVal val="visible"/>
                                      </p:to>
                                    </p:set>
                                    <p:anim calcmode="lin" valueType="num">
                                      <p:cBhvr additive="base">
                                        <p:cTn id="64" dur="1000" fill="hold"/>
                                        <p:tgtEl>
                                          <p:spTgt spid="38"/>
                                        </p:tgtEl>
                                        <p:attrNameLst>
                                          <p:attrName>ppt_x</p:attrName>
                                        </p:attrNameLst>
                                      </p:cBhvr>
                                      <p:tavLst>
                                        <p:tav tm="0">
                                          <p:val>
                                            <p:strVal val="#ppt_x"/>
                                          </p:val>
                                        </p:tav>
                                        <p:tav tm="100000">
                                          <p:val>
                                            <p:strVal val="#ppt_x"/>
                                          </p:val>
                                        </p:tav>
                                      </p:tavLst>
                                    </p:anim>
                                    <p:anim calcmode="lin" valueType="num">
                                      <p:cBhvr additive="base">
                                        <p:cTn id="65" dur="1000" fill="hold"/>
                                        <p:tgtEl>
                                          <p:spTgt spid="38"/>
                                        </p:tgtEl>
                                        <p:attrNameLst>
                                          <p:attrName>ppt_y</p:attrName>
                                        </p:attrNameLst>
                                      </p:cBhvr>
                                      <p:tavLst>
                                        <p:tav tm="0">
                                          <p:val>
                                            <p:strVal val="1+#ppt_h/2"/>
                                          </p:val>
                                        </p:tav>
                                        <p:tav tm="100000">
                                          <p:val>
                                            <p:strVal val="#ppt_y"/>
                                          </p:val>
                                        </p:tav>
                                      </p:tavLst>
                                    </p:anim>
                                  </p:childTnLst>
                                </p:cTn>
                              </p:par>
                            </p:childTnLst>
                          </p:cTn>
                        </p:par>
                        <p:par>
                          <p:cTn id="66" fill="hold">
                            <p:stCondLst>
                              <p:cond delay="8000"/>
                            </p:stCondLst>
                            <p:childTnLst>
                              <p:par>
                                <p:cTn id="67" presetID="53" presetClass="entr" presetSubtype="0" fill="hold" grpId="0" nodeType="afterEffect">
                                  <p:stCondLst>
                                    <p:cond delay="0"/>
                                  </p:stCondLst>
                                  <p:childTnLst>
                                    <p:set>
                                      <p:cBhvr>
                                        <p:cTn id="68" dur="1" fill="hold">
                                          <p:stCondLst>
                                            <p:cond delay="0"/>
                                          </p:stCondLst>
                                        </p:cTn>
                                        <p:tgtEl>
                                          <p:spTgt spid="43"/>
                                        </p:tgtEl>
                                        <p:attrNameLst>
                                          <p:attrName>style.visibility</p:attrName>
                                        </p:attrNameLst>
                                      </p:cBhvr>
                                      <p:to>
                                        <p:strVal val="visible"/>
                                      </p:to>
                                    </p:set>
                                    <p:anim calcmode="lin" valueType="num">
                                      <p:cBhvr>
                                        <p:cTn id="69" dur="500" fill="hold"/>
                                        <p:tgtEl>
                                          <p:spTgt spid="43"/>
                                        </p:tgtEl>
                                        <p:attrNameLst>
                                          <p:attrName>ppt_w</p:attrName>
                                        </p:attrNameLst>
                                      </p:cBhvr>
                                      <p:tavLst>
                                        <p:tav tm="0">
                                          <p:val>
                                            <p:fltVal val="0"/>
                                          </p:val>
                                        </p:tav>
                                        <p:tav tm="100000">
                                          <p:val>
                                            <p:strVal val="#ppt_w"/>
                                          </p:val>
                                        </p:tav>
                                      </p:tavLst>
                                    </p:anim>
                                    <p:anim calcmode="lin" valueType="num">
                                      <p:cBhvr>
                                        <p:cTn id="70" dur="500" fill="hold"/>
                                        <p:tgtEl>
                                          <p:spTgt spid="43"/>
                                        </p:tgtEl>
                                        <p:attrNameLst>
                                          <p:attrName>ppt_h</p:attrName>
                                        </p:attrNameLst>
                                      </p:cBhvr>
                                      <p:tavLst>
                                        <p:tav tm="0">
                                          <p:val>
                                            <p:fltVal val="0"/>
                                          </p:val>
                                        </p:tav>
                                        <p:tav tm="100000">
                                          <p:val>
                                            <p:strVal val="#ppt_h"/>
                                          </p:val>
                                        </p:tav>
                                      </p:tavLst>
                                    </p:anim>
                                    <p:animEffect transition="in" filter="fade">
                                      <p:cBhvr>
                                        <p:cTn id="71" dur="500"/>
                                        <p:tgtEl>
                                          <p:spTgt spid="43"/>
                                        </p:tgtEl>
                                      </p:cBhvr>
                                    </p:animEffect>
                                  </p:childTnLst>
                                </p:cTn>
                              </p:par>
                            </p:childTnLst>
                          </p:cTn>
                        </p:par>
                        <p:par>
                          <p:cTn id="72" fill="hold">
                            <p:stCondLst>
                              <p:cond delay="8500"/>
                            </p:stCondLst>
                            <p:childTnLst>
                              <p:par>
                                <p:cTn id="73" presetID="53" presetClass="entr" presetSubtype="0" fill="hold" nodeType="afterEffect">
                                  <p:stCondLst>
                                    <p:cond delay="0"/>
                                  </p:stCondLst>
                                  <p:childTnLst>
                                    <p:set>
                                      <p:cBhvr>
                                        <p:cTn id="74" dur="1" fill="hold">
                                          <p:stCondLst>
                                            <p:cond delay="0"/>
                                          </p:stCondLst>
                                        </p:cTn>
                                        <p:tgtEl>
                                          <p:spTgt spid="12"/>
                                        </p:tgtEl>
                                        <p:attrNameLst>
                                          <p:attrName>style.visibility</p:attrName>
                                        </p:attrNameLst>
                                      </p:cBhvr>
                                      <p:to>
                                        <p:strVal val="visible"/>
                                      </p:to>
                                    </p:set>
                                    <p:anim calcmode="lin" valueType="num">
                                      <p:cBhvr>
                                        <p:cTn id="75" dur="500" fill="hold"/>
                                        <p:tgtEl>
                                          <p:spTgt spid="12"/>
                                        </p:tgtEl>
                                        <p:attrNameLst>
                                          <p:attrName>ppt_w</p:attrName>
                                        </p:attrNameLst>
                                      </p:cBhvr>
                                      <p:tavLst>
                                        <p:tav tm="0">
                                          <p:val>
                                            <p:fltVal val="0"/>
                                          </p:val>
                                        </p:tav>
                                        <p:tav tm="100000">
                                          <p:val>
                                            <p:strVal val="#ppt_w"/>
                                          </p:val>
                                        </p:tav>
                                      </p:tavLst>
                                    </p:anim>
                                    <p:anim calcmode="lin" valueType="num">
                                      <p:cBhvr>
                                        <p:cTn id="76" dur="500" fill="hold"/>
                                        <p:tgtEl>
                                          <p:spTgt spid="12"/>
                                        </p:tgtEl>
                                        <p:attrNameLst>
                                          <p:attrName>ppt_h</p:attrName>
                                        </p:attrNameLst>
                                      </p:cBhvr>
                                      <p:tavLst>
                                        <p:tav tm="0">
                                          <p:val>
                                            <p:fltVal val="0"/>
                                          </p:val>
                                        </p:tav>
                                        <p:tav tm="100000">
                                          <p:val>
                                            <p:strVal val="#ppt_h"/>
                                          </p:val>
                                        </p:tav>
                                      </p:tavLst>
                                    </p:anim>
                                    <p:animEffect transition="in" filter="fade">
                                      <p:cBhvr>
                                        <p:cTn id="77" dur="500"/>
                                        <p:tgtEl>
                                          <p:spTgt spid="12"/>
                                        </p:tgtEl>
                                      </p:cBhvr>
                                    </p:animEffect>
                                  </p:childTnLst>
                                </p:cTn>
                              </p:par>
                              <p:par>
                                <p:cTn id="78" presetID="2" presetClass="entr" presetSubtype="4" accel="50000" decel="50000" fill="hold" grpId="0" nodeType="withEffect">
                                  <p:stCondLst>
                                    <p:cond delay="0"/>
                                  </p:stCondLst>
                                  <p:childTnLst>
                                    <p:set>
                                      <p:cBhvr>
                                        <p:cTn id="79" dur="1" fill="hold">
                                          <p:stCondLst>
                                            <p:cond delay="0"/>
                                          </p:stCondLst>
                                        </p:cTn>
                                        <p:tgtEl>
                                          <p:spTgt spid="39"/>
                                        </p:tgtEl>
                                        <p:attrNameLst>
                                          <p:attrName>style.visibility</p:attrName>
                                        </p:attrNameLst>
                                      </p:cBhvr>
                                      <p:to>
                                        <p:strVal val="visible"/>
                                      </p:to>
                                    </p:set>
                                    <p:anim calcmode="lin" valueType="num">
                                      <p:cBhvr additive="base">
                                        <p:cTn id="80" dur="1000" fill="hold"/>
                                        <p:tgtEl>
                                          <p:spTgt spid="39"/>
                                        </p:tgtEl>
                                        <p:attrNameLst>
                                          <p:attrName>ppt_x</p:attrName>
                                        </p:attrNameLst>
                                      </p:cBhvr>
                                      <p:tavLst>
                                        <p:tav tm="0">
                                          <p:val>
                                            <p:strVal val="#ppt_x"/>
                                          </p:val>
                                        </p:tav>
                                        <p:tav tm="100000">
                                          <p:val>
                                            <p:strVal val="#ppt_x"/>
                                          </p:val>
                                        </p:tav>
                                      </p:tavLst>
                                    </p:anim>
                                    <p:anim calcmode="lin" valueType="num">
                                      <p:cBhvr additive="base">
                                        <p:cTn id="81" dur="1000" fill="hold"/>
                                        <p:tgtEl>
                                          <p:spTgt spid="39"/>
                                        </p:tgtEl>
                                        <p:attrNameLst>
                                          <p:attrName>ppt_y</p:attrName>
                                        </p:attrNameLst>
                                      </p:cBhvr>
                                      <p:tavLst>
                                        <p:tav tm="0">
                                          <p:val>
                                            <p:strVal val="1+#ppt_h/2"/>
                                          </p:val>
                                        </p:tav>
                                        <p:tav tm="100000">
                                          <p:val>
                                            <p:strVal val="#ppt_y"/>
                                          </p:val>
                                        </p:tav>
                                      </p:tavLst>
                                    </p:anim>
                                  </p:childTnLst>
                                </p:cTn>
                              </p:par>
                            </p:childTnLst>
                          </p:cTn>
                        </p:par>
                        <p:par>
                          <p:cTn id="82" fill="hold">
                            <p:stCondLst>
                              <p:cond delay="9500"/>
                            </p:stCondLst>
                            <p:childTnLst>
                              <p:par>
                                <p:cTn id="83" presetID="53" presetClass="entr" presetSubtype="0" fill="hold" grpId="0" nodeType="afterEffect">
                                  <p:stCondLst>
                                    <p:cond delay="0"/>
                                  </p:stCondLst>
                                  <p:childTnLst>
                                    <p:set>
                                      <p:cBhvr>
                                        <p:cTn id="84" dur="1" fill="hold">
                                          <p:stCondLst>
                                            <p:cond delay="0"/>
                                          </p:stCondLst>
                                        </p:cTn>
                                        <p:tgtEl>
                                          <p:spTgt spid="41"/>
                                        </p:tgtEl>
                                        <p:attrNameLst>
                                          <p:attrName>style.visibility</p:attrName>
                                        </p:attrNameLst>
                                      </p:cBhvr>
                                      <p:to>
                                        <p:strVal val="visible"/>
                                      </p:to>
                                    </p:set>
                                    <p:anim calcmode="lin" valueType="num">
                                      <p:cBhvr>
                                        <p:cTn id="85" dur="500" fill="hold"/>
                                        <p:tgtEl>
                                          <p:spTgt spid="41"/>
                                        </p:tgtEl>
                                        <p:attrNameLst>
                                          <p:attrName>ppt_w</p:attrName>
                                        </p:attrNameLst>
                                      </p:cBhvr>
                                      <p:tavLst>
                                        <p:tav tm="0">
                                          <p:val>
                                            <p:fltVal val="0"/>
                                          </p:val>
                                        </p:tav>
                                        <p:tav tm="100000">
                                          <p:val>
                                            <p:strVal val="#ppt_w"/>
                                          </p:val>
                                        </p:tav>
                                      </p:tavLst>
                                    </p:anim>
                                    <p:anim calcmode="lin" valueType="num">
                                      <p:cBhvr>
                                        <p:cTn id="86" dur="500" fill="hold"/>
                                        <p:tgtEl>
                                          <p:spTgt spid="41"/>
                                        </p:tgtEl>
                                        <p:attrNameLst>
                                          <p:attrName>ppt_h</p:attrName>
                                        </p:attrNameLst>
                                      </p:cBhvr>
                                      <p:tavLst>
                                        <p:tav tm="0">
                                          <p:val>
                                            <p:fltVal val="0"/>
                                          </p:val>
                                        </p:tav>
                                        <p:tav tm="100000">
                                          <p:val>
                                            <p:strVal val="#ppt_h"/>
                                          </p:val>
                                        </p:tav>
                                      </p:tavLst>
                                    </p:anim>
                                    <p:animEffect transition="in" filter="fade">
                                      <p:cBhvr>
                                        <p:cTn id="87" dur="500"/>
                                        <p:tgtEl>
                                          <p:spTgt spid="41"/>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44"/>
                                        </p:tgtEl>
                                        <p:attrNameLst>
                                          <p:attrName>style.visibility</p:attrName>
                                        </p:attrNameLst>
                                      </p:cBhvr>
                                      <p:to>
                                        <p:strVal val="visible"/>
                                      </p:to>
                                    </p:set>
                                    <p:animEffect transition="in" filter="wipe(left)">
                                      <p:cBhvr>
                                        <p:cTn id="92" dur="500"/>
                                        <p:tgtEl>
                                          <p:spTgt spid="44"/>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47"/>
                                        </p:tgtEl>
                                        <p:attrNameLst>
                                          <p:attrName>style.visibility</p:attrName>
                                        </p:attrNameLst>
                                      </p:cBhvr>
                                      <p:to>
                                        <p:strVal val="visible"/>
                                      </p:to>
                                    </p:set>
                                    <p:animEffect transition="in" filter="wipe(left)">
                                      <p:cBhvr>
                                        <p:cTn id="97" dur="500"/>
                                        <p:tgtEl>
                                          <p:spTgt spid="47"/>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50"/>
                                        </p:tgtEl>
                                        <p:attrNameLst>
                                          <p:attrName>style.visibility</p:attrName>
                                        </p:attrNameLst>
                                      </p:cBhvr>
                                      <p:to>
                                        <p:strVal val="visible"/>
                                      </p:to>
                                    </p:set>
                                    <p:animEffect transition="in" filter="wipe(left)">
                                      <p:cBhvr>
                                        <p:cTn id="102" dur="500"/>
                                        <p:tgtEl>
                                          <p:spTgt spid="50"/>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53"/>
                                        </p:tgtEl>
                                        <p:attrNameLst>
                                          <p:attrName>style.visibility</p:attrName>
                                        </p:attrNameLst>
                                      </p:cBhvr>
                                      <p:to>
                                        <p:strVal val="visible"/>
                                      </p:to>
                                    </p:set>
                                    <p:animEffect transition="in" filter="wipe(left)">
                                      <p:cBhvr>
                                        <p:cTn id="107" dur="500"/>
                                        <p:tgtEl>
                                          <p:spTgt spid="53"/>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56"/>
                                        </p:tgtEl>
                                        <p:attrNameLst>
                                          <p:attrName>style.visibility</p:attrName>
                                        </p:attrNameLst>
                                      </p:cBhvr>
                                      <p:to>
                                        <p:strVal val="visible"/>
                                      </p:to>
                                    </p:set>
                                    <p:animEffect transition="in" filter="wipe(left)">
                                      <p:cBhvr>
                                        <p:cTn id="112"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3" grpId="0" animBg="1"/>
      <p:bldP spid="50" grpId="0" animBg="1"/>
      <p:bldP spid="47" grpId="0" animBg="1"/>
      <p:bldP spid="44" grpId="0" animBg="1"/>
      <p:bldP spid="36" grpId="0"/>
      <p:bldP spid="37" grpId="0"/>
      <p:bldP spid="38" grpId="0"/>
      <p:bldP spid="39" grpId="0"/>
      <p:bldP spid="40" grpId="0"/>
      <p:bldP spid="41" grpId="0"/>
      <p:bldP spid="42" grpId="0"/>
      <p:bldP spid="4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xmlns="" id="{B41E3B1B-C5D4-42EC-9A72-C4E188A6DD8E}"/>
              </a:ext>
            </a:extLst>
          </p:cNvPr>
          <p:cNvSpPr txBox="1"/>
          <p:nvPr/>
        </p:nvSpPr>
        <p:spPr>
          <a:xfrm>
            <a:off x="3527802" y="1936666"/>
            <a:ext cx="3493264" cy="707886"/>
          </a:xfrm>
          <a:prstGeom prst="rect">
            <a:avLst/>
          </a:prstGeom>
          <a:noFill/>
        </p:spPr>
        <p:txBody>
          <a:bodyPr wrap="none" rtlCol="0">
            <a:spAutoFit/>
          </a:bodyPr>
          <a:lstStyle/>
          <a:p>
            <a:r>
              <a:rPr lang="zh-CN" altLang="en-US" sz="4000" b="1" spc="300" dirty="0">
                <a:solidFill>
                  <a:schemeClr val="accent1"/>
                </a:solidFill>
                <a:latin typeface="微软雅黑" panose="020B0503020204020204" pitchFamily="34" charset="-122"/>
                <a:ea typeface="微软雅黑" panose="020B0503020204020204" pitchFamily="34" charset="-122"/>
              </a:rPr>
              <a:t>工作完成情况</a:t>
            </a:r>
          </a:p>
        </p:txBody>
      </p:sp>
      <p:grpSp>
        <p:nvGrpSpPr>
          <p:cNvPr id="4" name="组合 3"/>
          <p:cNvGrpSpPr/>
          <p:nvPr/>
        </p:nvGrpSpPr>
        <p:grpSpPr>
          <a:xfrm>
            <a:off x="1404442" y="1852083"/>
            <a:ext cx="3991621" cy="2016605"/>
            <a:chOff x="1548458" y="1735524"/>
            <a:chExt cx="3991621" cy="2016605"/>
          </a:xfrm>
        </p:grpSpPr>
        <p:sp>
          <p:nvSpPr>
            <p:cNvPr id="6" name="矩形 5">
              <a:extLst>
                <a:ext uri="{FF2B5EF4-FFF2-40B4-BE49-F238E27FC236}">
                  <a16:creationId xmlns:a16="http://schemas.microsoft.com/office/drawing/2014/main" xmlns="" id="{A03E2D81-A098-4F79-8D6D-60E3B520850D}"/>
                </a:ext>
              </a:extLst>
            </p:cNvPr>
            <p:cNvSpPr/>
            <p:nvPr/>
          </p:nvSpPr>
          <p:spPr>
            <a:xfrm rot="1400643">
              <a:off x="2134121" y="2428055"/>
              <a:ext cx="3405958" cy="1324074"/>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p:cNvGrpSpPr/>
            <p:nvPr/>
          </p:nvGrpSpPr>
          <p:grpSpPr>
            <a:xfrm>
              <a:off x="1548458" y="1735524"/>
              <a:ext cx="1309988" cy="1309988"/>
              <a:chOff x="1174574" y="1234009"/>
              <a:chExt cx="2239520" cy="2239520"/>
            </a:xfrm>
          </p:grpSpPr>
          <p:sp>
            <p:nvSpPr>
              <p:cNvPr id="7" name="椭圆 6">
                <a:extLst>
                  <a:ext uri="{FF2B5EF4-FFF2-40B4-BE49-F238E27FC236}">
                    <a16:creationId xmlns:a16="http://schemas.microsoft.com/office/drawing/2014/main" xmlns="" id="{C4BE6785-D46F-4798-A828-984E2C57DE19}"/>
                  </a:ext>
                </a:extLst>
              </p:cNvPr>
              <p:cNvSpPr/>
              <p:nvPr/>
            </p:nvSpPr>
            <p:spPr>
              <a:xfrm>
                <a:off x="1174574" y="1234009"/>
                <a:ext cx="2239520" cy="223952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8">
                <a:extLst>
                  <a:ext uri="{FF2B5EF4-FFF2-40B4-BE49-F238E27FC236}">
                    <a16:creationId xmlns:a16="http://schemas.microsoft.com/office/drawing/2014/main" xmlns="" id="{04F69230-F3A6-4586-9371-A858F4763E9F}"/>
                  </a:ext>
                </a:extLst>
              </p:cNvPr>
              <p:cNvSpPr txBox="1"/>
              <p:nvPr/>
            </p:nvSpPr>
            <p:spPr>
              <a:xfrm>
                <a:off x="1723249" y="1906094"/>
                <a:ext cx="1029774" cy="895350"/>
              </a:xfrm>
              <a:prstGeom prst="rect">
                <a:avLst/>
              </a:prstGeom>
              <a:noFill/>
              <a:ln w="117475">
                <a:noFill/>
              </a:ln>
              <a:effectLst/>
            </p:spPr>
            <p:txBody>
              <a:bodyPr wrap="none" rtlCol="0">
                <a:prstTxWarp prst="textPlain">
                  <a:avLst/>
                </a:prstTxWarp>
                <a:spAutoFit/>
              </a:bodyPr>
              <a:lstStyle/>
              <a:p>
                <a:pPr algn="ctr"/>
                <a:r>
                  <a:rPr lang="en-US" altLang="zh-CN" spc="100" dirty="0" smtClean="0">
                    <a:solidFill>
                      <a:schemeClr val="bg1"/>
                    </a:solidFill>
                    <a:effectLst>
                      <a:outerShdw blurRad="38100" dist="38100" dir="2700000" algn="tl">
                        <a:srgbClr val="000000">
                          <a:alpha val="43137"/>
                        </a:srgbClr>
                      </a:outerShdw>
                    </a:effectLst>
                    <a:latin typeface="Impact" panose="020B0806030902050204" pitchFamily="34" charset="0"/>
                    <a:cs typeface="Arial" panose="020B0604020202020204" pitchFamily="34" charset="0"/>
                  </a:rPr>
                  <a:t>02</a:t>
                </a:r>
                <a:endParaRPr lang="zh-CN" altLang="en-US" spc="100" dirty="0">
                  <a:solidFill>
                    <a:schemeClr val="bg1"/>
                  </a:solidFill>
                  <a:effectLst>
                    <a:outerShdw blurRad="38100" dist="38100" dir="2700000" algn="tl">
                      <a:srgbClr val="000000">
                        <a:alpha val="43137"/>
                      </a:srgbClr>
                    </a:outerShdw>
                  </a:effectLst>
                  <a:latin typeface="Impact" panose="020B0806030902050204" pitchFamily="34" charset="0"/>
                  <a:cs typeface="Arial" panose="020B0604020202020204" pitchFamily="34" charset="0"/>
                </a:endParaRPr>
              </a:p>
            </p:txBody>
          </p:sp>
        </p:grpSp>
      </p:grpSp>
      <p:sp>
        <p:nvSpPr>
          <p:cNvPr id="10" name="矩形 259"/>
          <p:cNvSpPr>
            <a:spLocks noChangeArrowheads="1"/>
          </p:cNvSpPr>
          <p:nvPr/>
        </p:nvSpPr>
        <p:spPr bwMode="auto">
          <a:xfrm>
            <a:off x="3673440" y="2644552"/>
            <a:ext cx="3707666" cy="698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50000"/>
              </a:lnSpc>
              <a:buNone/>
            </a:pPr>
            <a:r>
              <a:rPr lang="en-US" altLang="zh-CN" sz="1050" dirty="0">
                <a:solidFill>
                  <a:schemeClr val="tx1">
                    <a:lumMod val="65000"/>
                    <a:lumOff val="35000"/>
                  </a:schemeClr>
                </a:solidFill>
                <a:cs typeface="Arial" panose="020B0604020202020204" pitchFamily="34" charset="0"/>
              </a:rPr>
              <a:t>Please replace text, click add relevant headline, modify the text content, also can copy your content to this directly. Please replace text, </a:t>
            </a:r>
            <a:endParaRPr lang="zh-CN" altLang="en-US" sz="1050" dirty="0">
              <a:solidFill>
                <a:schemeClr val="accent1"/>
              </a:solidFill>
              <a:cs typeface="Arial" panose="020B0604020202020204" pitchFamily="34" charset="0"/>
            </a:endParaRPr>
          </a:p>
        </p:txBody>
      </p:sp>
    </p:spTree>
    <p:extLst>
      <p:ext uri="{BB962C8B-B14F-4D97-AF65-F5344CB8AC3E}">
        <p14:creationId xmlns:p14="http://schemas.microsoft.com/office/powerpoint/2010/main" val="2952210020"/>
      </p:ext>
    </p:extLst>
  </p:cSld>
  <p:clrMapOvr>
    <a:masterClrMapping/>
  </p:clrMapOvr>
  <p:transition spd="slow" advTm="3000">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anim calcmode="lin" valueType="num">
                                      <p:cBhvr>
                                        <p:cTn id="8" dur="750" fill="hold"/>
                                        <p:tgtEl>
                                          <p:spTgt spid="4"/>
                                        </p:tgtEl>
                                        <p:attrNameLst>
                                          <p:attrName>ppt_x</p:attrName>
                                        </p:attrNameLst>
                                      </p:cBhvr>
                                      <p:tavLst>
                                        <p:tav tm="0">
                                          <p:val>
                                            <p:strVal val="#ppt_x"/>
                                          </p:val>
                                        </p:tav>
                                        <p:tav tm="100000">
                                          <p:val>
                                            <p:strVal val="#ppt_x"/>
                                          </p:val>
                                        </p:tav>
                                      </p:tavLst>
                                    </p:anim>
                                    <p:anim calcmode="lin" valueType="num">
                                      <p:cBhvr>
                                        <p:cTn id="9" dur="75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22" presetClass="entr" presetSubtype="8" fill="hold" grpId="0"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childTnLst>
                          </p:cTn>
                        </p:par>
                        <p:par>
                          <p:cTn id="14" fill="hold">
                            <p:stCondLst>
                              <p:cond delay="1250"/>
                            </p:stCondLst>
                            <p:childTnLst>
                              <p:par>
                                <p:cTn id="15" presetID="42" presetClass="entr" presetSubtype="0"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anim calcmode="lin" valueType="num">
                                      <p:cBhvr>
                                        <p:cTn id="18" dur="500" fill="hold"/>
                                        <p:tgtEl>
                                          <p:spTgt spid="10"/>
                                        </p:tgtEl>
                                        <p:attrNameLst>
                                          <p:attrName>ppt_x</p:attrName>
                                        </p:attrNameLst>
                                      </p:cBhvr>
                                      <p:tavLst>
                                        <p:tav tm="0">
                                          <p:val>
                                            <p:strVal val="#ppt_x"/>
                                          </p:val>
                                        </p:tav>
                                        <p:tav tm="100000">
                                          <p:val>
                                            <p:strVal val="#ppt_x"/>
                                          </p:val>
                                        </p:tav>
                                      </p:tavLst>
                                    </p:anim>
                                    <p:anim calcmode="lin" valueType="num">
                                      <p:cBhvr>
                                        <p:cTn id="19" dur="5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矩形 53">
            <a:extLst>
              <a:ext uri="{FF2B5EF4-FFF2-40B4-BE49-F238E27FC236}">
                <a16:creationId xmlns:a16="http://schemas.microsoft.com/office/drawing/2014/main" xmlns="" id="{564525EF-0A8A-4C9F-AA73-4E0FD27B40E0}"/>
              </a:ext>
            </a:extLst>
          </p:cNvPr>
          <p:cNvSpPr/>
          <p:nvPr/>
        </p:nvSpPr>
        <p:spPr>
          <a:xfrm rot="1057730">
            <a:off x="4306300" y="4189881"/>
            <a:ext cx="4492339" cy="839659"/>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矩形 52">
            <a:extLst>
              <a:ext uri="{FF2B5EF4-FFF2-40B4-BE49-F238E27FC236}">
                <a16:creationId xmlns:a16="http://schemas.microsoft.com/office/drawing/2014/main" xmlns="" id="{3832CCD1-6CB9-419A-8834-AFDC9D6AB3F2}"/>
              </a:ext>
            </a:extLst>
          </p:cNvPr>
          <p:cNvSpPr/>
          <p:nvPr/>
        </p:nvSpPr>
        <p:spPr>
          <a:xfrm rot="1057730">
            <a:off x="4518737" y="3165741"/>
            <a:ext cx="4492339" cy="839659"/>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2" name="矩形 51">
            <a:extLst>
              <a:ext uri="{FF2B5EF4-FFF2-40B4-BE49-F238E27FC236}">
                <a16:creationId xmlns:a16="http://schemas.microsoft.com/office/drawing/2014/main" xmlns="" id="{0A68D015-842F-4189-8A47-8E9C01A07885}"/>
              </a:ext>
            </a:extLst>
          </p:cNvPr>
          <p:cNvSpPr/>
          <p:nvPr/>
        </p:nvSpPr>
        <p:spPr>
          <a:xfrm rot="1057730">
            <a:off x="4553175" y="2184354"/>
            <a:ext cx="4492339" cy="839659"/>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Rectangle 4"/>
          <p:cNvSpPr/>
          <p:nvPr/>
        </p:nvSpPr>
        <p:spPr>
          <a:xfrm>
            <a:off x="1314504" y="1487114"/>
            <a:ext cx="3529491" cy="84483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5034" tIns="32517" rIns="65034" bIns="32517" rtlCol="0" anchor="ctr"/>
          <a:lstStyle/>
          <a:p>
            <a:pPr algn="ctr">
              <a:lnSpc>
                <a:spcPct val="120000"/>
              </a:lnSpc>
            </a:pPr>
            <a:endParaRPr lang="en-US" sz="1500" dirty="0">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10" name="Straight Connector 9"/>
          <p:cNvCxnSpPr/>
          <p:nvPr/>
        </p:nvCxnSpPr>
        <p:spPr>
          <a:xfrm>
            <a:off x="2326825" y="1576059"/>
            <a:ext cx="0" cy="66697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 name="Group 29"/>
          <p:cNvGrpSpPr/>
          <p:nvPr/>
        </p:nvGrpSpPr>
        <p:grpSpPr>
          <a:xfrm>
            <a:off x="2491478" y="1651508"/>
            <a:ext cx="1944230" cy="530710"/>
            <a:chOff x="798970" y="1704791"/>
            <a:chExt cx="1112115" cy="687571"/>
          </a:xfrm>
        </p:grpSpPr>
        <p:sp>
          <p:nvSpPr>
            <p:cNvPr id="12" name="Text Placeholder 3"/>
            <p:cNvSpPr txBox="1">
              <a:spLocks/>
            </p:cNvSpPr>
            <p:nvPr/>
          </p:nvSpPr>
          <p:spPr>
            <a:xfrm>
              <a:off x="798970" y="1704791"/>
              <a:ext cx="718998" cy="335004"/>
            </a:xfrm>
            <a:prstGeom prst="rect">
              <a:avLst/>
            </a:prstGeom>
          </p:spPr>
          <p:txBody>
            <a:bodyPr wrap="none" lIns="0" tIns="0" rIns="0" bIns="0" anchor="t"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705702">
                <a:lnSpc>
                  <a:spcPct val="120000"/>
                </a:lnSpc>
                <a:spcBef>
                  <a:spcPct val="20000"/>
                </a:spcBef>
                <a:defRPr/>
              </a:pPr>
              <a:r>
                <a:rPr lang="zh-CN" altLang="en-US"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US"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 name="Text Placeholder 3"/>
            <p:cNvSpPr txBox="1">
              <a:spLocks/>
            </p:cNvSpPr>
            <p:nvPr/>
          </p:nvSpPr>
          <p:spPr>
            <a:xfrm>
              <a:off x="798971" y="1961642"/>
              <a:ext cx="1112114" cy="430720"/>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just">
                <a:lnSpc>
                  <a:spcPct val="120000"/>
                </a:lnSpc>
              </a:pPr>
              <a:r>
                <a:rPr lang="en-US" altLang="zh-CN" sz="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US" sz="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14" name="Text Placeholder 3"/>
          <p:cNvSpPr txBox="1">
            <a:spLocks/>
          </p:cNvSpPr>
          <p:nvPr/>
        </p:nvSpPr>
        <p:spPr>
          <a:xfrm>
            <a:off x="1801481" y="1765328"/>
            <a:ext cx="437695" cy="313987"/>
          </a:xfrm>
          <a:prstGeom prst="rect">
            <a:avLst/>
          </a:prstGeom>
        </p:spPr>
        <p:txBody>
          <a:bodyPr wrap="none" lIns="0" tIns="0" rIns="0" bIns="0" anchor="ctr">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705702">
              <a:lnSpc>
                <a:spcPct val="120000"/>
              </a:lnSpc>
              <a:spcBef>
                <a:spcPct val="20000"/>
              </a:spcBef>
              <a:defRPr/>
            </a:pPr>
            <a:r>
              <a:rPr lang="en-US" sz="1700" b="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20%</a:t>
            </a:r>
          </a:p>
        </p:txBody>
      </p:sp>
      <p:grpSp>
        <p:nvGrpSpPr>
          <p:cNvPr id="3" name="Group 68"/>
          <p:cNvGrpSpPr/>
          <p:nvPr/>
        </p:nvGrpSpPr>
        <p:grpSpPr>
          <a:xfrm>
            <a:off x="914355" y="1576056"/>
            <a:ext cx="709841" cy="666971"/>
            <a:chOff x="654724" y="1199456"/>
            <a:chExt cx="919697" cy="864105"/>
          </a:xfrm>
        </p:grpSpPr>
        <p:sp>
          <p:nvSpPr>
            <p:cNvPr id="6" name="Pentagon 5"/>
            <p:cNvSpPr/>
            <p:nvPr/>
          </p:nvSpPr>
          <p:spPr>
            <a:xfrm>
              <a:off x="654724" y="1199456"/>
              <a:ext cx="919697" cy="864105"/>
            </a:xfrm>
            <a:prstGeom prst="homePlate">
              <a:avLst>
                <a:gd name="adj" fmla="val 35732"/>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500" dirty="0">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4" name="Group 21"/>
            <p:cNvGrpSpPr/>
            <p:nvPr/>
          </p:nvGrpSpPr>
          <p:grpSpPr>
            <a:xfrm>
              <a:off x="733843" y="1408483"/>
              <a:ext cx="652660" cy="331148"/>
              <a:chOff x="2263775" y="3041151"/>
              <a:chExt cx="855152" cy="433889"/>
            </a:xfrm>
            <a:solidFill>
              <a:schemeClr val="accent1"/>
            </a:solidFill>
          </p:grpSpPr>
          <p:sp>
            <p:nvSpPr>
              <p:cNvPr id="2053" name="Freeform 5"/>
              <p:cNvSpPr>
                <a:spLocks noEditPoints="1"/>
              </p:cNvSpPr>
              <p:nvPr/>
            </p:nvSpPr>
            <p:spPr bwMode="auto">
              <a:xfrm>
                <a:off x="2342977" y="3041151"/>
                <a:ext cx="153813" cy="152665"/>
              </a:xfrm>
              <a:custGeom>
                <a:avLst/>
                <a:gdLst/>
                <a:ahLst/>
                <a:cxnLst>
                  <a:cxn ang="0">
                    <a:pos x="56" y="28"/>
                  </a:cxn>
                  <a:cxn ang="0">
                    <a:pos x="28" y="55"/>
                  </a:cxn>
                  <a:cxn ang="0">
                    <a:pos x="0" y="28"/>
                  </a:cxn>
                  <a:cxn ang="0">
                    <a:pos x="28" y="0"/>
                  </a:cxn>
                  <a:cxn ang="0">
                    <a:pos x="56" y="28"/>
                  </a:cxn>
                  <a:cxn ang="0">
                    <a:pos x="56" y="28"/>
                  </a:cxn>
                  <a:cxn ang="0">
                    <a:pos x="56" y="28"/>
                  </a:cxn>
                </a:cxnLst>
                <a:rect l="0" t="0" r="r" b="b"/>
                <a:pathLst>
                  <a:path w="56" h="55">
                    <a:moveTo>
                      <a:pt x="56" y="28"/>
                    </a:moveTo>
                    <a:cubicBezTo>
                      <a:pt x="56" y="43"/>
                      <a:pt x="43" y="55"/>
                      <a:pt x="28" y="55"/>
                    </a:cubicBezTo>
                    <a:cubicBezTo>
                      <a:pt x="13" y="55"/>
                      <a:pt x="0" y="43"/>
                      <a:pt x="0" y="28"/>
                    </a:cubicBezTo>
                    <a:cubicBezTo>
                      <a:pt x="0" y="12"/>
                      <a:pt x="13" y="0"/>
                      <a:pt x="28" y="0"/>
                    </a:cubicBezTo>
                    <a:cubicBezTo>
                      <a:pt x="43" y="0"/>
                      <a:pt x="56" y="12"/>
                      <a:pt x="56" y="28"/>
                    </a:cubicBezTo>
                    <a:close/>
                    <a:moveTo>
                      <a:pt x="56" y="28"/>
                    </a:moveTo>
                    <a:cubicBezTo>
                      <a:pt x="56" y="28"/>
                      <a:pt x="56" y="28"/>
                      <a:pt x="56" y="28"/>
                    </a:cubicBezTo>
                  </a:path>
                </a:pathLst>
              </a:custGeom>
              <a:solidFill>
                <a:schemeClr val="bg1"/>
              </a:solidFill>
              <a:ln w="9525">
                <a:noFill/>
                <a:round/>
                <a:headEnd/>
                <a:tailEnd/>
              </a:ln>
            </p:spPr>
            <p:txBody>
              <a:bodyPr vert="horz" wrap="square" lIns="99246" tIns="49624" rIns="99246" bIns="49624" numCol="1" anchor="t" anchorCtr="0" compatLnSpc="1">
                <a:prstTxWarp prst="textNoShape">
                  <a:avLst/>
                </a:prstTxWarp>
              </a:bodyPr>
              <a:lstStyle/>
              <a:p>
                <a:pPr>
                  <a:lnSpc>
                    <a:spcPct val="120000"/>
                  </a:lnSpc>
                </a:pPr>
                <a:endParaRPr lang="en-US" sz="15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54" name="Freeform 6"/>
              <p:cNvSpPr>
                <a:spLocks noEditPoints="1"/>
              </p:cNvSpPr>
              <p:nvPr/>
            </p:nvSpPr>
            <p:spPr bwMode="auto">
              <a:xfrm>
                <a:off x="2263775" y="3149049"/>
                <a:ext cx="312217" cy="166439"/>
              </a:xfrm>
              <a:custGeom>
                <a:avLst/>
                <a:gdLst/>
                <a:ahLst/>
                <a:cxnLst>
                  <a:cxn ang="0">
                    <a:pos x="51" y="52"/>
                  </a:cxn>
                  <a:cxn ang="0">
                    <a:pos x="51" y="52"/>
                  </a:cxn>
                  <a:cxn ang="0">
                    <a:pos x="42" y="40"/>
                  </a:cxn>
                  <a:cxn ang="0">
                    <a:pos x="24" y="35"/>
                  </a:cxn>
                  <a:cxn ang="0">
                    <a:pos x="27" y="29"/>
                  </a:cxn>
                  <a:cxn ang="0">
                    <a:pos x="29" y="27"/>
                  </a:cxn>
                  <a:cxn ang="0">
                    <a:pos x="29" y="34"/>
                  </a:cxn>
                  <a:cxn ang="0">
                    <a:pos x="43" y="38"/>
                  </a:cxn>
                  <a:cxn ang="0">
                    <a:pos x="51" y="43"/>
                  </a:cxn>
                  <a:cxn ang="0">
                    <a:pos x="54" y="52"/>
                  </a:cxn>
                  <a:cxn ang="0">
                    <a:pos x="57" y="51"/>
                  </a:cxn>
                  <a:cxn ang="0">
                    <a:pos x="57" y="51"/>
                  </a:cxn>
                  <a:cxn ang="0">
                    <a:pos x="62" y="52"/>
                  </a:cxn>
                  <a:cxn ang="0">
                    <a:pos x="64" y="43"/>
                  </a:cxn>
                  <a:cxn ang="0">
                    <a:pos x="72" y="38"/>
                  </a:cxn>
                  <a:cxn ang="0">
                    <a:pos x="85" y="35"/>
                  </a:cxn>
                  <a:cxn ang="0">
                    <a:pos x="85" y="26"/>
                  </a:cxn>
                  <a:cxn ang="0">
                    <a:pos x="91" y="34"/>
                  </a:cxn>
                  <a:cxn ang="0">
                    <a:pos x="74" y="40"/>
                  </a:cxn>
                  <a:cxn ang="0">
                    <a:pos x="65" y="52"/>
                  </a:cxn>
                  <a:cxn ang="0">
                    <a:pos x="65" y="53"/>
                  </a:cxn>
                  <a:cxn ang="0">
                    <a:pos x="79" y="60"/>
                  </a:cxn>
                  <a:cxn ang="0">
                    <a:pos x="114" y="37"/>
                  </a:cxn>
                  <a:cxn ang="0">
                    <a:pos x="114" y="33"/>
                  </a:cxn>
                  <a:cxn ang="0">
                    <a:pos x="103" y="13"/>
                  </a:cxn>
                  <a:cxn ang="0">
                    <a:pos x="103" y="13"/>
                  </a:cxn>
                  <a:cxn ang="0">
                    <a:pos x="102" y="12"/>
                  </a:cxn>
                  <a:cxn ang="0">
                    <a:pos x="100" y="10"/>
                  </a:cxn>
                  <a:cxn ang="0">
                    <a:pos x="99" y="10"/>
                  </a:cxn>
                  <a:cxn ang="0">
                    <a:pos x="98" y="8"/>
                  </a:cxn>
                  <a:cxn ang="0">
                    <a:pos x="86" y="0"/>
                  </a:cxn>
                  <a:cxn ang="0">
                    <a:pos x="57" y="20"/>
                  </a:cxn>
                  <a:cxn ang="0">
                    <a:pos x="28" y="0"/>
                  </a:cxn>
                  <a:cxn ang="0">
                    <a:pos x="0" y="34"/>
                  </a:cxn>
                  <a:cxn ang="0">
                    <a:pos x="0" y="37"/>
                  </a:cxn>
                  <a:cxn ang="0">
                    <a:pos x="34" y="60"/>
                  </a:cxn>
                  <a:cxn ang="0">
                    <a:pos x="51" y="52"/>
                  </a:cxn>
                  <a:cxn ang="0">
                    <a:pos x="51" y="52"/>
                  </a:cxn>
                  <a:cxn ang="0">
                    <a:pos x="51" y="52"/>
                  </a:cxn>
                </a:cxnLst>
                <a:rect l="0" t="0" r="r" b="b"/>
                <a:pathLst>
                  <a:path w="114" h="60">
                    <a:moveTo>
                      <a:pt x="51" y="52"/>
                    </a:moveTo>
                    <a:cubicBezTo>
                      <a:pt x="51" y="52"/>
                      <a:pt x="51" y="52"/>
                      <a:pt x="51" y="52"/>
                    </a:cubicBezTo>
                    <a:cubicBezTo>
                      <a:pt x="52" y="46"/>
                      <a:pt x="48" y="41"/>
                      <a:pt x="42" y="40"/>
                    </a:cubicBezTo>
                    <a:cubicBezTo>
                      <a:pt x="32" y="38"/>
                      <a:pt x="27" y="36"/>
                      <a:pt x="24" y="35"/>
                    </a:cubicBezTo>
                    <a:cubicBezTo>
                      <a:pt x="25" y="33"/>
                      <a:pt x="26" y="31"/>
                      <a:pt x="27" y="29"/>
                    </a:cubicBezTo>
                    <a:cubicBezTo>
                      <a:pt x="28" y="28"/>
                      <a:pt x="28" y="28"/>
                      <a:pt x="29" y="27"/>
                    </a:cubicBezTo>
                    <a:cubicBezTo>
                      <a:pt x="29" y="34"/>
                      <a:pt x="29" y="34"/>
                      <a:pt x="29" y="34"/>
                    </a:cubicBezTo>
                    <a:cubicBezTo>
                      <a:pt x="32" y="35"/>
                      <a:pt x="37" y="37"/>
                      <a:pt x="43" y="38"/>
                    </a:cubicBezTo>
                    <a:cubicBezTo>
                      <a:pt x="47" y="39"/>
                      <a:pt x="50" y="40"/>
                      <a:pt x="51" y="43"/>
                    </a:cubicBezTo>
                    <a:cubicBezTo>
                      <a:pt x="53" y="46"/>
                      <a:pt x="54" y="49"/>
                      <a:pt x="54" y="52"/>
                    </a:cubicBezTo>
                    <a:cubicBezTo>
                      <a:pt x="55" y="52"/>
                      <a:pt x="56" y="51"/>
                      <a:pt x="57" y="51"/>
                    </a:cubicBezTo>
                    <a:cubicBezTo>
                      <a:pt x="57" y="51"/>
                      <a:pt x="57" y="51"/>
                      <a:pt x="57" y="51"/>
                    </a:cubicBezTo>
                    <a:cubicBezTo>
                      <a:pt x="58" y="51"/>
                      <a:pt x="60" y="52"/>
                      <a:pt x="62" y="52"/>
                    </a:cubicBezTo>
                    <a:cubicBezTo>
                      <a:pt x="61" y="49"/>
                      <a:pt x="62" y="46"/>
                      <a:pt x="64" y="43"/>
                    </a:cubicBezTo>
                    <a:cubicBezTo>
                      <a:pt x="66" y="40"/>
                      <a:pt x="69" y="39"/>
                      <a:pt x="72" y="38"/>
                    </a:cubicBezTo>
                    <a:cubicBezTo>
                      <a:pt x="78" y="37"/>
                      <a:pt x="82" y="36"/>
                      <a:pt x="85" y="35"/>
                    </a:cubicBezTo>
                    <a:cubicBezTo>
                      <a:pt x="85" y="26"/>
                      <a:pt x="85" y="26"/>
                      <a:pt x="85" y="26"/>
                    </a:cubicBezTo>
                    <a:cubicBezTo>
                      <a:pt x="88" y="29"/>
                      <a:pt x="89" y="31"/>
                      <a:pt x="91" y="34"/>
                    </a:cubicBezTo>
                    <a:cubicBezTo>
                      <a:pt x="91" y="35"/>
                      <a:pt x="85" y="38"/>
                      <a:pt x="74" y="40"/>
                    </a:cubicBezTo>
                    <a:cubicBezTo>
                      <a:pt x="68" y="41"/>
                      <a:pt x="64" y="46"/>
                      <a:pt x="65" y="52"/>
                    </a:cubicBezTo>
                    <a:cubicBezTo>
                      <a:pt x="65" y="52"/>
                      <a:pt x="65" y="53"/>
                      <a:pt x="65" y="53"/>
                    </a:cubicBezTo>
                    <a:cubicBezTo>
                      <a:pt x="71" y="54"/>
                      <a:pt x="75" y="56"/>
                      <a:pt x="79" y="60"/>
                    </a:cubicBezTo>
                    <a:cubicBezTo>
                      <a:pt x="107" y="54"/>
                      <a:pt x="114" y="44"/>
                      <a:pt x="114" y="37"/>
                    </a:cubicBezTo>
                    <a:cubicBezTo>
                      <a:pt x="114" y="36"/>
                      <a:pt x="114" y="34"/>
                      <a:pt x="114" y="33"/>
                    </a:cubicBezTo>
                    <a:cubicBezTo>
                      <a:pt x="111" y="25"/>
                      <a:pt x="108" y="19"/>
                      <a:pt x="103" y="13"/>
                    </a:cubicBezTo>
                    <a:cubicBezTo>
                      <a:pt x="103" y="13"/>
                      <a:pt x="103" y="13"/>
                      <a:pt x="103" y="13"/>
                    </a:cubicBezTo>
                    <a:cubicBezTo>
                      <a:pt x="102" y="13"/>
                      <a:pt x="102" y="13"/>
                      <a:pt x="102" y="12"/>
                    </a:cubicBezTo>
                    <a:cubicBezTo>
                      <a:pt x="101" y="12"/>
                      <a:pt x="101" y="11"/>
                      <a:pt x="100" y="10"/>
                    </a:cubicBezTo>
                    <a:cubicBezTo>
                      <a:pt x="100" y="10"/>
                      <a:pt x="100" y="10"/>
                      <a:pt x="99" y="10"/>
                    </a:cubicBezTo>
                    <a:cubicBezTo>
                      <a:pt x="99" y="9"/>
                      <a:pt x="98" y="9"/>
                      <a:pt x="98" y="8"/>
                    </a:cubicBezTo>
                    <a:cubicBezTo>
                      <a:pt x="94" y="5"/>
                      <a:pt x="90" y="2"/>
                      <a:pt x="86" y="0"/>
                    </a:cubicBezTo>
                    <a:cubicBezTo>
                      <a:pt x="82" y="11"/>
                      <a:pt x="70" y="20"/>
                      <a:pt x="57" y="20"/>
                    </a:cubicBezTo>
                    <a:cubicBezTo>
                      <a:pt x="44" y="20"/>
                      <a:pt x="32" y="12"/>
                      <a:pt x="28" y="0"/>
                    </a:cubicBezTo>
                    <a:cubicBezTo>
                      <a:pt x="16" y="7"/>
                      <a:pt x="5" y="17"/>
                      <a:pt x="0" y="34"/>
                    </a:cubicBezTo>
                    <a:cubicBezTo>
                      <a:pt x="0" y="35"/>
                      <a:pt x="0" y="36"/>
                      <a:pt x="0" y="37"/>
                    </a:cubicBezTo>
                    <a:cubicBezTo>
                      <a:pt x="0" y="44"/>
                      <a:pt x="6" y="54"/>
                      <a:pt x="34" y="60"/>
                    </a:cubicBezTo>
                    <a:cubicBezTo>
                      <a:pt x="39" y="56"/>
                      <a:pt x="44" y="53"/>
                      <a:pt x="51" y="52"/>
                    </a:cubicBezTo>
                    <a:close/>
                    <a:moveTo>
                      <a:pt x="51" y="52"/>
                    </a:moveTo>
                    <a:cubicBezTo>
                      <a:pt x="51" y="52"/>
                      <a:pt x="51" y="52"/>
                      <a:pt x="51" y="52"/>
                    </a:cubicBezTo>
                  </a:path>
                </a:pathLst>
              </a:custGeom>
              <a:solidFill>
                <a:schemeClr val="bg1"/>
              </a:solidFill>
              <a:ln w="9525">
                <a:noFill/>
                <a:round/>
                <a:headEnd/>
                <a:tailEnd/>
              </a:ln>
            </p:spPr>
            <p:txBody>
              <a:bodyPr vert="horz" wrap="square" lIns="99246" tIns="49624" rIns="99246" bIns="49624" numCol="1" anchor="t" anchorCtr="0" compatLnSpc="1">
                <a:prstTxWarp prst="textNoShape">
                  <a:avLst/>
                </a:prstTxWarp>
              </a:bodyPr>
              <a:lstStyle/>
              <a:p>
                <a:pPr>
                  <a:lnSpc>
                    <a:spcPct val="120000"/>
                  </a:lnSpc>
                </a:pPr>
                <a:endParaRPr lang="en-US" sz="15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55" name="Freeform 7"/>
              <p:cNvSpPr>
                <a:spLocks noEditPoints="1"/>
              </p:cNvSpPr>
              <p:nvPr/>
            </p:nvSpPr>
            <p:spPr bwMode="auto">
              <a:xfrm>
                <a:off x="2339533" y="3301714"/>
                <a:ext cx="157256" cy="157256"/>
              </a:xfrm>
              <a:custGeom>
                <a:avLst/>
                <a:gdLst/>
                <a:ahLst/>
                <a:cxnLst>
                  <a:cxn ang="0">
                    <a:pos x="57" y="28"/>
                  </a:cxn>
                  <a:cxn ang="0">
                    <a:pos x="29" y="0"/>
                  </a:cxn>
                  <a:cxn ang="0">
                    <a:pos x="0" y="28"/>
                  </a:cxn>
                  <a:cxn ang="0">
                    <a:pos x="28" y="56"/>
                  </a:cxn>
                  <a:cxn ang="0">
                    <a:pos x="57" y="28"/>
                  </a:cxn>
                  <a:cxn ang="0">
                    <a:pos x="57" y="28"/>
                  </a:cxn>
                  <a:cxn ang="0">
                    <a:pos x="57" y="28"/>
                  </a:cxn>
                </a:cxnLst>
                <a:rect l="0" t="0" r="r" b="b"/>
                <a:pathLst>
                  <a:path w="57" h="57">
                    <a:moveTo>
                      <a:pt x="57" y="28"/>
                    </a:moveTo>
                    <a:cubicBezTo>
                      <a:pt x="57" y="13"/>
                      <a:pt x="44" y="0"/>
                      <a:pt x="29" y="0"/>
                    </a:cubicBezTo>
                    <a:cubicBezTo>
                      <a:pt x="13" y="0"/>
                      <a:pt x="0" y="12"/>
                      <a:pt x="0" y="28"/>
                    </a:cubicBezTo>
                    <a:cubicBezTo>
                      <a:pt x="0" y="44"/>
                      <a:pt x="12" y="56"/>
                      <a:pt x="28" y="56"/>
                    </a:cubicBezTo>
                    <a:cubicBezTo>
                      <a:pt x="44" y="57"/>
                      <a:pt x="57" y="44"/>
                      <a:pt x="57" y="28"/>
                    </a:cubicBezTo>
                    <a:close/>
                    <a:moveTo>
                      <a:pt x="57" y="28"/>
                    </a:moveTo>
                    <a:cubicBezTo>
                      <a:pt x="57" y="28"/>
                      <a:pt x="57" y="28"/>
                      <a:pt x="57" y="28"/>
                    </a:cubicBezTo>
                  </a:path>
                </a:pathLst>
              </a:custGeom>
              <a:solidFill>
                <a:schemeClr val="bg1"/>
              </a:solidFill>
              <a:ln w="9525">
                <a:noFill/>
                <a:round/>
                <a:headEnd/>
                <a:tailEnd/>
              </a:ln>
            </p:spPr>
            <p:txBody>
              <a:bodyPr vert="horz" wrap="square" lIns="99246" tIns="49624" rIns="99246" bIns="49624" numCol="1" anchor="t" anchorCtr="0" compatLnSpc="1">
                <a:prstTxWarp prst="textNoShape">
                  <a:avLst/>
                </a:prstTxWarp>
              </a:bodyPr>
              <a:lstStyle/>
              <a:p>
                <a:pPr>
                  <a:lnSpc>
                    <a:spcPct val="120000"/>
                  </a:lnSpc>
                </a:pPr>
                <a:endParaRPr lang="en-US" sz="15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56" name="Freeform 8"/>
              <p:cNvSpPr>
                <a:spLocks noEditPoints="1"/>
              </p:cNvSpPr>
              <p:nvPr/>
            </p:nvSpPr>
            <p:spPr bwMode="auto">
              <a:xfrm>
                <a:off x="2501381" y="3323523"/>
                <a:ext cx="617546" cy="151517"/>
              </a:xfrm>
              <a:custGeom>
                <a:avLst/>
                <a:gdLst/>
                <a:ahLst/>
                <a:cxnLst>
                  <a:cxn ang="0">
                    <a:pos x="209" y="13"/>
                  </a:cxn>
                  <a:cxn ang="0">
                    <a:pos x="121" y="13"/>
                  </a:cxn>
                  <a:cxn ang="0">
                    <a:pos x="124" y="18"/>
                  </a:cxn>
                  <a:cxn ang="0">
                    <a:pos x="112" y="36"/>
                  </a:cxn>
                  <a:cxn ang="0">
                    <a:pos x="53" y="41"/>
                  </a:cxn>
                  <a:cxn ang="0">
                    <a:pos x="28" y="40"/>
                  </a:cxn>
                  <a:cxn ang="0">
                    <a:pos x="28" y="39"/>
                  </a:cxn>
                  <a:cxn ang="0">
                    <a:pos x="28" y="37"/>
                  </a:cxn>
                  <a:cxn ang="0">
                    <a:pos x="53" y="38"/>
                  </a:cxn>
                  <a:cxn ang="0">
                    <a:pos x="112" y="33"/>
                  </a:cxn>
                  <a:cxn ang="0">
                    <a:pos x="121" y="19"/>
                  </a:cxn>
                  <a:cxn ang="0">
                    <a:pos x="108" y="10"/>
                  </a:cxn>
                  <a:cxn ang="0">
                    <a:pos x="34" y="14"/>
                  </a:cxn>
                  <a:cxn ang="0">
                    <a:pos x="34" y="11"/>
                  </a:cxn>
                  <a:cxn ang="0">
                    <a:pos x="52" y="12"/>
                  </a:cxn>
                  <a:cxn ang="0">
                    <a:pos x="106" y="7"/>
                  </a:cxn>
                  <a:cxn ang="0">
                    <a:pos x="91" y="0"/>
                  </a:cxn>
                  <a:cxn ang="0">
                    <a:pos x="24" y="0"/>
                  </a:cxn>
                  <a:cxn ang="0">
                    <a:pos x="1" y="20"/>
                  </a:cxn>
                  <a:cxn ang="0">
                    <a:pos x="0" y="27"/>
                  </a:cxn>
                  <a:cxn ang="0">
                    <a:pos x="1" y="34"/>
                  </a:cxn>
                  <a:cxn ang="0">
                    <a:pos x="1" y="34"/>
                  </a:cxn>
                  <a:cxn ang="0">
                    <a:pos x="24" y="55"/>
                  </a:cxn>
                  <a:cxn ang="0">
                    <a:pos x="90" y="55"/>
                  </a:cxn>
                  <a:cxn ang="0">
                    <a:pos x="109" y="44"/>
                  </a:cxn>
                  <a:cxn ang="0">
                    <a:pos x="209" y="45"/>
                  </a:cxn>
                  <a:cxn ang="0">
                    <a:pos x="209" y="45"/>
                  </a:cxn>
                  <a:cxn ang="0">
                    <a:pos x="225" y="29"/>
                  </a:cxn>
                  <a:cxn ang="0">
                    <a:pos x="209" y="13"/>
                  </a:cxn>
                  <a:cxn ang="0">
                    <a:pos x="209" y="13"/>
                  </a:cxn>
                  <a:cxn ang="0">
                    <a:pos x="209" y="13"/>
                  </a:cxn>
                </a:cxnLst>
                <a:rect l="0" t="0" r="r" b="b"/>
                <a:pathLst>
                  <a:path w="225" h="55">
                    <a:moveTo>
                      <a:pt x="209" y="13"/>
                    </a:moveTo>
                    <a:cubicBezTo>
                      <a:pt x="121" y="13"/>
                      <a:pt x="121" y="13"/>
                      <a:pt x="121" y="13"/>
                    </a:cubicBezTo>
                    <a:cubicBezTo>
                      <a:pt x="123" y="14"/>
                      <a:pt x="123" y="16"/>
                      <a:pt x="124" y="18"/>
                    </a:cubicBezTo>
                    <a:cubicBezTo>
                      <a:pt x="125" y="26"/>
                      <a:pt x="120" y="34"/>
                      <a:pt x="112" y="36"/>
                    </a:cubicBezTo>
                    <a:cubicBezTo>
                      <a:pt x="111" y="36"/>
                      <a:pt x="81" y="41"/>
                      <a:pt x="53" y="41"/>
                    </a:cubicBezTo>
                    <a:cubicBezTo>
                      <a:pt x="43" y="41"/>
                      <a:pt x="35" y="41"/>
                      <a:pt x="28" y="40"/>
                    </a:cubicBezTo>
                    <a:cubicBezTo>
                      <a:pt x="28" y="39"/>
                      <a:pt x="28" y="39"/>
                      <a:pt x="28" y="39"/>
                    </a:cubicBezTo>
                    <a:cubicBezTo>
                      <a:pt x="28" y="38"/>
                      <a:pt x="28" y="37"/>
                      <a:pt x="28" y="37"/>
                    </a:cubicBezTo>
                    <a:cubicBezTo>
                      <a:pt x="36" y="38"/>
                      <a:pt x="44" y="38"/>
                      <a:pt x="53" y="38"/>
                    </a:cubicBezTo>
                    <a:cubicBezTo>
                      <a:pt x="81" y="38"/>
                      <a:pt x="110" y="33"/>
                      <a:pt x="112" y="33"/>
                    </a:cubicBezTo>
                    <a:cubicBezTo>
                      <a:pt x="118" y="31"/>
                      <a:pt x="122" y="25"/>
                      <a:pt x="121" y="19"/>
                    </a:cubicBezTo>
                    <a:cubicBezTo>
                      <a:pt x="120" y="13"/>
                      <a:pt x="114" y="8"/>
                      <a:pt x="108" y="10"/>
                    </a:cubicBezTo>
                    <a:cubicBezTo>
                      <a:pt x="107" y="10"/>
                      <a:pt x="63" y="18"/>
                      <a:pt x="34" y="14"/>
                    </a:cubicBezTo>
                    <a:cubicBezTo>
                      <a:pt x="34" y="13"/>
                      <a:pt x="34" y="12"/>
                      <a:pt x="34" y="11"/>
                    </a:cubicBezTo>
                    <a:cubicBezTo>
                      <a:pt x="40" y="11"/>
                      <a:pt x="46" y="12"/>
                      <a:pt x="52" y="12"/>
                    </a:cubicBezTo>
                    <a:cubicBezTo>
                      <a:pt x="76" y="12"/>
                      <a:pt x="100" y="8"/>
                      <a:pt x="106" y="7"/>
                    </a:cubicBezTo>
                    <a:cubicBezTo>
                      <a:pt x="102" y="3"/>
                      <a:pt x="97" y="0"/>
                      <a:pt x="91" y="0"/>
                    </a:cubicBezTo>
                    <a:cubicBezTo>
                      <a:pt x="24" y="0"/>
                      <a:pt x="24" y="0"/>
                      <a:pt x="24" y="0"/>
                    </a:cubicBezTo>
                    <a:cubicBezTo>
                      <a:pt x="12" y="0"/>
                      <a:pt x="4" y="10"/>
                      <a:pt x="1" y="20"/>
                    </a:cubicBezTo>
                    <a:cubicBezTo>
                      <a:pt x="1" y="20"/>
                      <a:pt x="0" y="24"/>
                      <a:pt x="0" y="27"/>
                    </a:cubicBezTo>
                    <a:cubicBezTo>
                      <a:pt x="0" y="30"/>
                      <a:pt x="1" y="34"/>
                      <a:pt x="1" y="34"/>
                    </a:cubicBezTo>
                    <a:cubicBezTo>
                      <a:pt x="1" y="34"/>
                      <a:pt x="1" y="34"/>
                      <a:pt x="1" y="34"/>
                    </a:cubicBezTo>
                    <a:cubicBezTo>
                      <a:pt x="3" y="44"/>
                      <a:pt x="12" y="55"/>
                      <a:pt x="24" y="55"/>
                    </a:cubicBezTo>
                    <a:cubicBezTo>
                      <a:pt x="90" y="55"/>
                      <a:pt x="90" y="55"/>
                      <a:pt x="90" y="55"/>
                    </a:cubicBezTo>
                    <a:cubicBezTo>
                      <a:pt x="98" y="55"/>
                      <a:pt x="105" y="51"/>
                      <a:pt x="109" y="44"/>
                    </a:cubicBezTo>
                    <a:cubicBezTo>
                      <a:pt x="209" y="45"/>
                      <a:pt x="209" y="45"/>
                      <a:pt x="209" y="45"/>
                    </a:cubicBezTo>
                    <a:cubicBezTo>
                      <a:pt x="209" y="45"/>
                      <a:pt x="209" y="45"/>
                      <a:pt x="209" y="45"/>
                    </a:cubicBezTo>
                    <a:cubicBezTo>
                      <a:pt x="218" y="45"/>
                      <a:pt x="225" y="37"/>
                      <a:pt x="225" y="29"/>
                    </a:cubicBezTo>
                    <a:cubicBezTo>
                      <a:pt x="225" y="20"/>
                      <a:pt x="218" y="13"/>
                      <a:pt x="209" y="13"/>
                    </a:cubicBezTo>
                    <a:close/>
                    <a:moveTo>
                      <a:pt x="209" y="13"/>
                    </a:moveTo>
                    <a:cubicBezTo>
                      <a:pt x="209" y="13"/>
                      <a:pt x="209" y="13"/>
                      <a:pt x="209" y="13"/>
                    </a:cubicBezTo>
                  </a:path>
                </a:pathLst>
              </a:custGeom>
              <a:solidFill>
                <a:schemeClr val="bg1"/>
              </a:solidFill>
              <a:ln w="9525">
                <a:noFill/>
                <a:round/>
                <a:headEnd/>
                <a:tailEnd/>
              </a:ln>
            </p:spPr>
            <p:txBody>
              <a:bodyPr vert="horz" wrap="square" lIns="99246" tIns="49624" rIns="99246" bIns="49624" numCol="1" anchor="t" anchorCtr="0" compatLnSpc="1">
                <a:prstTxWarp prst="textNoShape">
                  <a:avLst/>
                </a:prstTxWarp>
              </a:bodyPr>
              <a:lstStyle/>
              <a:p>
                <a:pPr>
                  <a:lnSpc>
                    <a:spcPct val="120000"/>
                  </a:lnSpc>
                </a:pPr>
                <a:endParaRPr lang="en-US" sz="15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57" name="Freeform 9"/>
              <p:cNvSpPr>
                <a:spLocks noEditPoints="1"/>
              </p:cNvSpPr>
              <p:nvPr/>
            </p:nvSpPr>
            <p:spPr bwMode="auto">
              <a:xfrm>
                <a:off x="2274106" y="3386655"/>
                <a:ext cx="104455" cy="80350"/>
              </a:xfrm>
              <a:custGeom>
                <a:avLst/>
                <a:gdLst/>
                <a:ahLst/>
                <a:cxnLst>
                  <a:cxn ang="0">
                    <a:pos x="38" y="28"/>
                  </a:cxn>
                  <a:cxn ang="0">
                    <a:pos x="19" y="0"/>
                  </a:cxn>
                  <a:cxn ang="0">
                    <a:pos x="23" y="28"/>
                  </a:cxn>
                  <a:cxn ang="0">
                    <a:pos x="38" y="28"/>
                  </a:cxn>
                  <a:cxn ang="0">
                    <a:pos x="38" y="28"/>
                  </a:cxn>
                  <a:cxn ang="0">
                    <a:pos x="38" y="28"/>
                  </a:cxn>
                </a:cxnLst>
                <a:rect l="0" t="0" r="r" b="b"/>
                <a:pathLst>
                  <a:path w="38" h="29">
                    <a:moveTo>
                      <a:pt x="38" y="28"/>
                    </a:moveTo>
                    <a:cubicBezTo>
                      <a:pt x="38" y="28"/>
                      <a:pt x="17" y="11"/>
                      <a:pt x="19" y="0"/>
                    </a:cubicBezTo>
                    <a:cubicBezTo>
                      <a:pt x="19" y="0"/>
                      <a:pt x="0" y="26"/>
                      <a:pt x="23" y="28"/>
                    </a:cubicBezTo>
                    <a:cubicBezTo>
                      <a:pt x="38" y="29"/>
                      <a:pt x="38" y="28"/>
                      <a:pt x="38" y="28"/>
                    </a:cubicBezTo>
                    <a:close/>
                    <a:moveTo>
                      <a:pt x="38" y="28"/>
                    </a:moveTo>
                    <a:cubicBezTo>
                      <a:pt x="38" y="28"/>
                      <a:pt x="38" y="28"/>
                      <a:pt x="38" y="28"/>
                    </a:cubicBezTo>
                  </a:path>
                </a:pathLst>
              </a:custGeom>
              <a:solidFill>
                <a:schemeClr val="bg1"/>
              </a:solidFill>
              <a:ln w="9525">
                <a:noFill/>
                <a:round/>
                <a:headEnd/>
                <a:tailEnd/>
              </a:ln>
            </p:spPr>
            <p:txBody>
              <a:bodyPr vert="horz" wrap="square" lIns="99246" tIns="49624" rIns="99246" bIns="49624" numCol="1" anchor="t" anchorCtr="0" compatLnSpc="1">
                <a:prstTxWarp prst="textNoShape">
                  <a:avLst/>
                </a:prstTxWarp>
              </a:bodyPr>
              <a:lstStyle/>
              <a:p>
                <a:pPr>
                  <a:lnSpc>
                    <a:spcPct val="120000"/>
                  </a:lnSpc>
                </a:pPr>
                <a:endParaRPr lang="en-US" sz="15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58" name="Freeform 10"/>
              <p:cNvSpPr>
                <a:spLocks noEditPoints="1"/>
              </p:cNvSpPr>
              <p:nvPr/>
            </p:nvSpPr>
            <p:spPr bwMode="auto">
              <a:xfrm>
                <a:off x="2457763" y="3425682"/>
                <a:ext cx="57393" cy="41323"/>
              </a:xfrm>
              <a:custGeom>
                <a:avLst/>
                <a:gdLst/>
                <a:ahLst/>
                <a:cxnLst>
                  <a:cxn ang="0">
                    <a:pos x="2" y="14"/>
                  </a:cxn>
                  <a:cxn ang="0">
                    <a:pos x="16" y="14"/>
                  </a:cxn>
                  <a:cxn ang="0">
                    <a:pos x="21" y="13"/>
                  </a:cxn>
                  <a:cxn ang="0">
                    <a:pos x="15" y="0"/>
                  </a:cxn>
                  <a:cxn ang="0">
                    <a:pos x="2" y="14"/>
                  </a:cxn>
                  <a:cxn ang="0">
                    <a:pos x="2" y="14"/>
                  </a:cxn>
                  <a:cxn ang="0">
                    <a:pos x="2" y="14"/>
                  </a:cxn>
                </a:cxnLst>
                <a:rect l="0" t="0" r="r" b="b"/>
                <a:pathLst>
                  <a:path w="21" h="15">
                    <a:moveTo>
                      <a:pt x="2" y="14"/>
                    </a:moveTo>
                    <a:cubicBezTo>
                      <a:pt x="2" y="14"/>
                      <a:pt x="0" y="15"/>
                      <a:pt x="16" y="14"/>
                    </a:cubicBezTo>
                    <a:cubicBezTo>
                      <a:pt x="18" y="14"/>
                      <a:pt x="20" y="13"/>
                      <a:pt x="21" y="13"/>
                    </a:cubicBezTo>
                    <a:cubicBezTo>
                      <a:pt x="18" y="9"/>
                      <a:pt x="16" y="4"/>
                      <a:pt x="15" y="0"/>
                    </a:cubicBezTo>
                    <a:cubicBezTo>
                      <a:pt x="9" y="7"/>
                      <a:pt x="2" y="14"/>
                      <a:pt x="2" y="14"/>
                    </a:cubicBezTo>
                    <a:close/>
                    <a:moveTo>
                      <a:pt x="2" y="14"/>
                    </a:moveTo>
                    <a:cubicBezTo>
                      <a:pt x="2" y="14"/>
                      <a:pt x="2" y="14"/>
                      <a:pt x="2" y="14"/>
                    </a:cubicBezTo>
                  </a:path>
                </a:pathLst>
              </a:custGeom>
              <a:solidFill>
                <a:schemeClr val="bg1"/>
              </a:solidFill>
              <a:ln w="9525">
                <a:noFill/>
                <a:round/>
                <a:headEnd/>
                <a:tailEnd/>
              </a:ln>
            </p:spPr>
            <p:txBody>
              <a:bodyPr vert="horz" wrap="square" lIns="99246" tIns="49624" rIns="99246" bIns="49624" numCol="1" anchor="t" anchorCtr="0" compatLnSpc="1">
                <a:prstTxWarp prst="textNoShape">
                  <a:avLst/>
                </a:prstTxWarp>
              </a:bodyPr>
              <a:lstStyle/>
              <a:p>
                <a:pPr>
                  <a:lnSpc>
                    <a:spcPct val="120000"/>
                  </a:lnSpc>
                </a:pPr>
                <a:endParaRPr lang="en-US" sz="15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sp>
        <p:nvSpPr>
          <p:cNvPr id="23" name="Rectangle 22"/>
          <p:cNvSpPr/>
          <p:nvPr/>
        </p:nvSpPr>
        <p:spPr>
          <a:xfrm>
            <a:off x="1314504" y="2481201"/>
            <a:ext cx="3529491" cy="8448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5034" tIns="32517" rIns="65034" bIns="32517" rtlCol="0" anchor="ctr"/>
          <a:lstStyle/>
          <a:p>
            <a:pPr algn="ctr">
              <a:lnSpc>
                <a:spcPct val="120000"/>
              </a:lnSpc>
            </a:pPr>
            <a:endParaRPr lang="en-US" sz="1500" dirty="0">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25" name="Straight Connector 24"/>
          <p:cNvCxnSpPr/>
          <p:nvPr/>
        </p:nvCxnSpPr>
        <p:spPr>
          <a:xfrm>
            <a:off x="2326825" y="2570143"/>
            <a:ext cx="0" cy="66697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7" name="Group 29"/>
          <p:cNvGrpSpPr/>
          <p:nvPr/>
        </p:nvGrpSpPr>
        <p:grpSpPr>
          <a:xfrm>
            <a:off x="2491478" y="2645600"/>
            <a:ext cx="1944230" cy="508568"/>
            <a:chOff x="798970" y="1704791"/>
            <a:chExt cx="1112115" cy="658881"/>
          </a:xfrm>
        </p:grpSpPr>
        <p:sp>
          <p:nvSpPr>
            <p:cNvPr id="27" name="Text Placeholder 3"/>
            <p:cNvSpPr txBox="1">
              <a:spLocks/>
            </p:cNvSpPr>
            <p:nvPr/>
          </p:nvSpPr>
          <p:spPr>
            <a:xfrm>
              <a:off x="798970" y="1704791"/>
              <a:ext cx="718998" cy="335002"/>
            </a:xfrm>
            <a:prstGeom prst="rect">
              <a:avLst/>
            </a:prstGeom>
          </p:spPr>
          <p:txBody>
            <a:bodyPr wrap="none" lIns="0" tIns="0" rIns="0" bIns="0" anchor="t"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705702">
                <a:lnSpc>
                  <a:spcPct val="120000"/>
                </a:lnSpc>
                <a:spcBef>
                  <a:spcPct val="20000"/>
                </a:spcBef>
                <a:defRPr/>
              </a:pPr>
              <a:r>
                <a:rPr lang="zh-CN" altLang="en-US"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US"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Text Placeholder 3"/>
            <p:cNvSpPr txBox="1">
              <a:spLocks/>
            </p:cNvSpPr>
            <p:nvPr/>
          </p:nvSpPr>
          <p:spPr>
            <a:xfrm>
              <a:off x="798971" y="1932954"/>
              <a:ext cx="1112114" cy="430718"/>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just">
                <a:lnSpc>
                  <a:spcPct val="120000"/>
                </a:lnSpc>
              </a:pPr>
              <a:r>
                <a:rPr lang="en-US" altLang="zh-CN" sz="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US" sz="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29" name="Text Placeholder 3"/>
          <p:cNvSpPr txBox="1">
            <a:spLocks/>
          </p:cNvSpPr>
          <p:nvPr/>
        </p:nvSpPr>
        <p:spPr>
          <a:xfrm>
            <a:off x="1801481" y="2759411"/>
            <a:ext cx="437695" cy="313987"/>
          </a:xfrm>
          <a:prstGeom prst="rect">
            <a:avLst/>
          </a:prstGeom>
        </p:spPr>
        <p:txBody>
          <a:bodyPr wrap="none" lIns="0" tIns="0" rIns="0" bIns="0" anchor="ctr">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705702">
              <a:lnSpc>
                <a:spcPct val="120000"/>
              </a:lnSpc>
              <a:spcBef>
                <a:spcPct val="20000"/>
              </a:spcBef>
              <a:defRPr/>
            </a:pPr>
            <a:r>
              <a:rPr lang="en-US" sz="1700" b="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30%</a:t>
            </a:r>
          </a:p>
        </p:txBody>
      </p:sp>
      <p:grpSp>
        <p:nvGrpSpPr>
          <p:cNvPr id="8" name="Group 69"/>
          <p:cNvGrpSpPr/>
          <p:nvPr/>
        </p:nvGrpSpPr>
        <p:grpSpPr>
          <a:xfrm>
            <a:off x="914355" y="2570140"/>
            <a:ext cx="709841" cy="666971"/>
            <a:chOff x="654724" y="2487358"/>
            <a:chExt cx="919697" cy="864105"/>
          </a:xfrm>
        </p:grpSpPr>
        <p:sp>
          <p:nvSpPr>
            <p:cNvPr id="24" name="Pentagon 23"/>
            <p:cNvSpPr/>
            <p:nvPr/>
          </p:nvSpPr>
          <p:spPr>
            <a:xfrm>
              <a:off x="654724" y="2487358"/>
              <a:ext cx="919697" cy="864105"/>
            </a:xfrm>
            <a:prstGeom prst="homePlate">
              <a:avLst>
                <a:gd name="adj" fmla="val 35732"/>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500" dirty="0">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9" name="Group 43"/>
            <p:cNvGrpSpPr/>
            <p:nvPr/>
          </p:nvGrpSpPr>
          <p:grpSpPr>
            <a:xfrm>
              <a:off x="732879" y="2769916"/>
              <a:ext cx="632564" cy="283238"/>
              <a:chOff x="5724525" y="1858963"/>
              <a:chExt cx="1169988" cy="523876"/>
            </a:xfrm>
            <a:solidFill>
              <a:schemeClr val="accent2"/>
            </a:solidFill>
          </p:grpSpPr>
          <p:sp>
            <p:nvSpPr>
              <p:cNvPr id="2062" name="Freeform 14"/>
              <p:cNvSpPr>
                <a:spLocks noEditPoints="1"/>
              </p:cNvSpPr>
              <p:nvPr/>
            </p:nvSpPr>
            <p:spPr bwMode="auto">
              <a:xfrm>
                <a:off x="6353175" y="2070101"/>
                <a:ext cx="103188" cy="106363"/>
              </a:xfrm>
              <a:custGeom>
                <a:avLst/>
                <a:gdLst/>
                <a:ahLst/>
                <a:cxnLst>
                  <a:cxn ang="0">
                    <a:pos x="43" y="0"/>
                  </a:cxn>
                  <a:cxn ang="0">
                    <a:pos x="22" y="0"/>
                  </a:cxn>
                  <a:cxn ang="0">
                    <a:pos x="22" y="21"/>
                  </a:cxn>
                  <a:cxn ang="0">
                    <a:pos x="0" y="21"/>
                  </a:cxn>
                  <a:cxn ang="0">
                    <a:pos x="0" y="43"/>
                  </a:cxn>
                  <a:cxn ang="0">
                    <a:pos x="22" y="43"/>
                  </a:cxn>
                  <a:cxn ang="0">
                    <a:pos x="22" y="67"/>
                  </a:cxn>
                  <a:cxn ang="0">
                    <a:pos x="43" y="67"/>
                  </a:cxn>
                  <a:cxn ang="0">
                    <a:pos x="43" y="43"/>
                  </a:cxn>
                  <a:cxn ang="0">
                    <a:pos x="65" y="43"/>
                  </a:cxn>
                  <a:cxn ang="0">
                    <a:pos x="65" y="21"/>
                  </a:cxn>
                  <a:cxn ang="0">
                    <a:pos x="43" y="21"/>
                  </a:cxn>
                  <a:cxn ang="0">
                    <a:pos x="43" y="0"/>
                  </a:cxn>
                  <a:cxn ang="0">
                    <a:pos x="43" y="0"/>
                  </a:cxn>
                  <a:cxn ang="0">
                    <a:pos x="43" y="0"/>
                  </a:cxn>
                </a:cxnLst>
                <a:rect l="0" t="0" r="r" b="b"/>
                <a:pathLst>
                  <a:path w="65" h="67">
                    <a:moveTo>
                      <a:pt x="43" y="0"/>
                    </a:moveTo>
                    <a:lnTo>
                      <a:pt x="22" y="0"/>
                    </a:lnTo>
                    <a:lnTo>
                      <a:pt x="22" y="21"/>
                    </a:lnTo>
                    <a:lnTo>
                      <a:pt x="0" y="21"/>
                    </a:lnTo>
                    <a:lnTo>
                      <a:pt x="0" y="43"/>
                    </a:lnTo>
                    <a:lnTo>
                      <a:pt x="22" y="43"/>
                    </a:lnTo>
                    <a:lnTo>
                      <a:pt x="22" y="67"/>
                    </a:lnTo>
                    <a:lnTo>
                      <a:pt x="43" y="67"/>
                    </a:lnTo>
                    <a:lnTo>
                      <a:pt x="43" y="43"/>
                    </a:lnTo>
                    <a:lnTo>
                      <a:pt x="65" y="43"/>
                    </a:lnTo>
                    <a:lnTo>
                      <a:pt x="65" y="21"/>
                    </a:lnTo>
                    <a:lnTo>
                      <a:pt x="43" y="21"/>
                    </a:lnTo>
                    <a:lnTo>
                      <a:pt x="43" y="0"/>
                    </a:lnTo>
                    <a:close/>
                    <a:moveTo>
                      <a:pt x="43" y="0"/>
                    </a:moveTo>
                    <a:lnTo>
                      <a:pt x="43" y="0"/>
                    </a:lnTo>
                    <a:close/>
                  </a:path>
                </a:pathLst>
              </a:custGeom>
              <a:grpFill/>
              <a:ln w="9525">
                <a:noFill/>
                <a:round/>
                <a:headEnd/>
                <a:tailEnd/>
              </a:ln>
            </p:spPr>
            <p:txBody>
              <a:bodyPr vert="horz" wrap="square" lIns="99246" tIns="49624" rIns="99246" bIns="49624" numCol="1" anchor="t" anchorCtr="0" compatLnSpc="1">
                <a:prstTxWarp prst="textNoShape">
                  <a:avLst/>
                </a:prstTxWarp>
              </a:bodyPr>
              <a:lstStyle/>
              <a:p>
                <a:pPr>
                  <a:lnSpc>
                    <a:spcPct val="120000"/>
                  </a:lnSpc>
                </a:pPr>
                <a:endParaRPr lang="en-US" sz="15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63" name="Freeform 15"/>
              <p:cNvSpPr>
                <a:spLocks noEditPoints="1"/>
              </p:cNvSpPr>
              <p:nvPr/>
            </p:nvSpPr>
            <p:spPr bwMode="auto">
              <a:xfrm>
                <a:off x="6353175" y="2070101"/>
                <a:ext cx="103188" cy="106363"/>
              </a:xfrm>
              <a:custGeom>
                <a:avLst/>
                <a:gdLst/>
                <a:ahLst/>
                <a:cxnLst>
                  <a:cxn ang="0">
                    <a:pos x="43" y="0"/>
                  </a:cxn>
                  <a:cxn ang="0">
                    <a:pos x="22" y="0"/>
                  </a:cxn>
                  <a:cxn ang="0">
                    <a:pos x="22" y="21"/>
                  </a:cxn>
                  <a:cxn ang="0">
                    <a:pos x="0" y="21"/>
                  </a:cxn>
                  <a:cxn ang="0">
                    <a:pos x="0" y="43"/>
                  </a:cxn>
                  <a:cxn ang="0">
                    <a:pos x="22" y="43"/>
                  </a:cxn>
                  <a:cxn ang="0">
                    <a:pos x="22" y="67"/>
                  </a:cxn>
                  <a:cxn ang="0">
                    <a:pos x="43" y="67"/>
                  </a:cxn>
                  <a:cxn ang="0">
                    <a:pos x="43" y="43"/>
                  </a:cxn>
                  <a:cxn ang="0">
                    <a:pos x="65" y="43"/>
                  </a:cxn>
                  <a:cxn ang="0">
                    <a:pos x="65" y="21"/>
                  </a:cxn>
                  <a:cxn ang="0">
                    <a:pos x="43" y="21"/>
                  </a:cxn>
                  <a:cxn ang="0">
                    <a:pos x="43" y="0"/>
                  </a:cxn>
                  <a:cxn ang="0">
                    <a:pos x="43" y="0"/>
                  </a:cxn>
                  <a:cxn ang="0">
                    <a:pos x="43" y="0"/>
                  </a:cxn>
                </a:cxnLst>
                <a:rect l="0" t="0" r="r" b="b"/>
                <a:pathLst>
                  <a:path w="65" h="67">
                    <a:moveTo>
                      <a:pt x="43" y="0"/>
                    </a:moveTo>
                    <a:lnTo>
                      <a:pt x="22" y="0"/>
                    </a:lnTo>
                    <a:lnTo>
                      <a:pt x="22" y="21"/>
                    </a:lnTo>
                    <a:lnTo>
                      <a:pt x="0" y="21"/>
                    </a:lnTo>
                    <a:lnTo>
                      <a:pt x="0" y="43"/>
                    </a:lnTo>
                    <a:lnTo>
                      <a:pt x="22" y="43"/>
                    </a:lnTo>
                    <a:lnTo>
                      <a:pt x="22" y="67"/>
                    </a:lnTo>
                    <a:lnTo>
                      <a:pt x="43" y="67"/>
                    </a:lnTo>
                    <a:lnTo>
                      <a:pt x="43" y="43"/>
                    </a:lnTo>
                    <a:lnTo>
                      <a:pt x="65" y="43"/>
                    </a:lnTo>
                    <a:lnTo>
                      <a:pt x="65" y="21"/>
                    </a:lnTo>
                    <a:lnTo>
                      <a:pt x="43" y="21"/>
                    </a:lnTo>
                    <a:lnTo>
                      <a:pt x="43" y="0"/>
                    </a:lnTo>
                    <a:moveTo>
                      <a:pt x="43" y="0"/>
                    </a:moveTo>
                    <a:lnTo>
                      <a:pt x="43" y="0"/>
                    </a:lnTo>
                  </a:path>
                </a:pathLst>
              </a:custGeom>
              <a:solidFill>
                <a:schemeClr val="bg1"/>
              </a:solidFill>
              <a:ln w="9525">
                <a:noFill/>
                <a:round/>
                <a:headEnd/>
                <a:tailEnd/>
              </a:ln>
            </p:spPr>
            <p:txBody>
              <a:bodyPr vert="horz" wrap="square" lIns="99246" tIns="49624" rIns="99246" bIns="49624" numCol="1" anchor="t" anchorCtr="0" compatLnSpc="1">
                <a:prstTxWarp prst="textNoShape">
                  <a:avLst/>
                </a:prstTxWarp>
              </a:bodyPr>
              <a:lstStyle/>
              <a:p>
                <a:pPr>
                  <a:lnSpc>
                    <a:spcPct val="120000"/>
                  </a:lnSpc>
                </a:pPr>
                <a:endParaRPr lang="en-US" sz="15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64" name="Freeform 16"/>
              <p:cNvSpPr>
                <a:spLocks noEditPoints="1"/>
              </p:cNvSpPr>
              <p:nvPr/>
            </p:nvSpPr>
            <p:spPr bwMode="auto">
              <a:xfrm>
                <a:off x="5724525" y="1858963"/>
                <a:ext cx="1169988" cy="455613"/>
              </a:xfrm>
              <a:custGeom>
                <a:avLst/>
                <a:gdLst/>
                <a:ahLst/>
                <a:cxnLst>
                  <a:cxn ang="0">
                    <a:pos x="299" y="75"/>
                  </a:cxn>
                  <a:cxn ang="0">
                    <a:pos x="224" y="28"/>
                  </a:cxn>
                  <a:cxn ang="0">
                    <a:pos x="224" y="28"/>
                  </a:cxn>
                  <a:cxn ang="0">
                    <a:pos x="224" y="23"/>
                  </a:cxn>
                  <a:cxn ang="0">
                    <a:pos x="265" y="23"/>
                  </a:cxn>
                  <a:cxn ang="0">
                    <a:pos x="273" y="15"/>
                  </a:cxn>
                  <a:cxn ang="0">
                    <a:pos x="265" y="8"/>
                  </a:cxn>
                  <a:cxn ang="0">
                    <a:pos x="224" y="8"/>
                  </a:cxn>
                  <a:cxn ang="0">
                    <a:pos x="216" y="0"/>
                  </a:cxn>
                  <a:cxn ang="0">
                    <a:pos x="209" y="8"/>
                  </a:cxn>
                  <a:cxn ang="0">
                    <a:pos x="168" y="8"/>
                  </a:cxn>
                  <a:cxn ang="0">
                    <a:pos x="160" y="15"/>
                  </a:cxn>
                  <a:cxn ang="0">
                    <a:pos x="168" y="23"/>
                  </a:cxn>
                  <a:cxn ang="0">
                    <a:pos x="209" y="23"/>
                  </a:cxn>
                  <a:cxn ang="0">
                    <a:pos x="209" y="27"/>
                  </a:cxn>
                  <a:cxn ang="0">
                    <a:pos x="134" y="58"/>
                  </a:cxn>
                  <a:cxn ang="0">
                    <a:pos x="48" y="55"/>
                  </a:cxn>
                  <a:cxn ang="0">
                    <a:pos x="25" y="40"/>
                  </a:cxn>
                  <a:cxn ang="0">
                    <a:pos x="0" y="66"/>
                  </a:cxn>
                  <a:cxn ang="0">
                    <a:pos x="25" y="91"/>
                  </a:cxn>
                  <a:cxn ang="0">
                    <a:pos x="47" y="79"/>
                  </a:cxn>
                  <a:cxn ang="0">
                    <a:pos x="138" y="92"/>
                  </a:cxn>
                  <a:cxn ang="0">
                    <a:pos x="220" y="119"/>
                  </a:cxn>
                  <a:cxn ang="0">
                    <a:pos x="299" y="75"/>
                  </a:cxn>
                  <a:cxn ang="0">
                    <a:pos x="180" y="90"/>
                  </a:cxn>
                  <a:cxn ang="0">
                    <a:pos x="158" y="69"/>
                  </a:cxn>
                  <a:cxn ang="0">
                    <a:pos x="180" y="47"/>
                  </a:cxn>
                  <a:cxn ang="0">
                    <a:pos x="201" y="69"/>
                  </a:cxn>
                  <a:cxn ang="0">
                    <a:pos x="180" y="90"/>
                  </a:cxn>
                  <a:cxn ang="0">
                    <a:pos x="217" y="42"/>
                  </a:cxn>
                  <a:cxn ang="0">
                    <a:pos x="284" y="76"/>
                  </a:cxn>
                  <a:cxn ang="0">
                    <a:pos x="217" y="76"/>
                  </a:cxn>
                  <a:cxn ang="0">
                    <a:pos x="217" y="42"/>
                  </a:cxn>
                  <a:cxn ang="0">
                    <a:pos x="217" y="42"/>
                  </a:cxn>
                  <a:cxn ang="0">
                    <a:pos x="217" y="42"/>
                  </a:cxn>
                </a:cxnLst>
                <a:rect l="0" t="0" r="r" b="b"/>
                <a:pathLst>
                  <a:path w="309" h="119">
                    <a:moveTo>
                      <a:pt x="299" y="75"/>
                    </a:moveTo>
                    <a:cubicBezTo>
                      <a:pt x="286" y="40"/>
                      <a:pt x="245" y="31"/>
                      <a:pt x="224" y="28"/>
                    </a:cubicBezTo>
                    <a:cubicBezTo>
                      <a:pt x="224" y="28"/>
                      <a:pt x="224" y="28"/>
                      <a:pt x="224" y="28"/>
                    </a:cubicBezTo>
                    <a:cubicBezTo>
                      <a:pt x="224" y="23"/>
                      <a:pt x="224" y="23"/>
                      <a:pt x="224" y="23"/>
                    </a:cubicBezTo>
                    <a:cubicBezTo>
                      <a:pt x="265" y="23"/>
                      <a:pt x="265" y="23"/>
                      <a:pt x="265" y="23"/>
                    </a:cubicBezTo>
                    <a:cubicBezTo>
                      <a:pt x="269" y="23"/>
                      <a:pt x="273" y="19"/>
                      <a:pt x="273" y="15"/>
                    </a:cubicBezTo>
                    <a:cubicBezTo>
                      <a:pt x="273" y="11"/>
                      <a:pt x="269" y="8"/>
                      <a:pt x="265" y="8"/>
                    </a:cubicBezTo>
                    <a:cubicBezTo>
                      <a:pt x="224" y="8"/>
                      <a:pt x="224" y="8"/>
                      <a:pt x="224" y="8"/>
                    </a:cubicBezTo>
                    <a:cubicBezTo>
                      <a:pt x="224" y="3"/>
                      <a:pt x="221" y="0"/>
                      <a:pt x="216" y="0"/>
                    </a:cubicBezTo>
                    <a:cubicBezTo>
                      <a:pt x="212" y="0"/>
                      <a:pt x="209" y="3"/>
                      <a:pt x="209" y="8"/>
                    </a:cubicBezTo>
                    <a:cubicBezTo>
                      <a:pt x="168" y="8"/>
                      <a:pt x="168" y="8"/>
                      <a:pt x="168" y="8"/>
                    </a:cubicBezTo>
                    <a:cubicBezTo>
                      <a:pt x="163" y="8"/>
                      <a:pt x="160" y="11"/>
                      <a:pt x="160" y="15"/>
                    </a:cubicBezTo>
                    <a:cubicBezTo>
                      <a:pt x="160" y="19"/>
                      <a:pt x="163" y="23"/>
                      <a:pt x="168" y="23"/>
                    </a:cubicBezTo>
                    <a:cubicBezTo>
                      <a:pt x="209" y="23"/>
                      <a:pt x="209" y="23"/>
                      <a:pt x="209" y="23"/>
                    </a:cubicBezTo>
                    <a:cubicBezTo>
                      <a:pt x="209" y="27"/>
                      <a:pt x="209" y="27"/>
                      <a:pt x="209" y="27"/>
                    </a:cubicBezTo>
                    <a:cubicBezTo>
                      <a:pt x="158" y="28"/>
                      <a:pt x="140" y="36"/>
                      <a:pt x="134" y="58"/>
                    </a:cubicBezTo>
                    <a:cubicBezTo>
                      <a:pt x="48" y="55"/>
                      <a:pt x="48" y="55"/>
                      <a:pt x="48" y="55"/>
                    </a:cubicBezTo>
                    <a:cubicBezTo>
                      <a:pt x="44" y="46"/>
                      <a:pt x="36" y="40"/>
                      <a:pt x="25" y="40"/>
                    </a:cubicBezTo>
                    <a:cubicBezTo>
                      <a:pt x="11" y="40"/>
                      <a:pt x="0" y="52"/>
                      <a:pt x="0" y="66"/>
                    </a:cubicBezTo>
                    <a:cubicBezTo>
                      <a:pt x="0" y="80"/>
                      <a:pt x="11" y="91"/>
                      <a:pt x="25" y="91"/>
                    </a:cubicBezTo>
                    <a:cubicBezTo>
                      <a:pt x="35" y="91"/>
                      <a:pt x="43" y="86"/>
                      <a:pt x="47" y="79"/>
                    </a:cubicBezTo>
                    <a:cubicBezTo>
                      <a:pt x="138" y="92"/>
                      <a:pt x="138" y="92"/>
                      <a:pt x="138" y="92"/>
                    </a:cubicBezTo>
                    <a:cubicBezTo>
                      <a:pt x="151" y="108"/>
                      <a:pt x="155" y="119"/>
                      <a:pt x="220" y="119"/>
                    </a:cubicBezTo>
                    <a:cubicBezTo>
                      <a:pt x="286" y="119"/>
                      <a:pt x="309" y="108"/>
                      <a:pt x="299" y="75"/>
                    </a:cubicBezTo>
                    <a:close/>
                    <a:moveTo>
                      <a:pt x="180" y="90"/>
                    </a:moveTo>
                    <a:cubicBezTo>
                      <a:pt x="168" y="90"/>
                      <a:pt x="158" y="80"/>
                      <a:pt x="158" y="69"/>
                    </a:cubicBezTo>
                    <a:cubicBezTo>
                      <a:pt x="158" y="57"/>
                      <a:pt x="168" y="47"/>
                      <a:pt x="180" y="47"/>
                    </a:cubicBezTo>
                    <a:cubicBezTo>
                      <a:pt x="191" y="47"/>
                      <a:pt x="201" y="57"/>
                      <a:pt x="201" y="69"/>
                    </a:cubicBezTo>
                    <a:cubicBezTo>
                      <a:pt x="201" y="80"/>
                      <a:pt x="191" y="90"/>
                      <a:pt x="180" y="90"/>
                    </a:cubicBezTo>
                    <a:close/>
                    <a:moveTo>
                      <a:pt x="217" y="42"/>
                    </a:moveTo>
                    <a:cubicBezTo>
                      <a:pt x="234" y="43"/>
                      <a:pt x="270" y="50"/>
                      <a:pt x="284" y="76"/>
                    </a:cubicBezTo>
                    <a:cubicBezTo>
                      <a:pt x="217" y="76"/>
                      <a:pt x="217" y="76"/>
                      <a:pt x="217" y="76"/>
                    </a:cubicBezTo>
                    <a:lnTo>
                      <a:pt x="217" y="42"/>
                    </a:lnTo>
                    <a:close/>
                    <a:moveTo>
                      <a:pt x="217" y="42"/>
                    </a:moveTo>
                    <a:cubicBezTo>
                      <a:pt x="217" y="42"/>
                      <a:pt x="217" y="42"/>
                      <a:pt x="217" y="42"/>
                    </a:cubicBezTo>
                  </a:path>
                </a:pathLst>
              </a:custGeom>
              <a:solidFill>
                <a:schemeClr val="bg1"/>
              </a:solidFill>
              <a:ln w="9525">
                <a:noFill/>
                <a:round/>
                <a:headEnd/>
                <a:tailEnd/>
              </a:ln>
            </p:spPr>
            <p:txBody>
              <a:bodyPr vert="horz" wrap="square" lIns="99246" tIns="49624" rIns="99246" bIns="49624" numCol="1" anchor="t" anchorCtr="0" compatLnSpc="1">
                <a:prstTxWarp prst="textNoShape">
                  <a:avLst/>
                </a:prstTxWarp>
              </a:bodyPr>
              <a:lstStyle/>
              <a:p>
                <a:pPr>
                  <a:lnSpc>
                    <a:spcPct val="120000"/>
                  </a:lnSpc>
                </a:pPr>
                <a:endParaRPr lang="en-US" sz="15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65" name="Freeform 17"/>
              <p:cNvSpPr>
                <a:spLocks noEditPoints="1"/>
              </p:cNvSpPr>
              <p:nvPr/>
            </p:nvSpPr>
            <p:spPr bwMode="auto">
              <a:xfrm>
                <a:off x="6284913" y="2295526"/>
                <a:ext cx="584200" cy="87313"/>
              </a:xfrm>
              <a:custGeom>
                <a:avLst/>
                <a:gdLst/>
                <a:ahLst/>
                <a:cxnLst>
                  <a:cxn ang="0">
                    <a:pos x="150" y="0"/>
                  </a:cxn>
                  <a:cxn ang="0">
                    <a:pos x="149" y="0"/>
                  </a:cxn>
                  <a:cxn ang="0">
                    <a:pos x="148" y="0"/>
                  </a:cxn>
                  <a:cxn ang="0">
                    <a:pos x="143" y="4"/>
                  </a:cxn>
                  <a:cxn ang="0">
                    <a:pos x="131" y="13"/>
                  </a:cxn>
                  <a:cxn ang="0">
                    <a:pos x="5" y="13"/>
                  </a:cxn>
                  <a:cxn ang="0">
                    <a:pos x="0" y="18"/>
                  </a:cxn>
                  <a:cxn ang="0">
                    <a:pos x="5" y="23"/>
                  </a:cxn>
                  <a:cxn ang="0">
                    <a:pos x="131" y="23"/>
                  </a:cxn>
                  <a:cxn ang="0">
                    <a:pos x="153" y="6"/>
                  </a:cxn>
                  <a:cxn ang="0">
                    <a:pos x="150" y="0"/>
                  </a:cxn>
                  <a:cxn ang="0">
                    <a:pos x="150" y="0"/>
                  </a:cxn>
                  <a:cxn ang="0">
                    <a:pos x="150" y="0"/>
                  </a:cxn>
                </a:cxnLst>
                <a:rect l="0" t="0" r="r" b="b"/>
                <a:pathLst>
                  <a:path w="154" h="23">
                    <a:moveTo>
                      <a:pt x="150" y="0"/>
                    </a:moveTo>
                    <a:cubicBezTo>
                      <a:pt x="149" y="0"/>
                      <a:pt x="149" y="0"/>
                      <a:pt x="149" y="0"/>
                    </a:cubicBezTo>
                    <a:cubicBezTo>
                      <a:pt x="148" y="0"/>
                      <a:pt x="148" y="0"/>
                      <a:pt x="148" y="0"/>
                    </a:cubicBezTo>
                    <a:cubicBezTo>
                      <a:pt x="146" y="0"/>
                      <a:pt x="144" y="2"/>
                      <a:pt x="143" y="4"/>
                    </a:cubicBezTo>
                    <a:cubicBezTo>
                      <a:pt x="143" y="4"/>
                      <a:pt x="140" y="13"/>
                      <a:pt x="131" y="13"/>
                    </a:cubicBezTo>
                    <a:cubicBezTo>
                      <a:pt x="5" y="13"/>
                      <a:pt x="5" y="13"/>
                      <a:pt x="5" y="13"/>
                    </a:cubicBezTo>
                    <a:cubicBezTo>
                      <a:pt x="2" y="13"/>
                      <a:pt x="0" y="15"/>
                      <a:pt x="0" y="18"/>
                    </a:cubicBezTo>
                    <a:cubicBezTo>
                      <a:pt x="0" y="21"/>
                      <a:pt x="2" y="23"/>
                      <a:pt x="5" y="23"/>
                    </a:cubicBezTo>
                    <a:cubicBezTo>
                      <a:pt x="131" y="23"/>
                      <a:pt x="131" y="23"/>
                      <a:pt x="131" y="23"/>
                    </a:cubicBezTo>
                    <a:cubicBezTo>
                      <a:pt x="144" y="23"/>
                      <a:pt x="151" y="13"/>
                      <a:pt x="153" y="6"/>
                    </a:cubicBezTo>
                    <a:cubicBezTo>
                      <a:pt x="154" y="4"/>
                      <a:pt x="152" y="1"/>
                      <a:pt x="150" y="0"/>
                    </a:cubicBezTo>
                    <a:close/>
                    <a:moveTo>
                      <a:pt x="150" y="0"/>
                    </a:moveTo>
                    <a:cubicBezTo>
                      <a:pt x="150" y="0"/>
                      <a:pt x="150" y="0"/>
                      <a:pt x="150" y="0"/>
                    </a:cubicBezTo>
                  </a:path>
                </a:pathLst>
              </a:custGeom>
              <a:solidFill>
                <a:schemeClr val="bg1"/>
              </a:solidFill>
              <a:ln w="9525">
                <a:noFill/>
                <a:round/>
                <a:headEnd/>
                <a:tailEnd/>
              </a:ln>
            </p:spPr>
            <p:txBody>
              <a:bodyPr vert="horz" wrap="square" lIns="99246" tIns="49624" rIns="99246" bIns="49624" numCol="1" anchor="t" anchorCtr="0" compatLnSpc="1">
                <a:prstTxWarp prst="textNoShape">
                  <a:avLst/>
                </a:prstTxWarp>
              </a:bodyPr>
              <a:lstStyle/>
              <a:p>
                <a:pPr>
                  <a:lnSpc>
                    <a:spcPct val="120000"/>
                  </a:lnSpc>
                </a:pPr>
                <a:endParaRPr lang="en-US" sz="15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sp>
        <p:nvSpPr>
          <p:cNvPr id="45" name="Rectangle 44"/>
          <p:cNvSpPr/>
          <p:nvPr/>
        </p:nvSpPr>
        <p:spPr>
          <a:xfrm>
            <a:off x="1314504" y="3488028"/>
            <a:ext cx="3529491" cy="84483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5034" tIns="32517" rIns="65034" bIns="32517" rtlCol="0" anchor="ctr"/>
          <a:lstStyle/>
          <a:p>
            <a:pPr algn="ctr">
              <a:lnSpc>
                <a:spcPct val="120000"/>
              </a:lnSpc>
            </a:pPr>
            <a:endParaRPr lang="en-US" sz="1500" dirty="0">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47" name="Straight Connector 46"/>
          <p:cNvCxnSpPr/>
          <p:nvPr/>
        </p:nvCxnSpPr>
        <p:spPr>
          <a:xfrm>
            <a:off x="2326825" y="3576971"/>
            <a:ext cx="0" cy="66697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1" name="Group 29"/>
          <p:cNvGrpSpPr/>
          <p:nvPr/>
        </p:nvGrpSpPr>
        <p:grpSpPr>
          <a:xfrm>
            <a:off x="2491478" y="3652429"/>
            <a:ext cx="1944230" cy="530705"/>
            <a:chOff x="798970" y="1704791"/>
            <a:chExt cx="1112115" cy="687561"/>
          </a:xfrm>
        </p:grpSpPr>
        <p:sp>
          <p:nvSpPr>
            <p:cNvPr id="49" name="Text Placeholder 3"/>
            <p:cNvSpPr txBox="1">
              <a:spLocks/>
            </p:cNvSpPr>
            <p:nvPr/>
          </p:nvSpPr>
          <p:spPr>
            <a:xfrm>
              <a:off x="798970" y="1704791"/>
              <a:ext cx="718998" cy="335002"/>
            </a:xfrm>
            <a:prstGeom prst="rect">
              <a:avLst/>
            </a:prstGeom>
          </p:spPr>
          <p:txBody>
            <a:bodyPr wrap="none" lIns="0" tIns="0" rIns="0" bIns="0" anchor="t"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705702">
                <a:lnSpc>
                  <a:spcPct val="120000"/>
                </a:lnSpc>
                <a:spcBef>
                  <a:spcPct val="20000"/>
                </a:spcBef>
                <a:defRPr/>
              </a:pPr>
              <a:r>
                <a:rPr lang="zh-CN" altLang="en-US"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US"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0" name="Text Placeholder 3"/>
            <p:cNvSpPr txBox="1">
              <a:spLocks/>
            </p:cNvSpPr>
            <p:nvPr/>
          </p:nvSpPr>
          <p:spPr>
            <a:xfrm>
              <a:off x="798971" y="1961634"/>
              <a:ext cx="1112114" cy="430718"/>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just">
                <a:lnSpc>
                  <a:spcPct val="120000"/>
                </a:lnSpc>
              </a:pPr>
              <a:r>
                <a:rPr lang="en-US" altLang="zh-CN" sz="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US" sz="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51" name="Text Placeholder 3"/>
          <p:cNvSpPr txBox="1">
            <a:spLocks/>
          </p:cNvSpPr>
          <p:nvPr/>
        </p:nvSpPr>
        <p:spPr>
          <a:xfrm>
            <a:off x="1801481" y="3766243"/>
            <a:ext cx="437695" cy="313987"/>
          </a:xfrm>
          <a:prstGeom prst="rect">
            <a:avLst/>
          </a:prstGeom>
        </p:spPr>
        <p:txBody>
          <a:bodyPr wrap="none" lIns="0" tIns="0" rIns="0" bIns="0" anchor="ctr">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705702">
              <a:lnSpc>
                <a:spcPct val="120000"/>
              </a:lnSpc>
              <a:spcBef>
                <a:spcPct val="20000"/>
              </a:spcBef>
              <a:defRPr/>
            </a:pPr>
            <a:r>
              <a:rPr lang="en-US" sz="1700" b="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50%</a:t>
            </a:r>
          </a:p>
        </p:txBody>
      </p:sp>
      <p:grpSp>
        <p:nvGrpSpPr>
          <p:cNvPr id="15" name="Group 70"/>
          <p:cNvGrpSpPr/>
          <p:nvPr/>
        </p:nvGrpSpPr>
        <p:grpSpPr>
          <a:xfrm>
            <a:off x="914355" y="3576969"/>
            <a:ext cx="709841" cy="666971"/>
            <a:chOff x="654724" y="3791771"/>
            <a:chExt cx="919697" cy="864105"/>
          </a:xfrm>
        </p:grpSpPr>
        <p:sp>
          <p:nvSpPr>
            <p:cNvPr id="46" name="Pentagon 45"/>
            <p:cNvSpPr/>
            <p:nvPr/>
          </p:nvSpPr>
          <p:spPr>
            <a:xfrm>
              <a:off x="654724" y="3791771"/>
              <a:ext cx="919697" cy="864105"/>
            </a:xfrm>
            <a:prstGeom prst="homePlate">
              <a:avLst>
                <a:gd name="adj" fmla="val 35732"/>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500" dirty="0">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16" name="Group 56"/>
            <p:cNvGrpSpPr/>
            <p:nvPr/>
          </p:nvGrpSpPr>
          <p:grpSpPr>
            <a:xfrm flipH="1">
              <a:off x="856690" y="4079806"/>
              <a:ext cx="411163" cy="258763"/>
              <a:chOff x="3871913" y="3771900"/>
              <a:chExt cx="411163" cy="258763"/>
            </a:xfrm>
            <a:solidFill>
              <a:schemeClr val="accent3"/>
            </a:solidFill>
          </p:grpSpPr>
          <p:sp>
            <p:nvSpPr>
              <p:cNvPr id="58" name="Freeform 92"/>
              <p:cNvSpPr>
                <a:spLocks noEditPoints="1"/>
              </p:cNvSpPr>
              <p:nvPr/>
            </p:nvSpPr>
            <p:spPr bwMode="auto">
              <a:xfrm>
                <a:off x="3871913" y="3771900"/>
                <a:ext cx="411163" cy="231775"/>
              </a:xfrm>
              <a:custGeom>
                <a:avLst/>
                <a:gdLst/>
                <a:ahLst/>
                <a:cxnLst>
                  <a:cxn ang="0">
                    <a:pos x="128" y="7"/>
                  </a:cxn>
                  <a:cxn ang="0">
                    <a:pos x="53" y="7"/>
                  </a:cxn>
                  <a:cxn ang="0">
                    <a:pos x="53" y="7"/>
                  </a:cxn>
                  <a:cxn ang="0">
                    <a:pos x="46" y="0"/>
                  </a:cxn>
                  <a:cxn ang="0">
                    <a:pos x="39" y="7"/>
                  </a:cxn>
                  <a:cxn ang="0">
                    <a:pos x="39" y="7"/>
                  </a:cxn>
                  <a:cxn ang="0">
                    <a:pos x="34" y="7"/>
                  </a:cxn>
                  <a:cxn ang="0">
                    <a:pos x="7" y="29"/>
                  </a:cxn>
                  <a:cxn ang="0">
                    <a:pos x="0" y="59"/>
                  </a:cxn>
                  <a:cxn ang="0">
                    <a:pos x="15" y="79"/>
                  </a:cxn>
                  <a:cxn ang="0">
                    <a:pos x="15" y="77"/>
                  </a:cxn>
                  <a:cxn ang="0">
                    <a:pos x="30" y="61"/>
                  </a:cxn>
                  <a:cxn ang="0">
                    <a:pos x="46" y="77"/>
                  </a:cxn>
                  <a:cxn ang="0">
                    <a:pos x="45" y="80"/>
                  </a:cxn>
                  <a:cxn ang="0">
                    <a:pos x="93" y="80"/>
                  </a:cxn>
                  <a:cxn ang="0">
                    <a:pos x="92" y="77"/>
                  </a:cxn>
                  <a:cxn ang="0">
                    <a:pos x="108" y="61"/>
                  </a:cxn>
                  <a:cxn ang="0">
                    <a:pos x="123" y="77"/>
                  </a:cxn>
                  <a:cxn ang="0">
                    <a:pos x="123" y="80"/>
                  </a:cxn>
                  <a:cxn ang="0">
                    <a:pos x="142" y="59"/>
                  </a:cxn>
                  <a:cxn ang="0">
                    <a:pos x="142" y="29"/>
                  </a:cxn>
                  <a:cxn ang="0">
                    <a:pos x="128" y="7"/>
                  </a:cxn>
                  <a:cxn ang="0">
                    <a:pos x="45" y="40"/>
                  </a:cxn>
                  <a:cxn ang="0">
                    <a:pos x="16" y="40"/>
                  </a:cxn>
                  <a:cxn ang="0">
                    <a:pos x="19" y="25"/>
                  </a:cxn>
                  <a:cxn ang="0">
                    <a:pos x="20" y="22"/>
                  </a:cxn>
                  <a:cxn ang="0">
                    <a:pos x="30" y="16"/>
                  </a:cxn>
                  <a:cxn ang="0">
                    <a:pos x="45" y="16"/>
                  </a:cxn>
                  <a:cxn ang="0">
                    <a:pos x="45" y="40"/>
                  </a:cxn>
                  <a:cxn ang="0">
                    <a:pos x="104" y="46"/>
                  </a:cxn>
                  <a:cxn ang="0">
                    <a:pos x="91" y="46"/>
                  </a:cxn>
                  <a:cxn ang="0">
                    <a:pos x="91" y="60"/>
                  </a:cxn>
                  <a:cxn ang="0">
                    <a:pos x="78" y="60"/>
                  </a:cxn>
                  <a:cxn ang="0">
                    <a:pos x="78" y="46"/>
                  </a:cxn>
                  <a:cxn ang="0">
                    <a:pos x="65" y="46"/>
                  </a:cxn>
                  <a:cxn ang="0">
                    <a:pos x="65" y="33"/>
                  </a:cxn>
                  <a:cxn ang="0">
                    <a:pos x="78" y="33"/>
                  </a:cxn>
                  <a:cxn ang="0">
                    <a:pos x="78" y="20"/>
                  </a:cxn>
                  <a:cxn ang="0">
                    <a:pos x="91" y="20"/>
                  </a:cxn>
                  <a:cxn ang="0">
                    <a:pos x="91" y="33"/>
                  </a:cxn>
                  <a:cxn ang="0">
                    <a:pos x="104" y="33"/>
                  </a:cxn>
                  <a:cxn ang="0">
                    <a:pos x="104" y="46"/>
                  </a:cxn>
                  <a:cxn ang="0">
                    <a:pos x="104" y="46"/>
                  </a:cxn>
                  <a:cxn ang="0">
                    <a:pos x="104" y="46"/>
                  </a:cxn>
                </a:cxnLst>
                <a:rect l="0" t="0" r="r" b="b"/>
                <a:pathLst>
                  <a:path w="142" h="80">
                    <a:moveTo>
                      <a:pt x="128" y="7"/>
                    </a:moveTo>
                    <a:cubicBezTo>
                      <a:pt x="53" y="7"/>
                      <a:pt x="53" y="7"/>
                      <a:pt x="53" y="7"/>
                    </a:cubicBezTo>
                    <a:cubicBezTo>
                      <a:pt x="53" y="7"/>
                      <a:pt x="53" y="7"/>
                      <a:pt x="53" y="7"/>
                    </a:cubicBezTo>
                    <a:cubicBezTo>
                      <a:pt x="53" y="3"/>
                      <a:pt x="50" y="0"/>
                      <a:pt x="46" y="0"/>
                    </a:cubicBezTo>
                    <a:cubicBezTo>
                      <a:pt x="42" y="0"/>
                      <a:pt x="39" y="3"/>
                      <a:pt x="39" y="7"/>
                    </a:cubicBezTo>
                    <a:cubicBezTo>
                      <a:pt x="39" y="7"/>
                      <a:pt x="39" y="7"/>
                      <a:pt x="39" y="7"/>
                    </a:cubicBezTo>
                    <a:cubicBezTo>
                      <a:pt x="34" y="7"/>
                      <a:pt x="34" y="7"/>
                      <a:pt x="34" y="7"/>
                    </a:cubicBezTo>
                    <a:cubicBezTo>
                      <a:pt x="22" y="7"/>
                      <a:pt x="12" y="13"/>
                      <a:pt x="7" y="29"/>
                    </a:cubicBezTo>
                    <a:cubicBezTo>
                      <a:pt x="0" y="59"/>
                      <a:pt x="0" y="59"/>
                      <a:pt x="0" y="59"/>
                    </a:cubicBezTo>
                    <a:cubicBezTo>
                      <a:pt x="0" y="68"/>
                      <a:pt x="6" y="76"/>
                      <a:pt x="15" y="79"/>
                    </a:cubicBezTo>
                    <a:cubicBezTo>
                      <a:pt x="15" y="78"/>
                      <a:pt x="15" y="77"/>
                      <a:pt x="15" y="77"/>
                    </a:cubicBezTo>
                    <a:cubicBezTo>
                      <a:pt x="15" y="68"/>
                      <a:pt x="22" y="61"/>
                      <a:pt x="30" y="61"/>
                    </a:cubicBezTo>
                    <a:cubicBezTo>
                      <a:pt x="39" y="61"/>
                      <a:pt x="46" y="68"/>
                      <a:pt x="46" y="77"/>
                    </a:cubicBezTo>
                    <a:cubicBezTo>
                      <a:pt x="46" y="78"/>
                      <a:pt x="46" y="79"/>
                      <a:pt x="45" y="80"/>
                    </a:cubicBezTo>
                    <a:cubicBezTo>
                      <a:pt x="93" y="80"/>
                      <a:pt x="93" y="80"/>
                      <a:pt x="93" y="80"/>
                    </a:cubicBezTo>
                    <a:cubicBezTo>
                      <a:pt x="92" y="79"/>
                      <a:pt x="92" y="78"/>
                      <a:pt x="92" y="77"/>
                    </a:cubicBezTo>
                    <a:cubicBezTo>
                      <a:pt x="92" y="68"/>
                      <a:pt x="99" y="61"/>
                      <a:pt x="108" y="61"/>
                    </a:cubicBezTo>
                    <a:cubicBezTo>
                      <a:pt x="116" y="61"/>
                      <a:pt x="123" y="68"/>
                      <a:pt x="123" y="77"/>
                    </a:cubicBezTo>
                    <a:cubicBezTo>
                      <a:pt x="123" y="78"/>
                      <a:pt x="123" y="79"/>
                      <a:pt x="123" y="80"/>
                    </a:cubicBezTo>
                    <a:cubicBezTo>
                      <a:pt x="134" y="79"/>
                      <a:pt x="142" y="70"/>
                      <a:pt x="142" y="59"/>
                    </a:cubicBezTo>
                    <a:cubicBezTo>
                      <a:pt x="142" y="29"/>
                      <a:pt x="142" y="29"/>
                      <a:pt x="142" y="29"/>
                    </a:cubicBezTo>
                    <a:cubicBezTo>
                      <a:pt x="142" y="17"/>
                      <a:pt x="140" y="7"/>
                      <a:pt x="128" y="7"/>
                    </a:cubicBezTo>
                    <a:close/>
                    <a:moveTo>
                      <a:pt x="45" y="40"/>
                    </a:moveTo>
                    <a:cubicBezTo>
                      <a:pt x="16" y="40"/>
                      <a:pt x="16" y="40"/>
                      <a:pt x="16" y="40"/>
                    </a:cubicBezTo>
                    <a:cubicBezTo>
                      <a:pt x="19" y="25"/>
                      <a:pt x="19" y="25"/>
                      <a:pt x="19" y="25"/>
                    </a:cubicBezTo>
                    <a:cubicBezTo>
                      <a:pt x="20" y="25"/>
                      <a:pt x="20" y="24"/>
                      <a:pt x="20" y="22"/>
                    </a:cubicBezTo>
                    <a:cubicBezTo>
                      <a:pt x="22" y="15"/>
                      <a:pt x="30" y="16"/>
                      <a:pt x="30" y="16"/>
                    </a:cubicBezTo>
                    <a:cubicBezTo>
                      <a:pt x="45" y="16"/>
                      <a:pt x="45" y="16"/>
                      <a:pt x="45" y="16"/>
                    </a:cubicBezTo>
                    <a:lnTo>
                      <a:pt x="45" y="40"/>
                    </a:lnTo>
                    <a:close/>
                    <a:moveTo>
                      <a:pt x="104" y="46"/>
                    </a:moveTo>
                    <a:cubicBezTo>
                      <a:pt x="91" y="46"/>
                      <a:pt x="91" y="46"/>
                      <a:pt x="91" y="46"/>
                    </a:cubicBezTo>
                    <a:cubicBezTo>
                      <a:pt x="91" y="60"/>
                      <a:pt x="91" y="60"/>
                      <a:pt x="91" y="60"/>
                    </a:cubicBezTo>
                    <a:cubicBezTo>
                      <a:pt x="78" y="60"/>
                      <a:pt x="78" y="60"/>
                      <a:pt x="78" y="60"/>
                    </a:cubicBezTo>
                    <a:cubicBezTo>
                      <a:pt x="78" y="46"/>
                      <a:pt x="78" y="46"/>
                      <a:pt x="78" y="46"/>
                    </a:cubicBezTo>
                    <a:cubicBezTo>
                      <a:pt x="65" y="46"/>
                      <a:pt x="65" y="46"/>
                      <a:pt x="65" y="46"/>
                    </a:cubicBezTo>
                    <a:cubicBezTo>
                      <a:pt x="65" y="33"/>
                      <a:pt x="65" y="33"/>
                      <a:pt x="65" y="33"/>
                    </a:cubicBezTo>
                    <a:cubicBezTo>
                      <a:pt x="78" y="33"/>
                      <a:pt x="78" y="33"/>
                      <a:pt x="78" y="33"/>
                    </a:cubicBezTo>
                    <a:cubicBezTo>
                      <a:pt x="78" y="20"/>
                      <a:pt x="78" y="20"/>
                      <a:pt x="78" y="20"/>
                    </a:cubicBezTo>
                    <a:cubicBezTo>
                      <a:pt x="91" y="20"/>
                      <a:pt x="91" y="20"/>
                      <a:pt x="91" y="20"/>
                    </a:cubicBezTo>
                    <a:cubicBezTo>
                      <a:pt x="91" y="33"/>
                      <a:pt x="91" y="33"/>
                      <a:pt x="91" y="33"/>
                    </a:cubicBezTo>
                    <a:cubicBezTo>
                      <a:pt x="104" y="33"/>
                      <a:pt x="104" y="33"/>
                      <a:pt x="104" y="33"/>
                    </a:cubicBezTo>
                    <a:lnTo>
                      <a:pt x="104" y="46"/>
                    </a:lnTo>
                    <a:close/>
                    <a:moveTo>
                      <a:pt x="104" y="46"/>
                    </a:moveTo>
                    <a:cubicBezTo>
                      <a:pt x="104" y="46"/>
                      <a:pt x="104" y="46"/>
                      <a:pt x="104" y="46"/>
                    </a:cubicBezTo>
                  </a:path>
                </a:pathLst>
              </a:custGeom>
              <a:solidFill>
                <a:schemeClr val="bg1"/>
              </a:solidFill>
              <a:ln w="9525">
                <a:noFill/>
                <a:round/>
                <a:headEnd/>
                <a:tailEnd/>
              </a:ln>
            </p:spPr>
            <p:txBody>
              <a:bodyPr vert="horz" wrap="square" lIns="99246" tIns="49624" rIns="99246" bIns="49624" numCol="1" anchor="t" anchorCtr="0" compatLnSpc="1">
                <a:prstTxWarp prst="textNoShape">
                  <a:avLst/>
                </a:prstTxWarp>
              </a:bodyPr>
              <a:lstStyle/>
              <a:p>
                <a:pPr>
                  <a:lnSpc>
                    <a:spcPct val="120000"/>
                  </a:lnSpc>
                </a:pPr>
                <a:endParaRPr lang="en-US" sz="15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9" name="Freeform 93"/>
              <p:cNvSpPr>
                <a:spLocks noEditPoints="1"/>
              </p:cNvSpPr>
              <p:nvPr/>
            </p:nvSpPr>
            <p:spPr bwMode="auto">
              <a:xfrm>
                <a:off x="3924300" y="3960813"/>
                <a:ext cx="69850" cy="69850"/>
              </a:xfrm>
              <a:custGeom>
                <a:avLst/>
                <a:gdLst/>
                <a:ahLst/>
                <a:cxnLst>
                  <a:cxn ang="0">
                    <a:pos x="24" y="12"/>
                  </a:cxn>
                  <a:cxn ang="0">
                    <a:pos x="12" y="24"/>
                  </a:cxn>
                  <a:cxn ang="0">
                    <a:pos x="0" y="12"/>
                  </a:cxn>
                  <a:cxn ang="0">
                    <a:pos x="12" y="0"/>
                  </a:cxn>
                  <a:cxn ang="0">
                    <a:pos x="24" y="12"/>
                  </a:cxn>
                  <a:cxn ang="0">
                    <a:pos x="24" y="12"/>
                  </a:cxn>
                  <a:cxn ang="0">
                    <a:pos x="24" y="12"/>
                  </a:cxn>
                </a:cxnLst>
                <a:rect l="0" t="0" r="r" b="b"/>
                <a:pathLst>
                  <a:path w="24" h="24">
                    <a:moveTo>
                      <a:pt x="24" y="12"/>
                    </a:moveTo>
                    <a:cubicBezTo>
                      <a:pt x="24" y="19"/>
                      <a:pt x="19" y="24"/>
                      <a:pt x="12" y="24"/>
                    </a:cubicBezTo>
                    <a:cubicBezTo>
                      <a:pt x="5" y="24"/>
                      <a:pt x="0" y="19"/>
                      <a:pt x="0" y="12"/>
                    </a:cubicBezTo>
                    <a:cubicBezTo>
                      <a:pt x="0" y="5"/>
                      <a:pt x="5" y="0"/>
                      <a:pt x="12" y="0"/>
                    </a:cubicBezTo>
                    <a:cubicBezTo>
                      <a:pt x="19" y="0"/>
                      <a:pt x="24" y="5"/>
                      <a:pt x="24" y="12"/>
                    </a:cubicBezTo>
                    <a:close/>
                    <a:moveTo>
                      <a:pt x="24" y="12"/>
                    </a:moveTo>
                    <a:cubicBezTo>
                      <a:pt x="24" y="12"/>
                      <a:pt x="24" y="12"/>
                      <a:pt x="24" y="12"/>
                    </a:cubicBezTo>
                  </a:path>
                </a:pathLst>
              </a:custGeom>
              <a:solidFill>
                <a:schemeClr val="bg1"/>
              </a:solidFill>
              <a:ln w="9525">
                <a:noFill/>
                <a:round/>
                <a:headEnd/>
                <a:tailEnd/>
              </a:ln>
            </p:spPr>
            <p:txBody>
              <a:bodyPr vert="horz" wrap="square" lIns="99246" tIns="49624" rIns="99246" bIns="49624" numCol="1" anchor="t" anchorCtr="0" compatLnSpc="1">
                <a:prstTxWarp prst="textNoShape">
                  <a:avLst/>
                </a:prstTxWarp>
              </a:bodyPr>
              <a:lstStyle/>
              <a:p>
                <a:pPr>
                  <a:lnSpc>
                    <a:spcPct val="120000"/>
                  </a:lnSpc>
                </a:pPr>
                <a:endParaRPr lang="en-US" sz="15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0" name="Freeform 94"/>
              <p:cNvSpPr>
                <a:spLocks noEditPoints="1"/>
              </p:cNvSpPr>
              <p:nvPr/>
            </p:nvSpPr>
            <p:spPr bwMode="auto">
              <a:xfrm>
                <a:off x="4149725" y="3960813"/>
                <a:ext cx="73025" cy="69850"/>
              </a:xfrm>
              <a:custGeom>
                <a:avLst/>
                <a:gdLst/>
                <a:ahLst/>
                <a:cxnLst>
                  <a:cxn ang="0">
                    <a:pos x="25" y="12"/>
                  </a:cxn>
                  <a:cxn ang="0">
                    <a:pos x="12" y="24"/>
                  </a:cxn>
                  <a:cxn ang="0">
                    <a:pos x="0" y="12"/>
                  </a:cxn>
                  <a:cxn ang="0">
                    <a:pos x="12" y="0"/>
                  </a:cxn>
                  <a:cxn ang="0">
                    <a:pos x="25" y="12"/>
                  </a:cxn>
                  <a:cxn ang="0">
                    <a:pos x="25" y="12"/>
                  </a:cxn>
                  <a:cxn ang="0">
                    <a:pos x="25" y="12"/>
                  </a:cxn>
                </a:cxnLst>
                <a:rect l="0" t="0" r="r" b="b"/>
                <a:pathLst>
                  <a:path w="25" h="24">
                    <a:moveTo>
                      <a:pt x="25" y="12"/>
                    </a:moveTo>
                    <a:cubicBezTo>
                      <a:pt x="25" y="19"/>
                      <a:pt x="19" y="24"/>
                      <a:pt x="12" y="24"/>
                    </a:cubicBezTo>
                    <a:cubicBezTo>
                      <a:pt x="6" y="24"/>
                      <a:pt x="0" y="19"/>
                      <a:pt x="0" y="12"/>
                    </a:cubicBezTo>
                    <a:cubicBezTo>
                      <a:pt x="0" y="5"/>
                      <a:pt x="6" y="0"/>
                      <a:pt x="12" y="0"/>
                    </a:cubicBezTo>
                    <a:cubicBezTo>
                      <a:pt x="19" y="0"/>
                      <a:pt x="25" y="5"/>
                      <a:pt x="25" y="12"/>
                    </a:cubicBezTo>
                    <a:close/>
                    <a:moveTo>
                      <a:pt x="25" y="12"/>
                    </a:moveTo>
                    <a:cubicBezTo>
                      <a:pt x="25" y="12"/>
                      <a:pt x="25" y="12"/>
                      <a:pt x="25" y="12"/>
                    </a:cubicBezTo>
                  </a:path>
                </a:pathLst>
              </a:custGeom>
              <a:solidFill>
                <a:schemeClr val="bg1"/>
              </a:solidFill>
              <a:ln w="9525">
                <a:noFill/>
                <a:round/>
                <a:headEnd/>
                <a:tailEnd/>
              </a:ln>
            </p:spPr>
            <p:txBody>
              <a:bodyPr vert="horz" wrap="square" lIns="99246" tIns="49624" rIns="99246" bIns="49624" numCol="1" anchor="t" anchorCtr="0" compatLnSpc="1">
                <a:prstTxWarp prst="textNoShape">
                  <a:avLst/>
                </a:prstTxWarp>
              </a:bodyPr>
              <a:lstStyle/>
              <a:p>
                <a:pPr>
                  <a:lnSpc>
                    <a:spcPct val="120000"/>
                  </a:lnSpc>
                </a:pPr>
                <a:endParaRPr lang="en-US" sz="15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graphicFrame>
        <p:nvGraphicFramePr>
          <p:cNvPr id="61" name="Chart 60"/>
          <p:cNvGraphicFramePr/>
          <p:nvPr>
            <p:extLst>
              <p:ext uri="{D42A27DB-BD31-4B8C-83A1-F6EECF244321}">
                <p14:modId xmlns:p14="http://schemas.microsoft.com/office/powerpoint/2010/main" val="211588891"/>
              </p:ext>
            </p:extLst>
          </p:nvPr>
        </p:nvGraphicFramePr>
        <p:xfrm>
          <a:off x="5205107" y="1420416"/>
          <a:ext cx="2845585" cy="1645195"/>
        </p:xfrm>
        <a:graphic>
          <a:graphicData uri="http://schemas.openxmlformats.org/drawingml/2006/chart">
            <c:chart xmlns:c="http://schemas.openxmlformats.org/drawingml/2006/chart" xmlns:r="http://schemas.openxmlformats.org/officeDocument/2006/relationships" r:id="rId3"/>
          </a:graphicData>
        </a:graphic>
      </p:graphicFrame>
      <p:sp>
        <p:nvSpPr>
          <p:cNvPr id="62" name="TextBox 61"/>
          <p:cNvSpPr txBox="1"/>
          <p:nvPr/>
        </p:nvSpPr>
        <p:spPr>
          <a:xfrm>
            <a:off x="5543962" y="3205736"/>
            <a:ext cx="2481144" cy="184698"/>
          </a:xfrm>
          <a:prstGeom prst="rect">
            <a:avLst/>
          </a:prstGeom>
          <a:noFill/>
        </p:spPr>
        <p:txBody>
          <a:bodyPr wrap="square" lIns="0" tIns="0" rIns="0" bIns="0" rtlCol="0">
            <a:spAutoFit/>
          </a:bodyPr>
          <a:lstStyle/>
          <a:p>
            <a:pPr>
              <a:lnSpc>
                <a:spcPct val="120000"/>
              </a:lnSpc>
            </a:pPr>
            <a:r>
              <a:rPr lang="en-US" altLang="zh-CN" sz="5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US" sz="5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4" name="Flowchart: Off-page Connector 63"/>
          <p:cNvSpPr/>
          <p:nvPr/>
        </p:nvSpPr>
        <p:spPr>
          <a:xfrm rot="16200000">
            <a:off x="5306754" y="3189107"/>
            <a:ext cx="186378" cy="244180"/>
          </a:xfrm>
          <a:prstGeom prst="flowChartOffpage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5034" tIns="32517" rIns="65034" bIns="32517" rtlCol="0" anchor="ctr"/>
          <a:lstStyle/>
          <a:p>
            <a:pPr algn="ctr">
              <a:lnSpc>
                <a:spcPct val="120000"/>
              </a:lnSpc>
            </a:pPr>
            <a:endParaRPr lang="en-US" sz="15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5" name="TextBox 64"/>
          <p:cNvSpPr txBox="1"/>
          <p:nvPr/>
        </p:nvSpPr>
        <p:spPr>
          <a:xfrm>
            <a:off x="5543968" y="3625969"/>
            <a:ext cx="2481143" cy="184698"/>
          </a:xfrm>
          <a:prstGeom prst="rect">
            <a:avLst/>
          </a:prstGeom>
          <a:noFill/>
        </p:spPr>
        <p:txBody>
          <a:bodyPr wrap="square" lIns="0" tIns="0" rIns="0" bIns="0" rtlCol="0">
            <a:spAutoFit/>
          </a:bodyPr>
          <a:lstStyle/>
          <a:p>
            <a:pPr>
              <a:lnSpc>
                <a:spcPct val="120000"/>
              </a:lnSpc>
            </a:pPr>
            <a:r>
              <a:rPr lang="en-US" altLang="zh-CN" sz="5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US" sz="5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6" name="Flowchart: Off-page Connector 65"/>
          <p:cNvSpPr/>
          <p:nvPr/>
        </p:nvSpPr>
        <p:spPr>
          <a:xfrm rot="16200000">
            <a:off x="5306754" y="3613602"/>
            <a:ext cx="186378" cy="244180"/>
          </a:xfrm>
          <a:prstGeom prst="flowChartOffpage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5034" tIns="32517" rIns="65034" bIns="32517" rtlCol="0" anchor="ctr"/>
          <a:lstStyle/>
          <a:p>
            <a:pPr algn="ctr">
              <a:lnSpc>
                <a:spcPct val="120000"/>
              </a:lnSpc>
            </a:pPr>
            <a:endParaRPr lang="en-US" sz="15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7" name="TextBox 66"/>
          <p:cNvSpPr txBox="1"/>
          <p:nvPr/>
        </p:nvSpPr>
        <p:spPr>
          <a:xfrm>
            <a:off x="5543968" y="4069203"/>
            <a:ext cx="2481143" cy="184698"/>
          </a:xfrm>
          <a:prstGeom prst="rect">
            <a:avLst/>
          </a:prstGeom>
          <a:noFill/>
        </p:spPr>
        <p:txBody>
          <a:bodyPr wrap="square" lIns="0" tIns="0" rIns="0" bIns="0" rtlCol="0">
            <a:spAutoFit/>
          </a:bodyPr>
          <a:lstStyle/>
          <a:p>
            <a:pPr>
              <a:lnSpc>
                <a:spcPct val="120000"/>
              </a:lnSpc>
            </a:pPr>
            <a:r>
              <a:rPr lang="en-US" altLang="zh-CN" sz="5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US" sz="5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8" name="Flowchart: Off-page Connector 67"/>
          <p:cNvSpPr/>
          <p:nvPr/>
        </p:nvSpPr>
        <p:spPr>
          <a:xfrm rot="16200000">
            <a:off x="5306754" y="4053260"/>
            <a:ext cx="186378" cy="244180"/>
          </a:xfrm>
          <a:prstGeom prst="flowChartOffpageConnector">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5034" tIns="32517" rIns="65034" bIns="32517" rtlCol="0" anchor="ctr"/>
          <a:lstStyle/>
          <a:p>
            <a:pPr algn="ctr">
              <a:lnSpc>
                <a:spcPct val="120000"/>
              </a:lnSpc>
            </a:pPr>
            <a:endParaRPr lang="en-US" sz="1500" dirty="0">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55" name="图片 5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137905" y="61236"/>
            <a:ext cx="979629" cy="909108"/>
          </a:xfrm>
          <a:prstGeom prst="rect">
            <a:avLst/>
          </a:prstGeom>
        </p:spPr>
      </p:pic>
    </p:spTree>
    <p:extLst>
      <p:ext uri="{BB962C8B-B14F-4D97-AF65-F5344CB8AC3E}">
        <p14:creationId xmlns:p14="http://schemas.microsoft.com/office/powerpoint/2010/main" val="603902447"/>
      </p:ext>
    </p:extLst>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accel="50000" decel="5000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p:cTn id="19" dur="500" fill="hold"/>
                                        <p:tgtEl>
                                          <p:spTgt spid="14"/>
                                        </p:tgtEl>
                                        <p:attrNameLst>
                                          <p:attrName>ppt_w</p:attrName>
                                        </p:attrNameLst>
                                      </p:cBhvr>
                                      <p:tavLst>
                                        <p:tav tm="0">
                                          <p:val>
                                            <p:fltVal val="0"/>
                                          </p:val>
                                        </p:tav>
                                        <p:tav tm="100000">
                                          <p:val>
                                            <p:strVal val="#ppt_w"/>
                                          </p:val>
                                        </p:tav>
                                      </p:tavLst>
                                    </p:anim>
                                    <p:anim calcmode="lin" valueType="num">
                                      <p:cBhvr>
                                        <p:cTn id="20" dur="500" fill="hold"/>
                                        <p:tgtEl>
                                          <p:spTgt spid="14"/>
                                        </p:tgtEl>
                                        <p:attrNameLst>
                                          <p:attrName>ppt_h</p:attrName>
                                        </p:attrNameLst>
                                      </p:cBhvr>
                                      <p:tavLst>
                                        <p:tav tm="0">
                                          <p:val>
                                            <p:fltVal val="0"/>
                                          </p:val>
                                        </p:tav>
                                        <p:tav tm="100000">
                                          <p:val>
                                            <p:strVal val="#ppt_h"/>
                                          </p:val>
                                        </p:tav>
                                      </p:tavLst>
                                    </p:anim>
                                    <p:animEffect transition="in" filter="fade">
                                      <p:cBhvr>
                                        <p:cTn id="21" dur="500"/>
                                        <p:tgtEl>
                                          <p:spTgt spid="14"/>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3"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strips(upRight)">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2" accel="50000" decel="50000"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1+#ppt_w/2"/>
                                          </p:val>
                                        </p:tav>
                                        <p:tav tm="100000">
                                          <p:val>
                                            <p:strVal val="#ppt_x"/>
                                          </p:val>
                                        </p:tav>
                                      </p:tavLst>
                                    </p:anim>
                                    <p:anim calcmode="lin" valueType="num">
                                      <p:cBhvr additive="base">
                                        <p:cTn id="32"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accel="50000" decel="5000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anim calcmode="lin" valueType="num">
                                      <p:cBhvr additive="base">
                                        <p:cTn id="37" dur="500" fill="hold"/>
                                        <p:tgtEl>
                                          <p:spTgt spid="23"/>
                                        </p:tgtEl>
                                        <p:attrNameLst>
                                          <p:attrName>ppt_x</p:attrName>
                                        </p:attrNameLst>
                                      </p:cBhvr>
                                      <p:tavLst>
                                        <p:tav tm="0">
                                          <p:val>
                                            <p:strVal val="#ppt_x"/>
                                          </p:val>
                                        </p:tav>
                                        <p:tav tm="100000">
                                          <p:val>
                                            <p:strVal val="#ppt_x"/>
                                          </p:val>
                                        </p:tav>
                                      </p:tavLst>
                                    </p:anim>
                                    <p:anim calcmode="lin" valueType="num">
                                      <p:cBhvr additive="base">
                                        <p:cTn id="3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accel="50000" decel="50000" fill="hold" nodeType="click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additive="base">
                                        <p:cTn id="43" dur="500" fill="hold"/>
                                        <p:tgtEl>
                                          <p:spTgt spid="8"/>
                                        </p:tgtEl>
                                        <p:attrNameLst>
                                          <p:attrName>ppt_x</p:attrName>
                                        </p:attrNameLst>
                                      </p:cBhvr>
                                      <p:tavLst>
                                        <p:tav tm="0">
                                          <p:val>
                                            <p:strVal val="0-#ppt_w/2"/>
                                          </p:val>
                                        </p:tav>
                                        <p:tav tm="100000">
                                          <p:val>
                                            <p:strVal val="#ppt_x"/>
                                          </p:val>
                                        </p:tav>
                                      </p:tavLst>
                                    </p:anim>
                                    <p:anim calcmode="lin" valueType="num">
                                      <p:cBhvr additive="base">
                                        <p:cTn id="4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53" presetClass="entr" presetSubtype="0" fill="hold" grpId="0" nodeType="clickEffect">
                                  <p:stCondLst>
                                    <p:cond delay="0"/>
                                  </p:stCondLst>
                                  <p:childTnLst>
                                    <p:set>
                                      <p:cBhvr>
                                        <p:cTn id="48" dur="1" fill="hold">
                                          <p:stCondLst>
                                            <p:cond delay="0"/>
                                          </p:stCondLst>
                                        </p:cTn>
                                        <p:tgtEl>
                                          <p:spTgt spid="29"/>
                                        </p:tgtEl>
                                        <p:attrNameLst>
                                          <p:attrName>style.visibility</p:attrName>
                                        </p:attrNameLst>
                                      </p:cBhvr>
                                      <p:to>
                                        <p:strVal val="visible"/>
                                      </p:to>
                                    </p:set>
                                    <p:anim calcmode="lin" valueType="num">
                                      <p:cBhvr>
                                        <p:cTn id="49" dur="500" fill="hold"/>
                                        <p:tgtEl>
                                          <p:spTgt spid="29"/>
                                        </p:tgtEl>
                                        <p:attrNameLst>
                                          <p:attrName>ppt_w</p:attrName>
                                        </p:attrNameLst>
                                      </p:cBhvr>
                                      <p:tavLst>
                                        <p:tav tm="0">
                                          <p:val>
                                            <p:fltVal val="0"/>
                                          </p:val>
                                        </p:tav>
                                        <p:tav tm="100000">
                                          <p:val>
                                            <p:strVal val="#ppt_w"/>
                                          </p:val>
                                        </p:tav>
                                      </p:tavLst>
                                    </p:anim>
                                    <p:anim calcmode="lin" valueType="num">
                                      <p:cBhvr>
                                        <p:cTn id="50" dur="500" fill="hold"/>
                                        <p:tgtEl>
                                          <p:spTgt spid="29"/>
                                        </p:tgtEl>
                                        <p:attrNameLst>
                                          <p:attrName>ppt_h</p:attrName>
                                        </p:attrNameLst>
                                      </p:cBhvr>
                                      <p:tavLst>
                                        <p:tav tm="0">
                                          <p:val>
                                            <p:fltVal val="0"/>
                                          </p:val>
                                        </p:tav>
                                        <p:tav tm="100000">
                                          <p:val>
                                            <p:strVal val="#ppt_h"/>
                                          </p:val>
                                        </p:tav>
                                      </p:tavLst>
                                    </p:anim>
                                    <p:animEffect transition="in" filter="fade">
                                      <p:cBhvr>
                                        <p:cTn id="51" dur="500"/>
                                        <p:tgtEl>
                                          <p:spTgt spid="29"/>
                                        </p:tgtEl>
                                      </p:cBhvr>
                                    </p:animEffect>
                                  </p:childTnLst>
                                </p:cTn>
                              </p:par>
                            </p:childTnLst>
                          </p:cTn>
                        </p:par>
                      </p:childTnLst>
                    </p:cTn>
                  </p:par>
                  <p:par>
                    <p:cTn id="52" fill="hold">
                      <p:stCondLst>
                        <p:cond delay="indefinite"/>
                      </p:stCondLst>
                      <p:childTnLst>
                        <p:par>
                          <p:cTn id="53" fill="hold">
                            <p:stCondLst>
                              <p:cond delay="0"/>
                            </p:stCondLst>
                            <p:childTnLst>
                              <p:par>
                                <p:cTn id="54" presetID="18" presetClass="entr" presetSubtype="3" fill="hold" nodeType="click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strips(upRight)">
                                      <p:cBhvr>
                                        <p:cTn id="56" dur="500"/>
                                        <p:tgtEl>
                                          <p:spTgt spid="25"/>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ntr" presetSubtype="2" accel="50000" decel="50000" fill="hold" nodeType="clickEffect">
                                  <p:stCondLst>
                                    <p:cond delay="0"/>
                                  </p:stCondLst>
                                  <p:childTnLst>
                                    <p:set>
                                      <p:cBhvr>
                                        <p:cTn id="60" dur="1" fill="hold">
                                          <p:stCondLst>
                                            <p:cond delay="0"/>
                                          </p:stCondLst>
                                        </p:cTn>
                                        <p:tgtEl>
                                          <p:spTgt spid="7"/>
                                        </p:tgtEl>
                                        <p:attrNameLst>
                                          <p:attrName>style.visibility</p:attrName>
                                        </p:attrNameLst>
                                      </p:cBhvr>
                                      <p:to>
                                        <p:strVal val="visible"/>
                                      </p:to>
                                    </p:set>
                                    <p:anim calcmode="lin" valueType="num">
                                      <p:cBhvr additive="base">
                                        <p:cTn id="61" dur="500" fill="hold"/>
                                        <p:tgtEl>
                                          <p:spTgt spid="7"/>
                                        </p:tgtEl>
                                        <p:attrNameLst>
                                          <p:attrName>ppt_x</p:attrName>
                                        </p:attrNameLst>
                                      </p:cBhvr>
                                      <p:tavLst>
                                        <p:tav tm="0">
                                          <p:val>
                                            <p:strVal val="1+#ppt_w/2"/>
                                          </p:val>
                                        </p:tav>
                                        <p:tav tm="100000">
                                          <p:val>
                                            <p:strVal val="#ppt_x"/>
                                          </p:val>
                                        </p:tav>
                                      </p:tavLst>
                                    </p:anim>
                                    <p:anim calcmode="lin" valueType="num">
                                      <p:cBhvr additive="base">
                                        <p:cTn id="62"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accel="50000" decel="50000" fill="hold" grpId="0" nodeType="clickEffect">
                                  <p:stCondLst>
                                    <p:cond delay="0"/>
                                  </p:stCondLst>
                                  <p:childTnLst>
                                    <p:set>
                                      <p:cBhvr>
                                        <p:cTn id="66" dur="1" fill="hold">
                                          <p:stCondLst>
                                            <p:cond delay="0"/>
                                          </p:stCondLst>
                                        </p:cTn>
                                        <p:tgtEl>
                                          <p:spTgt spid="45"/>
                                        </p:tgtEl>
                                        <p:attrNameLst>
                                          <p:attrName>style.visibility</p:attrName>
                                        </p:attrNameLst>
                                      </p:cBhvr>
                                      <p:to>
                                        <p:strVal val="visible"/>
                                      </p:to>
                                    </p:set>
                                    <p:anim calcmode="lin" valueType="num">
                                      <p:cBhvr additive="base">
                                        <p:cTn id="67" dur="500" fill="hold"/>
                                        <p:tgtEl>
                                          <p:spTgt spid="45"/>
                                        </p:tgtEl>
                                        <p:attrNameLst>
                                          <p:attrName>ppt_x</p:attrName>
                                        </p:attrNameLst>
                                      </p:cBhvr>
                                      <p:tavLst>
                                        <p:tav tm="0">
                                          <p:val>
                                            <p:strVal val="#ppt_x"/>
                                          </p:val>
                                        </p:tav>
                                        <p:tav tm="100000">
                                          <p:val>
                                            <p:strVal val="#ppt_x"/>
                                          </p:val>
                                        </p:tav>
                                      </p:tavLst>
                                    </p:anim>
                                    <p:anim calcmode="lin" valueType="num">
                                      <p:cBhvr additive="base">
                                        <p:cTn id="68"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accel="50000" decel="50000" fill="hold" nodeType="clickEffect">
                                  <p:stCondLst>
                                    <p:cond delay="0"/>
                                  </p:stCondLst>
                                  <p:childTnLst>
                                    <p:set>
                                      <p:cBhvr>
                                        <p:cTn id="72" dur="1" fill="hold">
                                          <p:stCondLst>
                                            <p:cond delay="0"/>
                                          </p:stCondLst>
                                        </p:cTn>
                                        <p:tgtEl>
                                          <p:spTgt spid="15"/>
                                        </p:tgtEl>
                                        <p:attrNameLst>
                                          <p:attrName>style.visibility</p:attrName>
                                        </p:attrNameLst>
                                      </p:cBhvr>
                                      <p:to>
                                        <p:strVal val="visible"/>
                                      </p:to>
                                    </p:set>
                                    <p:anim calcmode="lin" valueType="num">
                                      <p:cBhvr additive="base">
                                        <p:cTn id="73" dur="500" fill="hold"/>
                                        <p:tgtEl>
                                          <p:spTgt spid="15"/>
                                        </p:tgtEl>
                                        <p:attrNameLst>
                                          <p:attrName>ppt_x</p:attrName>
                                        </p:attrNameLst>
                                      </p:cBhvr>
                                      <p:tavLst>
                                        <p:tav tm="0">
                                          <p:val>
                                            <p:strVal val="0-#ppt_w/2"/>
                                          </p:val>
                                        </p:tav>
                                        <p:tav tm="100000">
                                          <p:val>
                                            <p:strVal val="#ppt_x"/>
                                          </p:val>
                                        </p:tav>
                                      </p:tavLst>
                                    </p:anim>
                                    <p:anim calcmode="lin" valueType="num">
                                      <p:cBhvr additive="base">
                                        <p:cTn id="74"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53" presetClass="entr" presetSubtype="0" fill="hold" grpId="0" nodeType="clickEffect">
                                  <p:stCondLst>
                                    <p:cond delay="0"/>
                                  </p:stCondLst>
                                  <p:childTnLst>
                                    <p:set>
                                      <p:cBhvr>
                                        <p:cTn id="78" dur="1" fill="hold">
                                          <p:stCondLst>
                                            <p:cond delay="0"/>
                                          </p:stCondLst>
                                        </p:cTn>
                                        <p:tgtEl>
                                          <p:spTgt spid="51"/>
                                        </p:tgtEl>
                                        <p:attrNameLst>
                                          <p:attrName>style.visibility</p:attrName>
                                        </p:attrNameLst>
                                      </p:cBhvr>
                                      <p:to>
                                        <p:strVal val="visible"/>
                                      </p:to>
                                    </p:set>
                                    <p:anim calcmode="lin" valueType="num">
                                      <p:cBhvr>
                                        <p:cTn id="79" dur="500" fill="hold"/>
                                        <p:tgtEl>
                                          <p:spTgt spid="51"/>
                                        </p:tgtEl>
                                        <p:attrNameLst>
                                          <p:attrName>ppt_w</p:attrName>
                                        </p:attrNameLst>
                                      </p:cBhvr>
                                      <p:tavLst>
                                        <p:tav tm="0">
                                          <p:val>
                                            <p:fltVal val="0"/>
                                          </p:val>
                                        </p:tav>
                                        <p:tav tm="100000">
                                          <p:val>
                                            <p:strVal val="#ppt_w"/>
                                          </p:val>
                                        </p:tav>
                                      </p:tavLst>
                                    </p:anim>
                                    <p:anim calcmode="lin" valueType="num">
                                      <p:cBhvr>
                                        <p:cTn id="80" dur="500" fill="hold"/>
                                        <p:tgtEl>
                                          <p:spTgt spid="51"/>
                                        </p:tgtEl>
                                        <p:attrNameLst>
                                          <p:attrName>ppt_h</p:attrName>
                                        </p:attrNameLst>
                                      </p:cBhvr>
                                      <p:tavLst>
                                        <p:tav tm="0">
                                          <p:val>
                                            <p:fltVal val="0"/>
                                          </p:val>
                                        </p:tav>
                                        <p:tav tm="100000">
                                          <p:val>
                                            <p:strVal val="#ppt_h"/>
                                          </p:val>
                                        </p:tav>
                                      </p:tavLst>
                                    </p:anim>
                                    <p:animEffect transition="in" filter="fade">
                                      <p:cBhvr>
                                        <p:cTn id="81" dur="500"/>
                                        <p:tgtEl>
                                          <p:spTgt spid="51"/>
                                        </p:tgtEl>
                                      </p:cBhvr>
                                    </p:animEffect>
                                  </p:childTnLst>
                                </p:cTn>
                              </p:par>
                            </p:childTnLst>
                          </p:cTn>
                        </p:par>
                      </p:childTnLst>
                    </p:cTn>
                  </p:par>
                  <p:par>
                    <p:cTn id="82" fill="hold">
                      <p:stCondLst>
                        <p:cond delay="indefinite"/>
                      </p:stCondLst>
                      <p:childTnLst>
                        <p:par>
                          <p:cTn id="83" fill="hold">
                            <p:stCondLst>
                              <p:cond delay="0"/>
                            </p:stCondLst>
                            <p:childTnLst>
                              <p:par>
                                <p:cTn id="84" presetID="18" presetClass="entr" presetSubtype="3" fill="hold" nodeType="clickEffect">
                                  <p:stCondLst>
                                    <p:cond delay="0"/>
                                  </p:stCondLst>
                                  <p:childTnLst>
                                    <p:set>
                                      <p:cBhvr>
                                        <p:cTn id="85" dur="1" fill="hold">
                                          <p:stCondLst>
                                            <p:cond delay="0"/>
                                          </p:stCondLst>
                                        </p:cTn>
                                        <p:tgtEl>
                                          <p:spTgt spid="47"/>
                                        </p:tgtEl>
                                        <p:attrNameLst>
                                          <p:attrName>style.visibility</p:attrName>
                                        </p:attrNameLst>
                                      </p:cBhvr>
                                      <p:to>
                                        <p:strVal val="visible"/>
                                      </p:to>
                                    </p:set>
                                    <p:animEffect transition="in" filter="strips(upRight)">
                                      <p:cBhvr>
                                        <p:cTn id="86" dur="500"/>
                                        <p:tgtEl>
                                          <p:spTgt spid="47"/>
                                        </p:tgtEl>
                                      </p:cBhvr>
                                    </p:animEffect>
                                  </p:childTnLst>
                                </p:cTn>
                              </p:par>
                            </p:childTnLst>
                          </p:cTn>
                        </p:par>
                      </p:childTnLst>
                    </p:cTn>
                  </p:par>
                  <p:par>
                    <p:cTn id="87" fill="hold">
                      <p:stCondLst>
                        <p:cond delay="indefinite"/>
                      </p:stCondLst>
                      <p:childTnLst>
                        <p:par>
                          <p:cTn id="88" fill="hold">
                            <p:stCondLst>
                              <p:cond delay="0"/>
                            </p:stCondLst>
                            <p:childTnLst>
                              <p:par>
                                <p:cTn id="89" presetID="2" presetClass="entr" presetSubtype="2" accel="50000" decel="50000" fill="hold" nodeType="clickEffect">
                                  <p:stCondLst>
                                    <p:cond delay="0"/>
                                  </p:stCondLst>
                                  <p:childTnLst>
                                    <p:set>
                                      <p:cBhvr>
                                        <p:cTn id="90" dur="1" fill="hold">
                                          <p:stCondLst>
                                            <p:cond delay="0"/>
                                          </p:stCondLst>
                                        </p:cTn>
                                        <p:tgtEl>
                                          <p:spTgt spid="11"/>
                                        </p:tgtEl>
                                        <p:attrNameLst>
                                          <p:attrName>style.visibility</p:attrName>
                                        </p:attrNameLst>
                                      </p:cBhvr>
                                      <p:to>
                                        <p:strVal val="visible"/>
                                      </p:to>
                                    </p:set>
                                    <p:anim calcmode="lin" valueType="num">
                                      <p:cBhvr additive="base">
                                        <p:cTn id="91" dur="500" fill="hold"/>
                                        <p:tgtEl>
                                          <p:spTgt spid="11"/>
                                        </p:tgtEl>
                                        <p:attrNameLst>
                                          <p:attrName>ppt_x</p:attrName>
                                        </p:attrNameLst>
                                      </p:cBhvr>
                                      <p:tavLst>
                                        <p:tav tm="0">
                                          <p:val>
                                            <p:strVal val="1+#ppt_w/2"/>
                                          </p:val>
                                        </p:tav>
                                        <p:tav tm="100000">
                                          <p:val>
                                            <p:strVal val="#ppt_x"/>
                                          </p:val>
                                        </p:tav>
                                      </p:tavLst>
                                    </p:anim>
                                    <p:anim calcmode="lin" valueType="num">
                                      <p:cBhvr additive="base">
                                        <p:cTn id="92"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61">
                                            <p:graphicEl>
                                              <a:chart seriesIdx="-3" categoryIdx="-3" bldStep="gridLegend"/>
                                            </p:graphicEl>
                                          </p:spTgt>
                                        </p:tgtEl>
                                        <p:attrNameLst>
                                          <p:attrName>style.visibility</p:attrName>
                                        </p:attrNameLst>
                                      </p:cBhvr>
                                      <p:to>
                                        <p:strVal val="visible"/>
                                      </p:to>
                                    </p:set>
                                    <p:animEffect transition="in" filter="fade">
                                      <p:cBhvr>
                                        <p:cTn id="97" dur="1000"/>
                                        <p:tgtEl>
                                          <p:spTgt spid="61">
                                            <p:graphicEl>
                                              <a:chart seriesIdx="-3" categoryIdx="-3" bldStep="gridLegend"/>
                                            </p:graphicEl>
                                          </p:spTgt>
                                        </p:tgtEl>
                                      </p:cBhvr>
                                    </p:animEffect>
                                  </p:childTnLst>
                                </p:cTn>
                              </p:par>
                            </p:childTnLst>
                          </p:cTn>
                        </p:par>
                      </p:childTnLst>
                    </p:cTn>
                  </p:par>
                  <p:par>
                    <p:cTn id="98" fill="hold">
                      <p:stCondLst>
                        <p:cond delay="indefinite"/>
                      </p:stCondLst>
                      <p:childTnLst>
                        <p:par>
                          <p:cTn id="99" fill="hold">
                            <p:stCondLst>
                              <p:cond delay="0"/>
                            </p:stCondLst>
                            <p:childTnLst>
                              <p:par>
                                <p:cTn id="100" presetID="18" presetClass="entr" presetSubtype="3" fill="hold" grpId="0" nodeType="clickEffect">
                                  <p:stCondLst>
                                    <p:cond delay="0"/>
                                  </p:stCondLst>
                                  <p:childTnLst>
                                    <p:set>
                                      <p:cBhvr>
                                        <p:cTn id="101" dur="1" fill="hold">
                                          <p:stCondLst>
                                            <p:cond delay="0"/>
                                          </p:stCondLst>
                                        </p:cTn>
                                        <p:tgtEl>
                                          <p:spTgt spid="61">
                                            <p:graphicEl>
                                              <a:chart seriesIdx="0" categoryIdx="-4" bldStep="series"/>
                                            </p:graphicEl>
                                          </p:spTgt>
                                        </p:tgtEl>
                                        <p:attrNameLst>
                                          <p:attrName>style.visibility</p:attrName>
                                        </p:attrNameLst>
                                      </p:cBhvr>
                                      <p:to>
                                        <p:strVal val="visible"/>
                                      </p:to>
                                    </p:set>
                                    <p:animEffect transition="in" filter="strips(upRight)">
                                      <p:cBhvr>
                                        <p:cTn id="102" dur="1000"/>
                                        <p:tgtEl>
                                          <p:spTgt spid="61">
                                            <p:graphicEl>
                                              <a:chart seriesIdx="0" categoryIdx="-4" bldStep="series"/>
                                            </p:graphicEl>
                                          </p:spTgt>
                                        </p:tgtEl>
                                      </p:cBhvr>
                                    </p:animEffect>
                                  </p:childTnLst>
                                </p:cTn>
                              </p:par>
                            </p:childTnLst>
                          </p:cTn>
                        </p:par>
                      </p:childTnLst>
                    </p:cTn>
                  </p:par>
                  <p:par>
                    <p:cTn id="103" fill="hold">
                      <p:stCondLst>
                        <p:cond delay="indefinite"/>
                      </p:stCondLst>
                      <p:childTnLst>
                        <p:par>
                          <p:cTn id="104" fill="hold">
                            <p:stCondLst>
                              <p:cond delay="0"/>
                            </p:stCondLst>
                            <p:childTnLst>
                              <p:par>
                                <p:cTn id="105" presetID="18" presetClass="entr" presetSubtype="3" fill="hold" grpId="0" nodeType="clickEffect">
                                  <p:stCondLst>
                                    <p:cond delay="0"/>
                                  </p:stCondLst>
                                  <p:childTnLst>
                                    <p:set>
                                      <p:cBhvr>
                                        <p:cTn id="106" dur="1" fill="hold">
                                          <p:stCondLst>
                                            <p:cond delay="0"/>
                                          </p:stCondLst>
                                        </p:cTn>
                                        <p:tgtEl>
                                          <p:spTgt spid="61">
                                            <p:graphicEl>
                                              <a:chart seriesIdx="1" categoryIdx="-4" bldStep="series"/>
                                            </p:graphicEl>
                                          </p:spTgt>
                                        </p:tgtEl>
                                        <p:attrNameLst>
                                          <p:attrName>style.visibility</p:attrName>
                                        </p:attrNameLst>
                                      </p:cBhvr>
                                      <p:to>
                                        <p:strVal val="visible"/>
                                      </p:to>
                                    </p:set>
                                    <p:animEffect transition="in" filter="strips(upRight)">
                                      <p:cBhvr>
                                        <p:cTn id="107" dur="1000"/>
                                        <p:tgtEl>
                                          <p:spTgt spid="61">
                                            <p:graphicEl>
                                              <a:chart seriesIdx="1" categoryIdx="-4" bldStep="series"/>
                                            </p:graphicEl>
                                          </p:spTgt>
                                        </p:tgtEl>
                                      </p:cBhvr>
                                    </p:animEffect>
                                  </p:childTnLst>
                                </p:cTn>
                              </p:par>
                            </p:childTnLst>
                          </p:cTn>
                        </p:par>
                      </p:childTnLst>
                    </p:cTn>
                  </p:par>
                  <p:par>
                    <p:cTn id="108" fill="hold">
                      <p:stCondLst>
                        <p:cond delay="indefinite"/>
                      </p:stCondLst>
                      <p:childTnLst>
                        <p:par>
                          <p:cTn id="109" fill="hold">
                            <p:stCondLst>
                              <p:cond delay="0"/>
                            </p:stCondLst>
                            <p:childTnLst>
                              <p:par>
                                <p:cTn id="110" presetID="18" presetClass="entr" presetSubtype="3" fill="hold" grpId="0" nodeType="clickEffect">
                                  <p:stCondLst>
                                    <p:cond delay="0"/>
                                  </p:stCondLst>
                                  <p:childTnLst>
                                    <p:set>
                                      <p:cBhvr>
                                        <p:cTn id="111" dur="1" fill="hold">
                                          <p:stCondLst>
                                            <p:cond delay="0"/>
                                          </p:stCondLst>
                                        </p:cTn>
                                        <p:tgtEl>
                                          <p:spTgt spid="61">
                                            <p:graphicEl>
                                              <a:chart seriesIdx="2" categoryIdx="-4" bldStep="series"/>
                                            </p:graphicEl>
                                          </p:spTgt>
                                        </p:tgtEl>
                                        <p:attrNameLst>
                                          <p:attrName>style.visibility</p:attrName>
                                        </p:attrNameLst>
                                      </p:cBhvr>
                                      <p:to>
                                        <p:strVal val="visible"/>
                                      </p:to>
                                    </p:set>
                                    <p:animEffect transition="in" filter="strips(upRight)">
                                      <p:cBhvr>
                                        <p:cTn id="112" dur="1000"/>
                                        <p:tgtEl>
                                          <p:spTgt spid="61">
                                            <p:graphicEl>
                                              <a:chart seriesIdx="2" categoryIdx="-4" bldStep="series"/>
                                            </p:graphicEl>
                                          </p:spTgt>
                                        </p:tgtEl>
                                      </p:cBhvr>
                                    </p:animEffect>
                                  </p:childTnLst>
                                </p:cTn>
                              </p:par>
                            </p:childTnLst>
                          </p:cTn>
                        </p:par>
                      </p:childTnLst>
                    </p:cTn>
                  </p:par>
                  <p:par>
                    <p:cTn id="113" fill="hold">
                      <p:stCondLst>
                        <p:cond delay="indefinite"/>
                      </p:stCondLst>
                      <p:childTnLst>
                        <p:par>
                          <p:cTn id="114" fill="hold">
                            <p:stCondLst>
                              <p:cond delay="0"/>
                            </p:stCondLst>
                            <p:childTnLst>
                              <p:par>
                                <p:cTn id="115" presetID="18" presetClass="entr" presetSubtype="3" fill="hold" grpId="0" nodeType="clickEffect">
                                  <p:stCondLst>
                                    <p:cond delay="0"/>
                                  </p:stCondLst>
                                  <p:childTnLst>
                                    <p:set>
                                      <p:cBhvr>
                                        <p:cTn id="116" dur="1" fill="hold">
                                          <p:stCondLst>
                                            <p:cond delay="0"/>
                                          </p:stCondLst>
                                        </p:cTn>
                                        <p:tgtEl>
                                          <p:spTgt spid="61">
                                            <p:graphicEl>
                                              <a:chart seriesIdx="3" categoryIdx="-4" bldStep="series"/>
                                            </p:graphicEl>
                                          </p:spTgt>
                                        </p:tgtEl>
                                        <p:attrNameLst>
                                          <p:attrName>style.visibility</p:attrName>
                                        </p:attrNameLst>
                                      </p:cBhvr>
                                      <p:to>
                                        <p:strVal val="visible"/>
                                      </p:to>
                                    </p:set>
                                    <p:animEffect transition="in" filter="strips(upRight)">
                                      <p:cBhvr>
                                        <p:cTn id="117" dur="1000"/>
                                        <p:tgtEl>
                                          <p:spTgt spid="61">
                                            <p:graphicEl>
                                              <a:chart seriesIdx="3" categoryIdx="-4" bldStep="series"/>
                                            </p:graphicEl>
                                          </p:spTgt>
                                        </p:tgtEl>
                                      </p:cBhvr>
                                    </p:animEffect>
                                  </p:childTnLst>
                                </p:cTn>
                              </p:par>
                            </p:childTnLst>
                          </p:cTn>
                        </p:par>
                      </p:childTnLst>
                    </p:cTn>
                  </p:par>
                  <p:par>
                    <p:cTn id="118" fill="hold">
                      <p:stCondLst>
                        <p:cond delay="indefinite"/>
                      </p:stCondLst>
                      <p:childTnLst>
                        <p:par>
                          <p:cTn id="119" fill="hold">
                            <p:stCondLst>
                              <p:cond delay="0"/>
                            </p:stCondLst>
                            <p:childTnLst>
                              <p:par>
                                <p:cTn id="120" presetID="2" presetClass="entr" presetSubtype="4" accel="50000" decel="50000" fill="hold" grpId="0" nodeType="clickEffect">
                                  <p:stCondLst>
                                    <p:cond delay="0"/>
                                  </p:stCondLst>
                                  <p:childTnLst>
                                    <p:set>
                                      <p:cBhvr>
                                        <p:cTn id="121" dur="1" fill="hold">
                                          <p:stCondLst>
                                            <p:cond delay="0"/>
                                          </p:stCondLst>
                                        </p:cTn>
                                        <p:tgtEl>
                                          <p:spTgt spid="64"/>
                                        </p:tgtEl>
                                        <p:attrNameLst>
                                          <p:attrName>style.visibility</p:attrName>
                                        </p:attrNameLst>
                                      </p:cBhvr>
                                      <p:to>
                                        <p:strVal val="visible"/>
                                      </p:to>
                                    </p:set>
                                    <p:anim calcmode="lin" valueType="num">
                                      <p:cBhvr additive="base">
                                        <p:cTn id="122" dur="500" fill="hold"/>
                                        <p:tgtEl>
                                          <p:spTgt spid="64"/>
                                        </p:tgtEl>
                                        <p:attrNameLst>
                                          <p:attrName>ppt_x</p:attrName>
                                        </p:attrNameLst>
                                      </p:cBhvr>
                                      <p:tavLst>
                                        <p:tav tm="0">
                                          <p:val>
                                            <p:strVal val="#ppt_x"/>
                                          </p:val>
                                        </p:tav>
                                        <p:tav tm="100000">
                                          <p:val>
                                            <p:strVal val="#ppt_x"/>
                                          </p:val>
                                        </p:tav>
                                      </p:tavLst>
                                    </p:anim>
                                    <p:anim calcmode="lin" valueType="num">
                                      <p:cBhvr additive="base">
                                        <p:cTn id="123" dur="500" fill="hold"/>
                                        <p:tgtEl>
                                          <p:spTgt spid="64"/>
                                        </p:tgtEl>
                                        <p:attrNameLst>
                                          <p:attrName>ppt_y</p:attrName>
                                        </p:attrNameLst>
                                      </p:cBhvr>
                                      <p:tavLst>
                                        <p:tav tm="0">
                                          <p:val>
                                            <p:strVal val="1+#ppt_h/2"/>
                                          </p:val>
                                        </p:tav>
                                        <p:tav tm="100000">
                                          <p:val>
                                            <p:strVal val="#ppt_y"/>
                                          </p:val>
                                        </p:tav>
                                      </p:tavLst>
                                    </p:anim>
                                  </p:childTnLst>
                                </p:cTn>
                              </p:par>
                            </p:childTnLst>
                          </p:cTn>
                        </p:par>
                      </p:childTnLst>
                    </p:cTn>
                  </p:par>
                  <p:par>
                    <p:cTn id="124" fill="hold">
                      <p:stCondLst>
                        <p:cond delay="indefinite"/>
                      </p:stCondLst>
                      <p:childTnLst>
                        <p:par>
                          <p:cTn id="125" fill="hold">
                            <p:stCondLst>
                              <p:cond delay="0"/>
                            </p:stCondLst>
                            <p:childTnLst>
                              <p:par>
                                <p:cTn id="126" presetID="2" presetClass="entr" presetSubtype="2" accel="50000" decel="50000" fill="hold" grpId="0" nodeType="clickEffect">
                                  <p:stCondLst>
                                    <p:cond delay="0"/>
                                  </p:stCondLst>
                                  <p:childTnLst>
                                    <p:set>
                                      <p:cBhvr>
                                        <p:cTn id="127" dur="1" fill="hold">
                                          <p:stCondLst>
                                            <p:cond delay="0"/>
                                          </p:stCondLst>
                                        </p:cTn>
                                        <p:tgtEl>
                                          <p:spTgt spid="62"/>
                                        </p:tgtEl>
                                        <p:attrNameLst>
                                          <p:attrName>style.visibility</p:attrName>
                                        </p:attrNameLst>
                                      </p:cBhvr>
                                      <p:to>
                                        <p:strVal val="visible"/>
                                      </p:to>
                                    </p:set>
                                    <p:anim calcmode="lin" valueType="num">
                                      <p:cBhvr additive="base">
                                        <p:cTn id="128" dur="500" fill="hold"/>
                                        <p:tgtEl>
                                          <p:spTgt spid="62"/>
                                        </p:tgtEl>
                                        <p:attrNameLst>
                                          <p:attrName>ppt_x</p:attrName>
                                        </p:attrNameLst>
                                      </p:cBhvr>
                                      <p:tavLst>
                                        <p:tav tm="0">
                                          <p:val>
                                            <p:strVal val="1+#ppt_w/2"/>
                                          </p:val>
                                        </p:tav>
                                        <p:tav tm="100000">
                                          <p:val>
                                            <p:strVal val="#ppt_x"/>
                                          </p:val>
                                        </p:tav>
                                      </p:tavLst>
                                    </p:anim>
                                    <p:anim calcmode="lin" valueType="num">
                                      <p:cBhvr additive="base">
                                        <p:cTn id="129" dur="500" fill="hold"/>
                                        <p:tgtEl>
                                          <p:spTgt spid="62"/>
                                        </p:tgtEl>
                                        <p:attrNameLst>
                                          <p:attrName>ppt_y</p:attrName>
                                        </p:attrNameLst>
                                      </p:cBhvr>
                                      <p:tavLst>
                                        <p:tav tm="0">
                                          <p:val>
                                            <p:strVal val="#ppt_y"/>
                                          </p:val>
                                        </p:tav>
                                        <p:tav tm="100000">
                                          <p:val>
                                            <p:strVal val="#ppt_y"/>
                                          </p:val>
                                        </p:tav>
                                      </p:tavLst>
                                    </p:anim>
                                  </p:childTnLst>
                                </p:cTn>
                              </p:par>
                            </p:childTnLst>
                          </p:cTn>
                        </p:par>
                      </p:childTnLst>
                    </p:cTn>
                  </p:par>
                  <p:par>
                    <p:cTn id="130" fill="hold">
                      <p:stCondLst>
                        <p:cond delay="indefinite"/>
                      </p:stCondLst>
                      <p:childTnLst>
                        <p:par>
                          <p:cTn id="131" fill="hold">
                            <p:stCondLst>
                              <p:cond delay="0"/>
                            </p:stCondLst>
                            <p:childTnLst>
                              <p:par>
                                <p:cTn id="132" presetID="2" presetClass="entr" presetSubtype="4" accel="50000" decel="50000" fill="hold" grpId="0" nodeType="clickEffect">
                                  <p:stCondLst>
                                    <p:cond delay="0"/>
                                  </p:stCondLst>
                                  <p:childTnLst>
                                    <p:set>
                                      <p:cBhvr>
                                        <p:cTn id="133" dur="1" fill="hold">
                                          <p:stCondLst>
                                            <p:cond delay="0"/>
                                          </p:stCondLst>
                                        </p:cTn>
                                        <p:tgtEl>
                                          <p:spTgt spid="66"/>
                                        </p:tgtEl>
                                        <p:attrNameLst>
                                          <p:attrName>style.visibility</p:attrName>
                                        </p:attrNameLst>
                                      </p:cBhvr>
                                      <p:to>
                                        <p:strVal val="visible"/>
                                      </p:to>
                                    </p:set>
                                    <p:anim calcmode="lin" valueType="num">
                                      <p:cBhvr additive="base">
                                        <p:cTn id="134" dur="500" fill="hold"/>
                                        <p:tgtEl>
                                          <p:spTgt spid="66"/>
                                        </p:tgtEl>
                                        <p:attrNameLst>
                                          <p:attrName>ppt_x</p:attrName>
                                        </p:attrNameLst>
                                      </p:cBhvr>
                                      <p:tavLst>
                                        <p:tav tm="0">
                                          <p:val>
                                            <p:strVal val="#ppt_x"/>
                                          </p:val>
                                        </p:tav>
                                        <p:tav tm="100000">
                                          <p:val>
                                            <p:strVal val="#ppt_x"/>
                                          </p:val>
                                        </p:tav>
                                      </p:tavLst>
                                    </p:anim>
                                    <p:anim calcmode="lin" valueType="num">
                                      <p:cBhvr additive="base">
                                        <p:cTn id="135" dur="500" fill="hold"/>
                                        <p:tgtEl>
                                          <p:spTgt spid="66"/>
                                        </p:tgtEl>
                                        <p:attrNameLst>
                                          <p:attrName>ppt_y</p:attrName>
                                        </p:attrNameLst>
                                      </p:cBhvr>
                                      <p:tavLst>
                                        <p:tav tm="0">
                                          <p:val>
                                            <p:strVal val="1+#ppt_h/2"/>
                                          </p:val>
                                        </p:tav>
                                        <p:tav tm="100000">
                                          <p:val>
                                            <p:strVal val="#ppt_y"/>
                                          </p:val>
                                        </p:tav>
                                      </p:tavLst>
                                    </p:anim>
                                  </p:childTnLst>
                                </p:cTn>
                              </p:par>
                            </p:childTnLst>
                          </p:cTn>
                        </p:par>
                      </p:childTnLst>
                    </p:cTn>
                  </p:par>
                  <p:par>
                    <p:cTn id="136" fill="hold">
                      <p:stCondLst>
                        <p:cond delay="indefinite"/>
                      </p:stCondLst>
                      <p:childTnLst>
                        <p:par>
                          <p:cTn id="137" fill="hold">
                            <p:stCondLst>
                              <p:cond delay="0"/>
                            </p:stCondLst>
                            <p:childTnLst>
                              <p:par>
                                <p:cTn id="138" presetID="2" presetClass="entr" presetSubtype="2" accel="50000" decel="50000" fill="hold" grpId="0" nodeType="clickEffect">
                                  <p:stCondLst>
                                    <p:cond delay="0"/>
                                  </p:stCondLst>
                                  <p:childTnLst>
                                    <p:set>
                                      <p:cBhvr>
                                        <p:cTn id="139" dur="1" fill="hold">
                                          <p:stCondLst>
                                            <p:cond delay="0"/>
                                          </p:stCondLst>
                                        </p:cTn>
                                        <p:tgtEl>
                                          <p:spTgt spid="65"/>
                                        </p:tgtEl>
                                        <p:attrNameLst>
                                          <p:attrName>style.visibility</p:attrName>
                                        </p:attrNameLst>
                                      </p:cBhvr>
                                      <p:to>
                                        <p:strVal val="visible"/>
                                      </p:to>
                                    </p:set>
                                    <p:anim calcmode="lin" valueType="num">
                                      <p:cBhvr additive="base">
                                        <p:cTn id="140" dur="500" fill="hold"/>
                                        <p:tgtEl>
                                          <p:spTgt spid="65"/>
                                        </p:tgtEl>
                                        <p:attrNameLst>
                                          <p:attrName>ppt_x</p:attrName>
                                        </p:attrNameLst>
                                      </p:cBhvr>
                                      <p:tavLst>
                                        <p:tav tm="0">
                                          <p:val>
                                            <p:strVal val="1+#ppt_w/2"/>
                                          </p:val>
                                        </p:tav>
                                        <p:tav tm="100000">
                                          <p:val>
                                            <p:strVal val="#ppt_x"/>
                                          </p:val>
                                        </p:tav>
                                      </p:tavLst>
                                    </p:anim>
                                    <p:anim calcmode="lin" valueType="num">
                                      <p:cBhvr additive="base">
                                        <p:cTn id="141" dur="500" fill="hold"/>
                                        <p:tgtEl>
                                          <p:spTgt spid="65"/>
                                        </p:tgtEl>
                                        <p:attrNameLst>
                                          <p:attrName>ppt_y</p:attrName>
                                        </p:attrNameLst>
                                      </p:cBhvr>
                                      <p:tavLst>
                                        <p:tav tm="0">
                                          <p:val>
                                            <p:strVal val="#ppt_y"/>
                                          </p:val>
                                        </p:tav>
                                        <p:tav tm="100000">
                                          <p:val>
                                            <p:strVal val="#ppt_y"/>
                                          </p:val>
                                        </p:tav>
                                      </p:tavLst>
                                    </p:anim>
                                  </p:childTnLst>
                                </p:cTn>
                              </p:par>
                            </p:childTnLst>
                          </p:cTn>
                        </p:par>
                      </p:childTnLst>
                    </p:cTn>
                  </p:par>
                  <p:par>
                    <p:cTn id="142" fill="hold">
                      <p:stCondLst>
                        <p:cond delay="indefinite"/>
                      </p:stCondLst>
                      <p:childTnLst>
                        <p:par>
                          <p:cTn id="143" fill="hold">
                            <p:stCondLst>
                              <p:cond delay="0"/>
                            </p:stCondLst>
                            <p:childTnLst>
                              <p:par>
                                <p:cTn id="144" presetID="2" presetClass="entr" presetSubtype="4" accel="50000" decel="50000" fill="hold" grpId="0" nodeType="clickEffect">
                                  <p:stCondLst>
                                    <p:cond delay="0"/>
                                  </p:stCondLst>
                                  <p:childTnLst>
                                    <p:set>
                                      <p:cBhvr>
                                        <p:cTn id="145" dur="1" fill="hold">
                                          <p:stCondLst>
                                            <p:cond delay="0"/>
                                          </p:stCondLst>
                                        </p:cTn>
                                        <p:tgtEl>
                                          <p:spTgt spid="68"/>
                                        </p:tgtEl>
                                        <p:attrNameLst>
                                          <p:attrName>style.visibility</p:attrName>
                                        </p:attrNameLst>
                                      </p:cBhvr>
                                      <p:to>
                                        <p:strVal val="visible"/>
                                      </p:to>
                                    </p:set>
                                    <p:anim calcmode="lin" valueType="num">
                                      <p:cBhvr additive="base">
                                        <p:cTn id="146" dur="500" fill="hold"/>
                                        <p:tgtEl>
                                          <p:spTgt spid="68"/>
                                        </p:tgtEl>
                                        <p:attrNameLst>
                                          <p:attrName>ppt_x</p:attrName>
                                        </p:attrNameLst>
                                      </p:cBhvr>
                                      <p:tavLst>
                                        <p:tav tm="0">
                                          <p:val>
                                            <p:strVal val="#ppt_x"/>
                                          </p:val>
                                        </p:tav>
                                        <p:tav tm="100000">
                                          <p:val>
                                            <p:strVal val="#ppt_x"/>
                                          </p:val>
                                        </p:tav>
                                      </p:tavLst>
                                    </p:anim>
                                    <p:anim calcmode="lin" valueType="num">
                                      <p:cBhvr additive="base">
                                        <p:cTn id="147" dur="500" fill="hold"/>
                                        <p:tgtEl>
                                          <p:spTgt spid="68"/>
                                        </p:tgtEl>
                                        <p:attrNameLst>
                                          <p:attrName>ppt_y</p:attrName>
                                        </p:attrNameLst>
                                      </p:cBhvr>
                                      <p:tavLst>
                                        <p:tav tm="0">
                                          <p:val>
                                            <p:strVal val="1+#ppt_h/2"/>
                                          </p:val>
                                        </p:tav>
                                        <p:tav tm="100000">
                                          <p:val>
                                            <p:strVal val="#ppt_y"/>
                                          </p:val>
                                        </p:tav>
                                      </p:tavLst>
                                    </p:anim>
                                  </p:childTnLst>
                                </p:cTn>
                              </p:par>
                            </p:childTnLst>
                          </p:cTn>
                        </p:par>
                      </p:childTnLst>
                    </p:cTn>
                  </p:par>
                  <p:par>
                    <p:cTn id="148" fill="hold">
                      <p:stCondLst>
                        <p:cond delay="indefinite"/>
                      </p:stCondLst>
                      <p:childTnLst>
                        <p:par>
                          <p:cTn id="149" fill="hold">
                            <p:stCondLst>
                              <p:cond delay="0"/>
                            </p:stCondLst>
                            <p:childTnLst>
                              <p:par>
                                <p:cTn id="150" presetID="2" presetClass="entr" presetSubtype="2" accel="50000" decel="50000" fill="hold" grpId="0" nodeType="clickEffect">
                                  <p:stCondLst>
                                    <p:cond delay="0"/>
                                  </p:stCondLst>
                                  <p:childTnLst>
                                    <p:set>
                                      <p:cBhvr>
                                        <p:cTn id="151" dur="1" fill="hold">
                                          <p:stCondLst>
                                            <p:cond delay="0"/>
                                          </p:stCondLst>
                                        </p:cTn>
                                        <p:tgtEl>
                                          <p:spTgt spid="67"/>
                                        </p:tgtEl>
                                        <p:attrNameLst>
                                          <p:attrName>style.visibility</p:attrName>
                                        </p:attrNameLst>
                                      </p:cBhvr>
                                      <p:to>
                                        <p:strVal val="visible"/>
                                      </p:to>
                                    </p:set>
                                    <p:anim calcmode="lin" valueType="num">
                                      <p:cBhvr additive="base">
                                        <p:cTn id="152" dur="500" fill="hold"/>
                                        <p:tgtEl>
                                          <p:spTgt spid="67"/>
                                        </p:tgtEl>
                                        <p:attrNameLst>
                                          <p:attrName>ppt_x</p:attrName>
                                        </p:attrNameLst>
                                      </p:cBhvr>
                                      <p:tavLst>
                                        <p:tav tm="0">
                                          <p:val>
                                            <p:strVal val="1+#ppt_w/2"/>
                                          </p:val>
                                        </p:tav>
                                        <p:tav tm="100000">
                                          <p:val>
                                            <p:strVal val="#ppt_x"/>
                                          </p:val>
                                        </p:tav>
                                      </p:tavLst>
                                    </p:anim>
                                    <p:anim calcmode="lin" valueType="num">
                                      <p:cBhvr additive="base">
                                        <p:cTn id="153" dur="500" fill="hold"/>
                                        <p:tgtEl>
                                          <p:spTgt spid="67"/>
                                        </p:tgtEl>
                                        <p:attrNameLst>
                                          <p:attrName>ppt_y</p:attrName>
                                        </p:attrNameLst>
                                      </p:cBhvr>
                                      <p:tavLst>
                                        <p:tav tm="0">
                                          <p:val>
                                            <p:strVal val="#ppt_y"/>
                                          </p:val>
                                        </p:tav>
                                        <p:tav tm="100000">
                                          <p:val>
                                            <p:strVal val="#ppt_y"/>
                                          </p:val>
                                        </p:tav>
                                      </p:tavLst>
                                    </p:anim>
                                  </p:childTnLst>
                                </p:cTn>
                              </p:par>
                            </p:childTnLst>
                          </p:cTn>
                        </p:par>
                      </p:childTnLst>
                    </p:cTn>
                  </p:par>
                  <p:par>
                    <p:cTn id="154" fill="hold">
                      <p:stCondLst>
                        <p:cond delay="indefinite"/>
                      </p:stCondLst>
                      <p:childTnLst>
                        <p:par>
                          <p:cTn id="155" fill="hold">
                            <p:stCondLst>
                              <p:cond delay="0"/>
                            </p:stCondLst>
                            <p:childTnLst>
                              <p:par>
                                <p:cTn id="156" presetID="22" presetClass="entr" presetSubtype="8" fill="hold" grpId="0" nodeType="clickEffect">
                                  <p:stCondLst>
                                    <p:cond delay="0"/>
                                  </p:stCondLst>
                                  <p:childTnLst>
                                    <p:set>
                                      <p:cBhvr>
                                        <p:cTn id="157" dur="1" fill="hold">
                                          <p:stCondLst>
                                            <p:cond delay="0"/>
                                          </p:stCondLst>
                                        </p:cTn>
                                        <p:tgtEl>
                                          <p:spTgt spid="52"/>
                                        </p:tgtEl>
                                        <p:attrNameLst>
                                          <p:attrName>style.visibility</p:attrName>
                                        </p:attrNameLst>
                                      </p:cBhvr>
                                      <p:to>
                                        <p:strVal val="visible"/>
                                      </p:to>
                                    </p:set>
                                    <p:animEffect transition="in" filter="wipe(left)">
                                      <p:cBhvr>
                                        <p:cTn id="158" dur="500"/>
                                        <p:tgtEl>
                                          <p:spTgt spid="52"/>
                                        </p:tgtEl>
                                      </p:cBhvr>
                                    </p:animEffect>
                                  </p:childTnLst>
                                </p:cTn>
                              </p:par>
                            </p:childTnLst>
                          </p:cTn>
                        </p:par>
                      </p:childTnLst>
                    </p:cTn>
                  </p:par>
                  <p:par>
                    <p:cTn id="159" fill="hold">
                      <p:stCondLst>
                        <p:cond delay="indefinite"/>
                      </p:stCondLst>
                      <p:childTnLst>
                        <p:par>
                          <p:cTn id="160" fill="hold">
                            <p:stCondLst>
                              <p:cond delay="0"/>
                            </p:stCondLst>
                            <p:childTnLst>
                              <p:par>
                                <p:cTn id="161" presetID="22" presetClass="entr" presetSubtype="8" fill="hold" grpId="0" nodeType="clickEffect">
                                  <p:stCondLst>
                                    <p:cond delay="0"/>
                                  </p:stCondLst>
                                  <p:childTnLst>
                                    <p:set>
                                      <p:cBhvr>
                                        <p:cTn id="162" dur="1" fill="hold">
                                          <p:stCondLst>
                                            <p:cond delay="0"/>
                                          </p:stCondLst>
                                        </p:cTn>
                                        <p:tgtEl>
                                          <p:spTgt spid="53"/>
                                        </p:tgtEl>
                                        <p:attrNameLst>
                                          <p:attrName>style.visibility</p:attrName>
                                        </p:attrNameLst>
                                      </p:cBhvr>
                                      <p:to>
                                        <p:strVal val="visible"/>
                                      </p:to>
                                    </p:set>
                                    <p:animEffect transition="in" filter="wipe(left)">
                                      <p:cBhvr>
                                        <p:cTn id="163" dur="500"/>
                                        <p:tgtEl>
                                          <p:spTgt spid="53"/>
                                        </p:tgtEl>
                                      </p:cBhvr>
                                    </p:animEffect>
                                  </p:childTnLst>
                                </p:cTn>
                              </p:par>
                            </p:childTnLst>
                          </p:cTn>
                        </p:par>
                      </p:childTnLst>
                    </p:cTn>
                  </p:par>
                  <p:par>
                    <p:cTn id="164" fill="hold">
                      <p:stCondLst>
                        <p:cond delay="indefinite"/>
                      </p:stCondLst>
                      <p:childTnLst>
                        <p:par>
                          <p:cTn id="165" fill="hold">
                            <p:stCondLst>
                              <p:cond delay="0"/>
                            </p:stCondLst>
                            <p:childTnLst>
                              <p:par>
                                <p:cTn id="166" presetID="22" presetClass="entr" presetSubtype="8" fill="hold" grpId="0" nodeType="clickEffect">
                                  <p:stCondLst>
                                    <p:cond delay="0"/>
                                  </p:stCondLst>
                                  <p:childTnLst>
                                    <p:set>
                                      <p:cBhvr>
                                        <p:cTn id="167" dur="1" fill="hold">
                                          <p:stCondLst>
                                            <p:cond delay="0"/>
                                          </p:stCondLst>
                                        </p:cTn>
                                        <p:tgtEl>
                                          <p:spTgt spid="54"/>
                                        </p:tgtEl>
                                        <p:attrNameLst>
                                          <p:attrName>style.visibility</p:attrName>
                                        </p:attrNameLst>
                                      </p:cBhvr>
                                      <p:to>
                                        <p:strVal val="visible"/>
                                      </p:to>
                                    </p:set>
                                    <p:animEffect transition="in" filter="wipe(left)">
                                      <p:cBhvr>
                                        <p:cTn id="168"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3" grpId="0" animBg="1"/>
      <p:bldP spid="52" grpId="0" animBg="1"/>
      <p:bldP spid="5" grpId="0" animBg="1"/>
      <p:bldP spid="14" grpId="0"/>
      <p:bldP spid="23" grpId="0" animBg="1"/>
      <p:bldP spid="29" grpId="0"/>
      <p:bldP spid="45" grpId="0" animBg="1"/>
      <p:bldP spid="51" grpId="0"/>
      <p:bldGraphic spid="61" grpId="0">
        <p:bldSub>
          <a:bldChart bld="series"/>
        </p:bldSub>
      </p:bldGraphic>
      <p:bldP spid="62" grpId="0"/>
      <p:bldP spid="64" grpId="0" animBg="1"/>
      <p:bldP spid="65" grpId="0"/>
      <p:bldP spid="66" grpId="0" animBg="1"/>
      <p:bldP spid="67" grpId="0"/>
      <p:bldP spid="6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a:extLst>
              <a:ext uri="{FF2B5EF4-FFF2-40B4-BE49-F238E27FC236}">
                <a16:creationId xmlns:a16="http://schemas.microsoft.com/office/drawing/2014/main" xmlns="" id="{E8B96687-7F21-4096-A2A8-882791EDE75B}"/>
              </a:ext>
            </a:extLst>
          </p:cNvPr>
          <p:cNvSpPr/>
          <p:nvPr/>
        </p:nvSpPr>
        <p:spPr>
          <a:xfrm rot="1400643">
            <a:off x="4329115" y="2853122"/>
            <a:ext cx="4409840" cy="1796644"/>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 name="60df9615-5a09-4790-bf71-845fdd1d90b9"/>
          <p:cNvGrpSpPr>
            <a:grpSpLocks noChangeAspect="1"/>
          </p:cNvGrpSpPr>
          <p:nvPr/>
        </p:nvGrpSpPr>
        <p:grpSpPr>
          <a:xfrm>
            <a:off x="1032538" y="1605044"/>
            <a:ext cx="7080513" cy="2479931"/>
            <a:chOff x="1376477" y="1775999"/>
            <a:chExt cx="9439046" cy="3306002"/>
          </a:xfrm>
        </p:grpSpPr>
        <p:sp>
          <p:nvSpPr>
            <p:cNvPr id="4" name="Freeform: Shape 4"/>
            <p:cNvSpPr>
              <a:spLocks/>
            </p:cNvSpPr>
            <p:nvPr/>
          </p:nvSpPr>
          <p:spPr bwMode="auto">
            <a:xfrm>
              <a:off x="6504996" y="2399208"/>
              <a:ext cx="1449743" cy="1707192"/>
            </a:xfrm>
            <a:custGeom>
              <a:avLst/>
              <a:gdLst>
                <a:gd name="T0" fmla="*/ 7 w 242"/>
                <a:gd name="T1" fmla="*/ 285 h 285"/>
                <a:gd name="T2" fmla="*/ 0 w 242"/>
                <a:gd name="T3" fmla="*/ 247 h 285"/>
                <a:gd name="T4" fmla="*/ 203 w 242"/>
                <a:gd name="T5" fmla="*/ 109 h 285"/>
                <a:gd name="T6" fmla="*/ 185 w 242"/>
                <a:gd name="T7" fmla="*/ 63 h 285"/>
                <a:gd name="T8" fmla="*/ 99 w 242"/>
                <a:gd name="T9" fmla="*/ 61 h 285"/>
                <a:gd name="T10" fmla="*/ 87 w 242"/>
                <a:gd name="T11" fmla="*/ 25 h 285"/>
                <a:gd name="T12" fmla="*/ 207 w 242"/>
                <a:gd name="T13" fmla="*/ 31 h 285"/>
                <a:gd name="T14" fmla="*/ 241 w 242"/>
                <a:gd name="T15" fmla="*/ 109 h 285"/>
                <a:gd name="T16" fmla="*/ 7 w 242"/>
                <a:gd name="T17" fmla="*/ 285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2" h="285">
                  <a:moveTo>
                    <a:pt x="7" y="285"/>
                  </a:moveTo>
                  <a:cubicBezTo>
                    <a:pt x="0" y="247"/>
                    <a:pt x="0" y="247"/>
                    <a:pt x="0" y="247"/>
                  </a:cubicBezTo>
                  <a:cubicBezTo>
                    <a:pt x="56" y="236"/>
                    <a:pt x="203" y="189"/>
                    <a:pt x="203" y="109"/>
                  </a:cubicBezTo>
                  <a:cubicBezTo>
                    <a:pt x="203" y="86"/>
                    <a:pt x="197" y="71"/>
                    <a:pt x="185" y="63"/>
                  </a:cubicBezTo>
                  <a:cubicBezTo>
                    <a:pt x="161" y="45"/>
                    <a:pt x="115" y="55"/>
                    <a:pt x="99" y="61"/>
                  </a:cubicBezTo>
                  <a:cubicBezTo>
                    <a:pt x="87" y="25"/>
                    <a:pt x="87" y="25"/>
                    <a:pt x="87" y="25"/>
                  </a:cubicBezTo>
                  <a:cubicBezTo>
                    <a:pt x="94" y="22"/>
                    <a:pt x="163" y="0"/>
                    <a:pt x="207" y="31"/>
                  </a:cubicBezTo>
                  <a:cubicBezTo>
                    <a:pt x="230" y="47"/>
                    <a:pt x="241" y="73"/>
                    <a:pt x="241" y="109"/>
                  </a:cubicBezTo>
                  <a:cubicBezTo>
                    <a:pt x="242" y="237"/>
                    <a:pt x="17" y="283"/>
                    <a:pt x="7" y="285"/>
                  </a:cubicBezTo>
                  <a:close/>
                </a:path>
              </a:pathLst>
            </a:custGeom>
            <a:solidFill>
              <a:schemeClr val="tx2">
                <a:lumMod val="40000"/>
                <a:lumOff val="60000"/>
              </a:schemeClr>
            </a:solidFill>
            <a:ln>
              <a:noFill/>
            </a:ln>
            <a:extLst/>
          </p:spPr>
          <p:txBody>
            <a:bodyPr anchor="ctr"/>
            <a:lstStyle/>
            <a:p>
              <a:pPr algn="ctr"/>
              <a:endParaRPr>
                <a:solidFill>
                  <a:schemeClr val="bg1">
                    <a:lumMod val="50000"/>
                  </a:schemeClr>
                </a:solidFill>
                <a:latin typeface="+mj-ea"/>
                <a:ea typeface="+mj-ea"/>
              </a:endParaRPr>
            </a:p>
          </p:txBody>
        </p:sp>
        <p:sp>
          <p:nvSpPr>
            <p:cNvPr id="5" name="Freeform: Shape 5"/>
            <p:cNvSpPr>
              <a:spLocks/>
            </p:cNvSpPr>
            <p:nvPr/>
          </p:nvSpPr>
          <p:spPr bwMode="auto">
            <a:xfrm>
              <a:off x="4237262" y="2260442"/>
              <a:ext cx="3021820" cy="2337117"/>
            </a:xfrm>
            <a:custGeom>
              <a:avLst/>
              <a:gdLst>
                <a:gd name="T0" fmla="*/ 474 w 505"/>
                <a:gd name="T1" fmla="*/ 0 h 390"/>
                <a:gd name="T2" fmla="*/ 32 w 505"/>
                <a:gd name="T3" fmla="*/ 0 h 390"/>
                <a:gd name="T4" fmla="*/ 4 w 505"/>
                <a:gd name="T5" fmla="*/ 24 h 390"/>
                <a:gd name="T6" fmla="*/ 174 w 505"/>
                <a:gd name="T7" fmla="*/ 356 h 390"/>
                <a:gd name="T8" fmla="*/ 174 w 505"/>
                <a:gd name="T9" fmla="*/ 374 h 390"/>
                <a:gd name="T10" fmla="*/ 190 w 505"/>
                <a:gd name="T11" fmla="*/ 390 h 390"/>
                <a:gd name="T12" fmla="*/ 251 w 505"/>
                <a:gd name="T13" fmla="*/ 390 h 390"/>
                <a:gd name="T14" fmla="*/ 255 w 505"/>
                <a:gd name="T15" fmla="*/ 390 h 390"/>
                <a:gd name="T16" fmla="*/ 316 w 505"/>
                <a:gd name="T17" fmla="*/ 390 h 390"/>
                <a:gd name="T18" fmla="*/ 332 w 505"/>
                <a:gd name="T19" fmla="*/ 374 h 390"/>
                <a:gd name="T20" fmla="*/ 332 w 505"/>
                <a:gd name="T21" fmla="*/ 356 h 390"/>
                <a:gd name="T22" fmla="*/ 502 w 505"/>
                <a:gd name="T23" fmla="*/ 24 h 390"/>
                <a:gd name="T24" fmla="*/ 474 w 505"/>
                <a:gd name="T25" fmla="*/ 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5" h="390">
                  <a:moveTo>
                    <a:pt x="474" y="0"/>
                  </a:moveTo>
                  <a:cubicBezTo>
                    <a:pt x="447" y="0"/>
                    <a:pt x="59" y="0"/>
                    <a:pt x="32" y="0"/>
                  </a:cubicBezTo>
                  <a:cubicBezTo>
                    <a:pt x="0" y="0"/>
                    <a:pt x="4" y="16"/>
                    <a:pt x="4" y="24"/>
                  </a:cubicBezTo>
                  <a:cubicBezTo>
                    <a:pt x="13" y="287"/>
                    <a:pt x="174" y="356"/>
                    <a:pt x="174" y="356"/>
                  </a:cubicBezTo>
                  <a:cubicBezTo>
                    <a:pt x="174" y="374"/>
                    <a:pt x="174" y="374"/>
                    <a:pt x="174" y="374"/>
                  </a:cubicBezTo>
                  <a:cubicBezTo>
                    <a:pt x="174" y="374"/>
                    <a:pt x="174" y="390"/>
                    <a:pt x="190" y="390"/>
                  </a:cubicBezTo>
                  <a:cubicBezTo>
                    <a:pt x="202" y="390"/>
                    <a:pt x="237" y="390"/>
                    <a:pt x="251" y="390"/>
                  </a:cubicBezTo>
                  <a:cubicBezTo>
                    <a:pt x="253" y="390"/>
                    <a:pt x="254" y="390"/>
                    <a:pt x="255" y="390"/>
                  </a:cubicBezTo>
                  <a:cubicBezTo>
                    <a:pt x="269" y="390"/>
                    <a:pt x="304" y="390"/>
                    <a:pt x="316" y="390"/>
                  </a:cubicBezTo>
                  <a:cubicBezTo>
                    <a:pt x="332" y="390"/>
                    <a:pt x="332" y="374"/>
                    <a:pt x="332" y="374"/>
                  </a:cubicBezTo>
                  <a:cubicBezTo>
                    <a:pt x="332" y="356"/>
                    <a:pt x="332" y="356"/>
                    <a:pt x="332" y="356"/>
                  </a:cubicBezTo>
                  <a:cubicBezTo>
                    <a:pt x="332" y="356"/>
                    <a:pt x="493" y="287"/>
                    <a:pt x="502" y="24"/>
                  </a:cubicBezTo>
                  <a:cubicBezTo>
                    <a:pt x="502" y="16"/>
                    <a:pt x="505" y="0"/>
                    <a:pt x="474" y="0"/>
                  </a:cubicBezTo>
                  <a:close/>
                </a:path>
              </a:pathLst>
            </a:custGeom>
            <a:solidFill>
              <a:schemeClr val="tx2">
                <a:lumMod val="20000"/>
                <a:lumOff val="80000"/>
              </a:schemeClr>
            </a:solidFill>
            <a:ln>
              <a:noFill/>
            </a:ln>
            <a:extLst/>
          </p:spPr>
          <p:txBody>
            <a:bodyPr anchor="ctr"/>
            <a:lstStyle/>
            <a:p>
              <a:pPr algn="ctr"/>
              <a:endParaRPr>
                <a:solidFill>
                  <a:schemeClr val="bg1">
                    <a:lumMod val="50000"/>
                  </a:schemeClr>
                </a:solidFill>
                <a:latin typeface="+mj-ea"/>
                <a:ea typeface="+mj-ea"/>
              </a:endParaRPr>
            </a:p>
          </p:txBody>
        </p:sp>
        <p:sp>
          <p:nvSpPr>
            <p:cNvPr id="6" name="Freeform: Shape 27"/>
            <p:cNvSpPr/>
            <p:nvPr/>
          </p:nvSpPr>
          <p:spPr>
            <a:xfrm>
              <a:off x="4895070" y="3909723"/>
              <a:ext cx="1706204" cy="393353"/>
            </a:xfrm>
            <a:custGeom>
              <a:avLst/>
              <a:gdLst>
                <a:gd name="connsiteX0" fmla="*/ 0 w 1483454"/>
                <a:gd name="connsiteY0" fmla="*/ 0 h 342000"/>
                <a:gd name="connsiteX1" fmla="*/ 1483454 w 1483454"/>
                <a:gd name="connsiteY1" fmla="*/ 0 h 342000"/>
                <a:gd name="connsiteX2" fmla="*/ 1438250 w 1483454"/>
                <a:gd name="connsiteY2" fmla="*/ 58287 h 342000"/>
                <a:gd name="connsiteX3" fmla="*/ 1114669 w 1483454"/>
                <a:gd name="connsiteY3" fmla="*/ 342000 h 342000"/>
                <a:gd name="connsiteX4" fmla="*/ 1109013 w 1483454"/>
                <a:gd name="connsiteY4" fmla="*/ 342000 h 342000"/>
                <a:gd name="connsiteX5" fmla="*/ 1095581 w 1483454"/>
                <a:gd name="connsiteY5" fmla="*/ 342000 h 342000"/>
                <a:gd name="connsiteX6" fmla="*/ 1069422 w 1483454"/>
                <a:gd name="connsiteY6" fmla="*/ 342000 h 342000"/>
                <a:gd name="connsiteX7" fmla="*/ 1026297 w 1483454"/>
                <a:gd name="connsiteY7" fmla="*/ 342000 h 342000"/>
                <a:gd name="connsiteX8" fmla="*/ 961962 w 1483454"/>
                <a:gd name="connsiteY8" fmla="*/ 342000 h 342000"/>
                <a:gd name="connsiteX9" fmla="*/ 872175 w 1483454"/>
                <a:gd name="connsiteY9" fmla="*/ 342000 h 342000"/>
                <a:gd name="connsiteX10" fmla="*/ 752696 w 1483454"/>
                <a:gd name="connsiteY10" fmla="*/ 342000 h 342000"/>
                <a:gd name="connsiteX11" fmla="*/ 749954 w 1483454"/>
                <a:gd name="connsiteY11" fmla="*/ 342000 h 342000"/>
                <a:gd name="connsiteX12" fmla="*/ 730758 w 1483454"/>
                <a:gd name="connsiteY12" fmla="*/ 342000 h 342000"/>
                <a:gd name="connsiteX13" fmla="*/ 725102 w 1483454"/>
                <a:gd name="connsiteY13" fmla="*/ 342000 h 342000"/>
                <a:gd name="connsiteX14" fmla="*/ 711670 w 1483454"/>
                <a:gd name="connsiteY14" fmla="*/ 342000 h 342000"/>
                <a:gd name="connsiteX15" fmla="*/ 685512 w 1483454"/>
                <a:gd name="connsiteY15" fmla="*/ 342000 h 342000"/>
                <a:gd name="connsiteX16" fmla="*/ 642386 w 1483454"/>
                <a:gd name="connsiteY16" fmla="*/ 342000 h 342000"/>
                <a:gd name="connsiteX17" fmla="*/ 578051 w 1483454"/>
                <a:gd name="connsiteY17" fmla="*/ 342000 h 342000"/>
                <a:gd name="connsiteX18" fmla="*/ 488265 w 1483454"/>
                <a:gd name="connsiteY18" fmla="*/ 342000 h 342000"/>
                <a:gd name="connsiteX19" fmla="*/ 368786 w 1483454"/>
                <a:gd name="connsiteY19" fmla="*/ 342000 h 342000"/>
                <a:gd name="connsiteX20" fmla="*/ 45205 w 1483454"/>
                <a:gd name="connsiteY20" fmla="*/ 58287 h 34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83454" h="342000">
                  <a:moveTo>
                    <a:pt x="0" y="0"/>
                  </a:moveTo>
                  <a:lnTo>
                    <a:pt x="1483454" y="0"/>
                  </a:lnTo>
                  <a:lnTo>
                    <a:pt x="1438250" y="58287"/>
                  </a:lnTo>
                  <a:cubicBezTo>
                    <a:pt x="1265491" y="266761"/>
                    <a:pt x="1114669" y="342000"/>
                    <a:pt x="1114669" y="342000"/>
                  </a:cubicBezTo>
                  <a:lnTo>
                    <a:pt x="1109013" y="342000"/>
                  </a:lnTo>
                  <a:lnTo>
                    <a:pt x="1095581" y="342000"/>
                  </a:lnTo>
                  <a:lnTo>
                    <a:pt x="1069422" y="342000"/>
                  </a:lnTo>
                  <a:lnTo>
                    <a:pt x="1026297" y="342000"/>
                  </a:lnTo>
                  <a:lnTo>
                    <a:pt x="961962" y="342000"/>
                  </a:lnTo>
                  <a:lnTo>
                    <a:pt x="872175" y="342000"/>
                  </a:lnTo>
                  <a:lnTo>
                    <a:pt x="752696" y="342000"/>
                  </a:lnTo>
                  <a:lnTo>
                    <a:pt x="749954" y="342000"/>
                  </a:lnTo>
                  <a:lnTo>
                    <a:pt x="730758" y="342000"/>
                  </a:lnTo>
                  <a:lnTo>
                    <a:pt x="725102" y="342000"/>
                  </a:lnTo>
                  <a:lnTo>
                    <a:pt x="711670" y="342000"/>
                  </a:lnTo>
                  <a:lnTo>
                    <a:pt x="685512" y="342000"/>
                  </a:lnTo>
                  <a:lnTo>
                    <a:pt x="642386" y="342000"/>
                  </a:lnTo>
                  <a:lnTo>
                    <a:pt x="578051" y="342000"/>
                  </a:lnTo>
                  <a:lnTo>
                    <a:pt x="488265" y="342000"/>
                  </a:lnTo>
                  <a:lnTo>
                    <a:pt x="368786" y="342000"/>
                  </a:lnTo>
                  <a:cubicBezTo>
                    <a:pt x="368786" y="342000"/>
                    <a:pt x="217964" y="266761"/>
                    <a:pt x="45205" y="58287"/>
                  </a:cubicBezTo>
                  <a:close/>
                </a:path>
              </a:pathLst>
            </a:custGeom>
            <a:solidFill>
              <a:schemeClr val="accent3"/>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chemeClr val="bg1">
                    <a:lumMod val="50000"/>
                  </a:schemeClr>
                </a:solidFill>
                <a:latin typeface="+mj-ea"/>
                <a:ea typeface="+mj-ea"/>
              </a:endParaRPr>
            </a:p>
          </p:txBody>
        </p:sp>
        <p:sp>
          <p:nvSpPr>
            <p:cNvPr id="7" name="Freeform: Shape 24"/>
            <p:cNvSpPr/>
            <p:nvPr/>
          </p:nvSpPr>
          <p:spPr>
            <a:xfrm>
              <a:off x="4512809" y="3123685"/>
              <a:ext cx="2470724" cy="393353"/>
            </a:xfrm>
            <a:custGeom>
              <a:avLst/>
              <a:gdLst>
                <a:gd name="connsiteX0" fmla="*/ 0 w 2148164"/>
                <a:gd name="connsiteY0" fmla="*/ 0 h 342000"/>
                <a:gd name="connsiteX1" fmla="*/ 2148164 w 2148164"/>
                <a:gd name="connsiteY1" fmla="*/ 0 h 342000"/>
                <a:gd name="connsiteX2" fmla="*/ 2141961 w 2148164"/>
                <a:gd name="connsiteY2" fmla="*/ 23337 h 342000"/>
                <a:gd name="connsiteX3" fmla="*/ 2030087 w 2148164"/>
                <a:gd name="connsiteY3" fmla="*/ 321819 h 342000"/>
                <a:gd name="connsiteX4" fmla="*/ 2020057 w 2148164"/>
                <a:gd name="connsiteY4" fmla="*/ 342000 h 342000"/>
                <a:gd name="connsiteX5" fmla="*/ 128108 w 2148164"/>
                <a:gd name="connsiteY5" fmla="*/ 342000 h 342000"/>
                <a:gd name="connsiteX6" fmla="*/ 118077 w 2148164"/>
                <a:gd name="connsiteY6" fmla="*/ 321819 h 342000"/>
                <a:gd name="connsiteX7" fmla="*/ 6203 w 2148164"/>
                <a:gd name="connsiteY7" fmla="*/ 23337 h 34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48164" h="342000">
                  <a:moveTo>
                    <a:pt x="0" y="0"/>
                  </a:moveTo>
                  <a:lnTo>
                    <a:pt x="2148164" y="0"/>
                  </a:lnTo>
                  <a:lnTo>
                    <a:pt x="2141961" y="23337"/>
                  </a:lnTo>
                  <a:cubicBezTo>
                    <a:pt x="2108669" y="133575"/>
                    <a:pt x="2070706" y="232767"/>
                    <a:pt x="2030087" y="321819"/>
                  </a:cubicBezTo>
                  <a:lnTo>
                    <a:pt x="2020057" y="342000"/>
                  </a:lnTo>
                  <a:lnTo>
                    <a:pt x="128108" y="342000"/>
                  </a:lnTo>
                  <a:lnTo>
                    <a:pt x="118077" y="321819"/>
                  </a:lnTo>
                  <a:cubicBezTo>
                    <a:pt x="77458" y="232767"/>
                    <a:pt x="39495" y="133575"/>
                    <a:pt x="6203" y="23337"/>
                  </a:cubicBezTo>
                  <a:close/>
                </a:path>
              </a:pathLst>
            </a:custGeom>
            <a:solidFill>
              <a:schemeClr val="accent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chemeClr val="bg1">
                    <a:lumMod val="50000"/>
                  </a:schemeClr>
                </a:solidFill>
                <a:latin typeface="+mj-ea"/>
                <a:ea typeface="+mj-ea"/>
              </a:endParaRPr>
            </a:p>
          </p:txBody>
        </p:sp>
        <p:sp>
          <p:nvSpPr>
            <p:cNvPr id="8" name="Freeform: Shape 22"/>
            <p:cNvSpPr/>
            <p:nvPr/>
          </p:nvSpPr>
          <p:spPr>
            <a:xfrm>
              <a:off x="4423501" y="2731000"/>
              <a:ext cx="2649341" cy="393353"/>
            </a:xfrm>
            <a:custGeom>
              <a:avLst/>
              <a:gdLst>
                <a:gd name="connsiteX0" fmla="*/ 0 w 2303462"/>
                <a:gd name="connsiteY0" fmla="*/ 0 h 342000"/>
                <a:gd name="connsiteX1" fmla="*/ 2303462 w 2303462"/>
                <a:gd name="connsiteY1" fmla="*/ 0 h 342000"/>
                <a:gd name="connsiteX2" fmla="*/ 2265794 w 2303462"/>
                <a:gd name="connsiteY2" fmla="*/ 191002 h 342000"/>
                <a:gd name="connsiteX3" fmla="*/ 2225659 w 2303462"/>
                <a:gd name="connsiteY3" fmla="*/ 342000 h 342000"/>
                <a:gd name="connsiteX4" fmla="*/ 77804 w 2303462"/>
                <a:gd name="connsiteY4" fmla="*/ 342000 h 342000"/>
                <a:gd name="connsiteX5" fmla="*/ 37668 w 2303462"/>
                <a:gd name="connsiteY5" fmla="*/ 191002 h 342000"/>
                <a:gd name="connsiteX6" fmla="*/ 0 w 2303462"/>
                <a:gd name="connsiteY6" fmla="*/ 0 h 34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03462" h="342000">
                  <a:moveTo>
                    <a:pt x="0" y="0"/>
                  </a:moveTo>
                  <a:lnTo>
                    <a:pt x="2303462" y="0"/>
                  </a:lnTo>
                  <a:cubicBezTo>
                    <a:pt x="2292493" y="66618"/>
                    <a:pt x="2279853" y="130248"/>
                    <a:pt x="2265794" y="191002"/>
                  </a:cubicBezTo>
                  <a:lnTo>
                    <a:pt x="2225659" y="342000"/>
                  </a:lnTo>
                  <a:lnTo>
                    <a:pt x="77804" y="342000"/>
                  </a:lnTo>
                  <a:lnTo>
                    <a:pt x="37668" y="191002"/>
                  </a:lnTo>
                  <a:cubicBezTo>
                    <a:pt x="23609" y="130248"/>
                    <a:pt x="10969" y="66618"/>
                    <a:pt x="0" y="0"/>
                  </a:cubicBezTo>
                  <a:close/>
                </a:path>
              </a:pathLst>
            </a:custGeom>
            <a:solidFill>
              <a:schemeClr val="accent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chemeClr val="bg1">
                    <a:lumMod val="50000"/>
                  </a:schemeClr>
                </a:solidFill>
                <a:latin typeface="+mj-ea"/>
                <a:ea typeface="+mj-ea"/>
              </a:endParaRPr>
            </a:p>
          </p:txBody>
        </p:sp>
        <p:sp>
          <p:nvSpPr>
            <p:cNvPr id="9" name="Freeform: Shape 26"/>
            <p:cNvSpPr>
              <a:spLocks/>
            </p:cNvSpPr>
            <p:nvPr/>
          </p:nvSpPr>
          <p:spPr bwMode="auto">
            <a:xfrm>
              <a:off x="4660154" y="3517038"/>
              <a:ext cx="2176037" cy="393353"/>
            </a:xfrm>
            <a:custGeom>
              <a:avLst/>
              <a:gdLst>
                <a:gd name="connsiteX0" fmla="*/ 0 w 1891949"/>
                <a:gd name="connsiteY0" fmla="*/ 0 h 342000"/>
                <a:gd name="connsiteX1" fmla="*/ 1891949 w 1891949"/>
                <a:gd name="connsiteY1" fmla="*/ 0 h 342000"/>
                <a:gd name="connsiteX2" fmla="*/ 1839310 w 1891949"/>
                <a:gd name="connsiteY2" fmla="*/ 105906 h 342000"/>
                <a:gd name="connsiteX3" fmla="*/ 1708059 w 1891949"/>
                <a:gd name="connsiteY3" fmla="*/ 315170 h 342000"/>
                <a:gd name="connsiteX4" fmla="*/ 1687251 w 1891949"/>
                <a:gd name="connsiteY4" fmla="*/ 342000 h 342000"/>
                <a:gd name="connsiteX5" fmla="*/ 204698 w 1891949"/>
                <a:gd name="connsiteY5" fmla="*/ 342000 h 342000"/>
                <a:gd name="connsiteX6" fmla="*/ 183890 w 1891949"/>
                <a:gd name="connsiteY6" fmla="*/ 315170 h 342000"/>
                <a:gd name="connsiteX7" fmla="*/ 52638 w 1891949"/>
                <a:gd name="connsiteY7" fmla="*/ 105906 h 34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91949" h="342000">
                  <a:moveTo>
                    <a:pt x="0" y="0"/>
                  </a:moveTo>
                  <a:lnTo>
                    <a:pt x="1891949" y="0"/>
                  </a:lnTo>
                  <a:lnTo>
                    <a:pt x="1839310" y="105906"/>
                  </a:lnTo>
                  <a:cubicBezTo>
                    <a:pt x="1796538" y="185045"/>
                    <a:pt x="1752116" y="254498"/>
                    <a:pt x="1708059" y="315170"/>
                  </a:cubicBezTo>
                  <a:lnTo>
                    <a:pt x="1687251" y="342000"/>
                  </a:lnTo>
                  <a:lnTo>
                    <a:pt x="204698" y="342000"/>
                  </a:lnTo>
                  <a:lnTo>
                    <a:pt x="183890" y="315170"/>
                  </a:lnTo>
                  <a:cubicBezTo>
                    <a:pt x="139832" y="254498"/>
                    <a:pt x="95411" y="185045"/>
                    <a:pt x="52638" y="105906"/>
                  </a:cubicBezTo>
                  <a:close/>
                </a:path>
              </a:pathLst>
            </a:custGeom>
            <a:solidFill>
              <a:schemeClr val="accent4"/>
            </a:solidFill>
            <a:ln w="12700">
              <a:solidFill>
                <a:schemeClr val="bg1"/>
              </a:solidFill>
            </a:ln>
          </p:spPr>
          <p:txBody>
            <a:bodyPr anchor="ctr"/>
            <a:lstStyle/>
            <a:p>
              <a:pPr algn="ctr"/>
              <a:endParaRPr>
                <a:solidFill>
                  <a:schemeClr val="bg1">
                    <a:lumMod val="50000"/>
                  </a:schemeClr>
                </a:solidFill>
                <a:latin typeface="+mj-ea"/>
                <a:ea typeface="+mj-ea"/>
              </a:endParaRPr>
            </a:p>
          </p:txBody>
        </p:sp>
        <p:grpSp>
          <p:nvGrpSpPr>
            <p:cNvPr id="3" name="Group 8"/>
            <p:cNvGrpSpPr/>
            <p:nvPr/>
          </p:nvGrpSpPr>
          <p:grpSpPr>
            <a:xfrm>
              <a:off x="8358194" y="4246224"/>
              <a:ext cx="2457329" cy="835777"/>
              <a:chOff x="9029821" y="3139323"/>
              <a:chExt cx="2457329" cy="835777"/>
            </a:xfrm>
          </p:grpSpPr>
          <p:sp>
            <p:nvSpPr>
              <p:cNvPr id="24" name="TextBox 9"/>
              <p:cNvSpPr txBox="1"/>
              <p:nvPr/>
            </p:nvSpPr>
            <p:spPr>
              <a:xfrm>
                <a:off x="9029821" y="3385544"/>
                <a:ext cx="2457329" cy="589556"/>
              </a:xfrm>
              <a:prstGeom prst="rect">
                <a:avLst/>
              </a:prstGeom>
              <a:noFill/>
            </p:spPr>
            <p:txBody>
              <a:bodyPr wrap="square" lIns="72013" tIns="0" rIns="72013" bIns="0" anchor="ctr" anchorCtr="0">
                <a:normAutofit fontScale="92500" lnSpcReduction="20000"/>
              </a:bodyPr>
              <a:lstStyle/>
              <a:p>
                <a:pPr defTabSz="914561">
                  <a:lnSpc>
                    <a:spcPct val="120000"/>
                  </a:lnSpc>
                  <a:defRPr/>
                </a:pPr>
                <a:r>
                  <a:rPr lang="zh-CN" altLang="en-US" sz="1000">
                    <a:solidFill>
                      <a:schemeClr val="bg1">
                        <a:lumMod val="50000"/>
                      </a:schemeClr>
                    </a:solidFill>
                    <a:latin typeface="+mj-ea"/>
                    <a:ea typeface="+mj-ea"/>
                  </a:rPr>
                  <a:t>此部分内容作为文字排版占位显示</a:t>
                </a:r>
                <a:br>
                  <a:rPr lang="zh-CN" altLang="en-US" sz="1000">
                    <a:solidFill>
                      <a:schemeClr val="bg1">
                        <a:lumMod val="50000"/>
                      </a:schemeClr>
                    </a:solidFill>
                    <a:latin typeface="+mj-ea"/>
                    <a:ea typeface="+mj-ea"/>
                  </a:rPr>
                </a:br>
                <a:r>
                  <a:rPr lang="zh-CN" altLang="en-US" sz="1000">
                    <a:solidFill>
                      <a:schemeClr val="bg1">
                        <a:lumMod val="50000"/>
                      </a:schemeClr>
                    </a:solidFill>
                    <a:latin typeface="+mj-ea"/>
                    <a:ea typeface="+mj-ea"/>
                  </a:rPr>
                  <a:t>（建议使用主题字体）</a:t>
                </a:r>
              </a:p>
            </p:txBody>
          </p:sp>
          <p:sp>
            <p:nvSpPr>
              <p:cNvPr id="25" name="Rectangle 10"/>
              <p:cNvSpPr/>
              <p:nvPr/>
            </p:nvSpPr>
            <p:spPr>
              <a:xfrm>
                <a:off x="9029821" y="3139323"/>
                <a:ext cx="2457329" cy="246221"/>
              </a:xfrm>
              <a:prstGeom prst="rect">
                <a:avLst/>
              </a:prstGeom>
            </p:spPr>
            <p:txBody>
              <a:bodyPr wrap="none" lIns="72013" tIns="0" rIns="72013" bIns="0">
                <a:normAutofit fontScale="92500" lnSpcReduction="20000"/>
              </a:bodyPr>
              <a:lstStyle/>
              <a:p>
                <a:pPr defTabSz="914561">
                  <a:defRPr/>
                </a:pPr>
                <a:r>
                  <a:rPr lang="zh-CN" altLang="en-US" sz="1600" b="1">
                    <a:solidFill>
                      <a:schemeClr val="bg1">
                        <a:lumMod val="50000"/>
                      </a:schemeClr>
                    </a:solidFill>
                    <a:latin typeface="+mj-ea"/>
                    <a:ea typeface="+mj-ea"/>
                  </a:rPr>
                  <a:t>标题文本预设</a:t>
                </a:r>
              </a:p>
            </p:txBody>
          </p:sp>
        </p:grpSp>
        <p:grpSp>
          <p:nvGrpSpPr>
            <p:cNvPr id="10" name="Group 11"/>
            <p:cNvGrpSpPr/>
            <p:nvPr/>
          </p:nvGrpSpPr>
          <p:grpSpPr>
            <a:xfrm>
              <a:off x="1376477" y="4246224"/>
              <a:ext cx="2407615" cy="835777"/>
              <a:chOff x="609599" y="3139323"/>
              <a:chExt cx="2407615" cy="835777"/>
            </a:xfrm>
          </p:grpSpPr>
          <p:sp>
            <p:nvSpPr>
              <p:cNvPr id="22" name="TextBox 12"/>
              <p:cNvSpPr txBox="1"/>
              <p:nvPr/>
            </p:nvSpPr>
            <p:spPr>
              <a:xfrm>
                <a:off x="609599" y="3385544"/>
                <a:ext cx="2407615" cy="589556"/>
              </a:xfrm>
              <a:prstGeom prst="rect">
                <a:avLst/>
              </a:prstGeom>
              <a:noFill/>
            </p:spPr>
            <p:txBody>
              <a:bodyPr wrap="square" lIns="72013" tIns="0" rIns="72013" bIns="0" anchor="ctr" anchorCtr="0">
                <a:normAutofit fontScale="92500" lnSpcReduction="20000"/>
              </a:bodyPr>
              <a:lstStyle/>
              <a:p>
                <a:pPr algn="r" defTabSz="914561">
                  <a:lnSpc>
                    <a:spcPct val="120000"/>
                  </a:lnSpc>
                  <a:defRPr/>
                </a:pPr>
                <a:r>
                  <a:rPr lang="zh-CN" altLang="en-US" sz="1000">
                    <a:solidFill>
                      <a:schemeClr val="bg1">
                        <a:lumMod val="50000"/>
                      </a:schemeClr>
                    </a:solidFill>
                    <a:latin typeface="+mj-ea"/>
                    <a:ea typeface="+mj-ea"/>
                  </a:rPr>
                  <a:t>此部分内容作为文字排版占位显示</a:t>
                </a:r>
                <a:br>
                  <a:rPr lang="zh-CN" altLang="en-US" sz="1000">
                    <a:solidFill>
                      <a:schemeClr val="bg1">
                        <a:lumMod val="50000"/>
                      </a:schemeClr>
                    </a:solidFill>
                    <a:latin typeface="+mj-ea"/>
                    <a:ea typeface="+mj-ea"/>
                  </a:rPr>
                </a:br>
                <a:r>
                  <a:rPr lang="zh-CN" altLang="en-US" sz="1000">
                    <a:solidFill>
                      <a:schemeClr val="bg1">
                        <a:lumMod val="50000"/>
                      </a:schemeClr>
                    </a:solidFill>
                    <a:latin typeface="+mj-ea"/>
                    <a:ea typeface="+mj-ea"/>
                  </a:rPr>
                  <a:t>（建议使用主题字体）</a:t>
                </a:r>
              </a:p>
            </p:txBody>
          </p:sp>
          <p:sp>
            <p:nvSpPr>
              <p:cNvPr id="23" name="Rectangle 13"/>
              <p:cNvSpPr/>
              <p:nvPr/>
            </p:nvSpPr>
            <p:spPr>
              <a:xfrm>
                <a:off x="609599" y="3139323"/>
                <a:ext cx="2407615" cy="246221"/>
              </a:xfrm>
              <a:prstGeom prst="rect">
                <a:avLst/>
              </a:prstGeom>
            </p:spPr>
            <p:txBody>
              <a:bodyPr wrap="none" lIns="72013" tIns="0" rIns="72013" bIns="0">
                <a:normAutofit fontScale="92500" lnSpcReduction="20000"/>
              </a:bodyPr>
              <a:lstStyle/>
              <a:p>
                <a:pPr algn="r" defTabSz="914561">
                  <a:defRPr/>
                </a:pPr>
                <a:r>
                  <a:rPr lang="zh-CN" altLang="en-US" sz="1600" b="1">
                    <a:solidFill>
                      <a:schemeClr val="bg1">
                        <a:lumMod val="50000"/>
                      </a:schemeClr>
                    </a:solidFill>
                    <a:latin typeface="+mj-ea"/>
                    <a:ea typeface="+mj-ea"/>
                  </a:rPr>
                  <a:t>标题文本预设</a:t>
                </a:r>
              </a:p>
            </p:txBody>
          </p:sp>
        </p:grpSp>
        <p:grpSp>
          <p:nvGrpSpPr>
            <p:cNvPr id="11" name="Group 14"/>
            <p:cNvGrpSpPr/>
            <p:nvPr/>
          </p:nvGrpSpPr>
          <p:grpSpPr>
            <a:xfrm>
              <a:off x="8358194" y="1775999"/>
              <a:ext cx="2457329" cy="835777"/>
              <a:chOff x="9029821" y="3139323"/>
              <a:chExt cx="2457329" cy="835777"/>
            </a:xfrm>
          </p:grpSpPr>
          <p:sp>
            <p:nvSpPr>
              <p:cNvPr id="20" name="TextBox 15"/>
              <p:cNvSpPr txBox="1"/>
              <p:nvPr/>
            </p:nvSpPr>
            <p:spPr>
              <a:xfrm>
                <a:off x="9029821" y="3385544"/>
                <a:ext cx="2457329" cy="589556"/>
              </a:xfrm>
              <a:prstGeom prst="rect">
                <a:avLst/>
              </a:prstGeom>
              <a:noFill/>
            </p:spPr>
            <p:txBody>
              <a:bodyPr wrap="square" lIns="72013" tIns="0" rIns="72013" bIns="0" anchor="ctr" anchorCtr="0">
                <a:normAutofit fontScale="92500" lnSpcReduction="20000"/>
              </a:bodyPr>
              <a:lstStyle/>
              <a:p>
                <a:pPr defTabSz="914561">
                  <a:lnSpc>
                    <a:spcPct val="120000"/>
                  </a:lnSpc>
                  <a:defRPr/>
                </a:pPr>
                <a:r>
                  <a:rPr lang="zh-CN" altLang="en-US" sz="1000">
                    <a:solidFill>
                      <a:schemeClr val="bg1">
                        <a:lumMod val="50000"/>
                      </a:schemeClr>
                    </a:solidFill>
                    <a:latin typeface="+mj-ea"/>
                    <a:ea typeface="+mj-ea"/>
                  </a:rPr>
                  <a:t>此部分内容作为文字排版占位显示</a:t>
                </a:r>
                <a:br>
                  <a:rPr lang="zh-CN" altLang="en-US" sz="1000">
                    <a:solidFill>
                      <a:schemeClr val="bg1">
                        <a:lumMod val="50000"/>
                      </a:schemeClr>
                    </a:solidFill>
                    <a:latin typeface="+mj-ea"/>
                    <a:ea typeface="+mj-ea"/>
                  </a:rPr>
                </a:br>
                <a:r>
                  <a:rPr lang="zh-CN" altLang="en-US" sz="1000">
                    <a:solidFill>
                      <a:schemeClr val="bg1">
                        <a:lumMod val="50000"/>
                      </a:schemeClr>
                    </a:solidFill>
                    <a:latin typeface="+mj-ea"/>
                    <a:ea typeface="+mj-ea"/>
                  </a:rPr>
                  <a:t>（建议使用主题字体）</a:t>
                </a:r>
              </a:p>
            </p:txBody>
          </p:sp>
          <p:sp>
            <p:nvSpPr>
              <p:cNvPr id="21" name="Rectangle 16"/>
              <p:cNvSpPr/>
              <p:nvPr/>
            </p:nvSpPr>
            <p:spPr>
              <a:xfrm>
                <a:off x="9029821" y="3139323"/>
                <a:ext cx="2457329" cy="246221"/>
              </a:xfrm>
              <a:prstGeom prst="rect">
                <a:avLst/>
              </a:prstGeom>
            </p:spPr>
            <p:txBody>
              <a:bodyPr wrap="none" lIns="72013" tIns="0" rIns="72013" bIns="0">
                <a:normAutofit fontScale="92500" lnSpcReduction="20000"/>
              </a:bodyPr>
              <a:lstStyle/>
              <a:p>
                <a:pPr defTabSz="914561">
                  <a:defRPr/>
                </a:pPr>
                <a:r>
                  <a:rPr lang="zh-CN" altLang="en-US" sz="1600" b="1">
                    <a:solidFill>
                      <a:schemeClr val="bg1">
                        <a:lumMod val="50000"/>
                      </a:schemeClr>
                    </a:solidFill>
                    <a:latin typeface="+mj-ea"/>
                    <a:ea typeface="+mj-ea"/>
                  </a:rPr>
                  <a:t>标题文本预设</a:t>
                </a:r>
              </a:p>
            </p:txBody>
          </p:sp>
        </p:grpSp>
        <p:grpSp>
          <p:nvGrpSpPr>
            <p:cNvPr id="12" name="Group 17"/>
            <p:cNvGrpSpPr/>
            <p:nvPr/>
          </p:nvGrpSpPr>
          <p:grpSpPr>
            <a:xfrm>
              <a:off x="1376477" y="1775999"/>
              <a:ext cx="2407615" cy="835777"/>
              <a:chOff x="609599" y="3139323"/>
              <a:chExt cx="2407615" cy="835777"/>
            </a:xfrm>
          </p:grpSpPr>
          <p:sp>
            <p:nvSpPr>
              <p:cNvPr id="18" name="TextBox 18"/>
              <p:cNvSpPr txBox="1"/>
              <p:nvPr/>
            </p:nvSpPr>
            <p:spPr>
              <a:xfrm>
                <a:off x="609599" y="3385544"/>
                <a:ext cx="2407615" cy="589556"/>
              </a:xfrm>
              <a:prstGeom prst="rect">
                <a:avLst/>
              </a:prstGeom>
              <a:noFill/>
            </p:spPr>
            <p:txBody>
              <a:bodyPr wrap="square" lIns="72013" tIns="0" rIns="72013" bIns="0" anchor="ctr" anchorCtr="0">
                <a:normAutofit fontScale="92500" lnSpcReduction="20000"/>
              </a:bodyPr>
              <a:lstStyle/>
              <a:p>
                <a:pPr algn="r" defTabSz="914561">
                  <a:lnSpc>
                    <a:spcPct val="120000"/>
                  </a:lnSpc>
                  <a:defRPr/>
                </a:pPr>
                <a:r>
                  <a:rPr lang="zh-CN" altLang="en-US" sz="1000">
                    <a:solidFill>
                      <a:schemeClr val="bg1">
                        <a:lumMod val="50000"/>
                      </a:schemeClr>
                    </a:solidFill>
                    <a:latin typeface="+mj-ea"/>
                    <a:ea typeface="+mj-ea"/>
                  </a:rPr>
                  <a:t>此部分内容作为文字排版占位显示</a:t>
                </a:r>
                <a:br>
                  <a:rPr lang="zh-CN" altLang="en-US" sz="1000">
                    <a:solidFill>
                      <a:schemeClr val="bg1">
                        <a:lumMod val="50000"/>
                      </a:schemeClr>
                    </a:solidFill>
                    <a:latin typeface="+mj-ea"/>
                    <a:ea typeface="+mj-ea"/>
                  </a:rPr>
                </a:br>
                <a:r>
                  <a:rPr lang="zh-CN" altLang="en-US" sz="1000">
                    <a:solidFill>
                      <a:schemeClr val="bg1">
                        <a:lumMod val="50000"/>
                      </a:schemeClr>
                    </a:solidFill>
                    <a:latin typeface="+mj-ea"/>
                    <a:ea typeface="+mj-ea"/>
                  </a:rPr>
                  <a:t>（建议使用主题字体）</a:t>
                </a:r>
              </a:p>
            </p:txBody>
          </p:sp>
          <p:sp>
            <p:nvSpPr>
              <p:cNvPr id="19" name="Rectangle 19"/>
              <p:cNvSpPr/>
              <p:nvPr/>
            </p:nvSpPr>
            <p:spPr>
              <a:xfrm>
                <a:off x="609599" y="3139323"/>
                <a:ext cx="2407615" cy="246221"/>
              </a:xfrm>
              <a:prstGeom prst="rect">
                <a:avLst/>
              </a:prstGeom>
            </p:spPr>
            <p:txBody>
              <a:bodyPr wrap="none" lIns="72013" tIns="0" rIns="72013" bIns="0">
                <a:normAutofit fontScale="92500" lnSpcReduction="20000"/>
              </a:bodyPr>
              <a:lstStyle/>
              <a:p>
                <a:pPr algn="r" defTabSz="914561">
                  <a:defRPr/>
                </a:pPr>
                <a:r>
                  <a:rPr lang="zh-CN" altLang="en-US" sz="1600" b="1">
                    <a:solidFill>
                      <a:schemeClr val="bg1">
                        <a:lumMod val="50000"/>
                      </a:schemeClr>
                    </a:solidFill>
                    <a:latin typeface="+mj-ea"/>
                    <a:ea typeface="+mj-ea"/>
                  </a:rPr>
                  <a:t>标题文本预设</a:t>
                </a:r>
              </a:p>
            </p:txBody>
          </p:sp>
        </p:grpSp>
        <p:sp>
          <p:nvSpPr>
            <p:cNvPr id="14" name="Freeform: Shape 23"/>
            <p:cNvSpPr>
              <a:spLocks/>
            </p:cNvSpPr>
            <p:nvPr/>
          </p:nvSpPr>
          <p:spPr bwMode="auto">
            <a:xfrm>
              <a:off x="5726768" y="3573980"/>
              <a:ext cx="155261" cy="279469"/>
            </a:xfrm>
            <a:custGeom>
              <a:avLst/>
              <a:gdLst>
                <a:gd name="T0" fmla="*/ 159 w 159"/>
                <a:gd name="T1" fmla="*/ 50 h 286"/>
                <a:gd name="T2" fmla="*/ 114 w 159"/>
                <a:gd name="T3" fmla="*/ 50 h 286"/>
                <a:gd name="T4" fmla="*/ 114 w 159"/>
                <a:gd name="T5" fmla="*/ 50 h 286"/>
                <a:gd name="T6" fmla="*/ 111 w 159"/>
                <a:gd name="T7" fmla="*/ 51 h 286"/>
                <a:gd name="T8" fmla="*/ 107 w 159"/>
                <a:gd name="T9" fmla="*/ 54 h 286"/>
                <a:gd name="T10" fmla="*/ 103 w 159"/>
                <a:gd name="T11" fmla="*/ 60 h 286"/>
                <a:gd name="T12" fmla="*/ 102 w 159"/>
                <a:gd name="T13" fmla="*/ 66 h 286"/>
                <a:gd name="T14" fmla="*/ 102 w 159"/>
                <a:gd name="T15" fmla="*/ 99 h 286"/>
                <a:gd name="T16" fmla="*/ 159 w 159"/>
                <a:gd name="T17" fmla="*/ 99 h 286"/>
                <a:gd name="T18" fmla="*/ 159 w 159"/>
                <a:gd name="T19" fmla="*/ 146 h 286"/>
                <a:gd name="T20" fmla="*/ 102 w 159"/>
                <a:gd name="T21" fmla="*/ 146 h 286"/>
                <a:gd name="T22" fmla="*/ 102 w 159"/>
                <a:gd name="T23" fmla="*/ 286 h 286"/>
                <a:gd name="T24" fmla="*/ 50 w 159"/>
                <a:gd name="T25" fmla="*/ 286 h 286"/>
                <a:gd name="T26" fmla="*/ 50 w 159"/>
                <a:gd name="T27" fmla="*/ 146 h 286"/>
                <a:gd name="T28" fmla="*/ 0 w 159"/>
                <a:gd name="T29" fmla="*/ 146 h 286"/>
                <a:gd name="T30" fmla="*/ 0 w 159"/>
                <a:gd name="T31" fmla="*/ 99 h 286"/>
                <a:gd name="T32" fmla="*/ 50 w 159"/>
                <a:gd name="T33" fmla="*/ 99 h 286"/>
                <a:gd name="T34" fmla="*/ 50 w 159"/>
                <a:gd name="T35" fmla="*/ 71 h 286"/>
                <a:gd name="T36" fmla="*/ 50 w 159"/>
                <a:gd name="T37" fmla="*/ 71 h 286"/>
                <a:gd name="T38" fmla="*/ 50 w 159"/>
                <a:gd name="T39" fmla="*/ 64 h 286"/>
                <a:gd name="T40" fmla="*/ 51 w 159"/>
                <a:gd name="T41" fmla="*/ 57 h 286"/>
                <a:gd name="T42" fmla="*/ 52 w 159"/>
                <a:gd name="T43" fmla="*/ 50 h 286"/>
                <a:gd name="T44" fmla="*/ 54 w 159"/>
                <a:gd name="T45" fmla="*/ 43 h 286"/>
                <a:gd name="T46" fmla="*/ 57 w 159"/>
                <a:gd name="T47" fmla="*/ 37 h 286"/>
                <a:gd name="T48" fmla="*/ 60 w 159"/>
                <a:gd name="T49" fmla="*/ 31 h 286"/>
                <a:gd name="T50" fmla="*/ 63 w 159"/>
                <a:gd name="T51" fmla="*/ 26 h 286"/>
                <a:gd name="T52" fmla="*/ 67 w 159"/>
                <a:gd name="T53" fmla="*/ 21 h 286"/>
                <a:gd name="T54" fmla="*/ 72 w 159"/>
                <a:gd name="T55" fmla="*/ 16 h 286"/>
                <a:gd name="T56" fmla="*/ 78 w 159"/>
                <a:gd name="T57" fmla="*/ 12 h 286"/>
                <a:gd name="T58" fmla="*/ 83 w 159"/>
                <a:gd name="T59" fmla="*/ 8 h 286"/>
                <a:gd name="T60" fmla="*/ 88 w 159"/>
                <a:gd name="T61" fmla="*/ 5 h 286"/>
                <a:gd name="T62" fmla="*/ 94 w 159"/>
                <a:gd name="T63" fmla="*/ 3 h 286"/>
                <a:gd name="T64" fmla="*/ 100 w 159"/>
                <a:gd name="T65" fmla="*/ 1 h 286"/>
                <a:gd name="T66" fmla="*/ 108 w 159"/>
                <a:gd name="T67" fmla="*/ 0 h 286"/>
                <a:gd name="T68" fmla="*/ 114 w 159"/>
                <a:gd name="T69" fmla="*/ 0 h 286"/>
                <a:gd name="T70" fmla="*/ 159 w 159"/>
                <a:gd name="T71" fmla="*/ 0 h 286"/>
                <a:gd name="T72" fmla="*/ 159 w 159"/>
                <a:gd name="T73" fmla="*/ 50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59" h="286">
                  <a:moveTo>
                    <a:pt x="159" y="50"/>
                  </a:moveTo>
                  <a:lnTo>
                    <a:pt x="114" y="50"/>
                  </a:lnTo>
                  <a:lnTo>
                    <a:pt x="114" y="50"/>
                  </a:lnTo>
                  <a:lnTo>
                    <a:pt x="111" y="51"/>
                  </a:lnTo>
                  <a:lnTo>
                    <a:pt x="107" y="54"/>
                  </a:lnTo>
                  <a:lnTo>
                    <a:pt x="103" y="60"/>
                  </a:lnTo>
                  <a:lnTo>
                    <a:pt x="102" y="66"/>
                  </a:lnTo>
                  <a:lnTo>
                    <a:pt x="102" y="99"/>
                  </a:lnTo>
                  <a:lnTo>
                    <a:pt x="159" y="99"/>
                  </a:lnTo>
                  <a:lnTo>
                    <a:pt x="159" y="146"/>
                  </a:lnTo>
                  <a:lnTo>
                    <a:pt x="102" y="146"/>
                  </a:lnTo>
                  <a:lnTo>
                    <a:pt x="102" y="286"/>
                  </a:lnTo>
                  <a:lnTo>
                    <a:pt x="50" y="286"/>
                  </a:lnTo>
                  <a:lnTo>
                    <a:pt x="50" y="146"/>
                  </a:lnTo>
                  <a:lnTo>
                    <a:pt x="0" y="146"/>
                  </a:lnTo>
                  <a:lnTo>
                    <a:pt x="0" y="99"/>
                  </a:lnTo>
                  <a:lnTo>
                    <a:pt x="50" y="99"/>
                  </a:lnTo>
                  <a:lnTo>
                    <a:pt x="50" y="71"/>
                  </a:lnTo>
                  <a:lnTo>
                    <a:pt x="50" y="71"/>
                  </a:lnTo>
                  <a:lnTo>
                    <a:pt x="50" y="64"/>
                  </a:lnTo>
                  <a:lnTo>
                    <a:pt x="51" y="57"/>
                  </a:lnTo>
                  <a:lnTo>
                    <a:pt x="52" y="50"/>
                  </a:lnTo>
                  <a:lnTo>
                    <a:pt x="54" y="43"/>
                  </a:lnTo>
                  <a:lnTo>
                    <a:pt x="57" y="37"/>
                  </a:lnTo>
                  <a:lnTo>
                    <a:pt x="60" y="31"/>
                  </a:lnTo>
                  <a:lnTo>
                    <a:pt x="63" y="26"/>
                  </a:lnTo>
                  <a:lnTo>
                    <a:pt x="67" y="21"/>
                  </a:lnTo>
                  <a:lnTo>
                    <a:pt x="72" y="16"/>
                  </a:lnTo>
                  <a:lnTo>
                    <a:pt x="78" y="12"/>
                  </a:lnTo>
                  <a:lnTo>
                    <a:pt x="83" y="8"/>
                  </a:lnTo>
                  <a:lnTo>
                    <a:pt x="88" y="5"/>
                  </a:lnTo>
                  <a:lnTo>
                    <a:pt x="94" y="3"/>
                  </a:lnTo>
                  <a:lnTo>
                    <a:pt x="100" y="1"/>
                  </a:lnTo>
                  <a:lnTo>
                    <a:pt x="108" y="0"/>
                  </a:lnTo>
                  <a:lnTo>
                    <a:pt x="114" y="0"/>
                  </a:lnTo>
                  <a:lnTo>
                    <a:pt x="159" y="0"/>
                  </a:lnTo>
                  <a:lnTo>
                    <a:pt x="159" y="50"/>
                  </a:lnTo>
                  <a:close/>
                </a:path>
              </a:pathLst>
            </a:custGeom>
            <a:solidFill>
              <a:srgbClr val="FFFFFF"/>
            </a:solidFill>
            <a:ln>
              <a:noFill/>
            </a:ln>
            <a:extLst/>
          </p:spPr>
          <p:txBody>
            <a:bodyPr anchor="ctr"/>
            <a:lstStyle/>
            <a:p>
              <a:pPr algn="ctr"/>
              <a:endParaRPr>
                <a:solidFill>
                  <a:schemeClr val="bg1">
                    <a:lumMod val="50000"/>
                  </a:schemeClr>
                </a:solidFill>
                <a:latin typeface="+mj-ea"/>
                <a:ea typeface="+mj-ea"/>
              </a:endParaRPr>
            </a:p>
          </p:txBody>
        </p:sp>
        <p:sp>
          <p:nvSpPr>
            <p:cNvPr id="15" name="Freeform: Shape 30"/>
            <p:cNvSpPr>
              <a:spLocks/>
            </p:cNvSpPr>
            <p:nvPr/>
          </p:nvSpPr>
          <p:spPr bwMode="auto">
            <a:xfrm>
              <a:off x="5667663" y="2811231"/>
              <a:ext cx="283352" cy="232891"/>
            </a:xfrm>
            <a:custGeom>
              <a:avLst/>
              <a:gdLst>
                <a:gd name="T0" fmla="*/ 285 w 293"/>
                <a:gd name="T1" fmla="*/ 32 h 238"/>
                <a:gd name="T2" fmla="*/ 259 w 293"/>
                <a:gd name="T3" fmla="*/ 38 h 238"/>
                <a:gd name="T4" fmla="*/ 275 w 293"/>
                <a:gd name="T5" fmla="*/ 24 h 238"/>
                <a:gd name="T6" fmla="*/ 285 w 293"/>
                <a:gd name="T7" fmla="*/ 4 h 238"/>
                <a:gd name="T8" fmla="*/ 257 w 293"/>
                <a:gd name="T9" fmla="*/ 16 h 238"/>
                <a:gd name="T10" fmla="*/ 237 w 293"/>
                <a:gd name="T11" fmla="*/ 11 h 238"/>
                <a:gd name="T12" fmla="*/ 216 w 293"/>
                <a:gd name="T13" fmla="*/ 1 h 238"/>
                <a:gd name="T14" fmla="*/ 203 w 293"/>
                <a:gd name="T15" fmla="*/ 0 h 238"/>
                <a:gd name="T16" fmla="*/ 179 w 293"/>
                <a:gd name="T17" fmla="*/ 5 h 238"/>
                <a:gd name="T18" fmla="*/ 154 w 293"/>
                <a:gd name="T19" fmla="*/ 27 h 238"/>
                <a:gd name="T20" fmla="*/ 143 w 293"/>
                <a:gd name="T21" fmla="*/ 54 h 238"/>
                <a:gd name="T22" fmla="*/ 143 w 293"/>
                <a:gd name="T23" fmla="*/ 67 h 238"/>
                <a:gd name="T24" fmla="*/ 126 w 293"/>
                <a:gd name="T25" fmla="*/ 72 h 238"/>
                <a:gd name="T26" fmla="*/ 75 w 293"/>
                <a:gd name="T27" fmla="*/ 55 h 238"/>
                <a:gd name="T28" fmla="*/ 33 w 293"/>
                <a:gd name="T29" fmla="*/ 24 h 238"/>
                <a:gd name="T30" fmla="*/ 17 w 293"/>
                <a:gd name="T31" fmla="*/ 17 h 238"/>
                <a:gd name="T32" fmla="*/ 12 w 293"/>
                <a:gd name="T33" fmla="*/ 41 h 238"/>
                <a:gd name="T34" fmla="*/ 14 w 293"/>
                <a:gd name="T35" fmla="*/ 57 h 238"/>
                <a:gd name="T36" fmla="*/ 23 w 293"/>
                <a:gd name="T37" fmla="*/ 76 h 238"/>
                <a:gd name="T38" fmla="*/ 39 w 293"/>
                <a:gd name="T39" fmla="*/ 91 h 238"/>
                <a:gd name="T40" fmla="*/ 25 w 293"/>
                <a:gd name="T41" fmla="*/ 89 h 238"/>
                <a:gd name="T42" fmla="*/ 12 w 293"/>
                <a:gd name="T43" fmla="*/ 84 h 238"/>
                <a:gd name="T44" fmla="*/ 13 w 293"/>
                <a:gd name="T45" fmla="*/ 95 h 238"/>
                <a:gd name="T46" fmla="*/ 25 w 293"/>
                <a:gd name="T47" fmla="*/ 123 h 238"/>
                <a:gd name="T48" fmla="*/ 50 w 293"/>
                <a:gd name="T49" fmla="*/ 140 h 238"/>
                <a:gd name="T50" fmla="*/ 52 w 293"/>
                <a:gd name="T51" fmla="*/ 145 h 238"/>
                <a:gd name="T52" fmla="*/ 33 w 293"/>
                <a:gd name="T53" fmla="*/ 145 h 238"/>
                <a:gd name="T54" fmla="*/ 41 w 293"/>
                <a:gd name="T55" fmla="*/ 161 h 238"/>
                <a:gd name="T56" fmla="*/ 62 w 293"/>
                <a:gd name="T57" fmla="*/ 179 h 238"/>
                <a:gd name="T58" fmla="*/ 89 w 293"/>
                <a:gd name="T59" fmla="*/ 186 h 238"/>
                <a:gd name="T60" fmla="*/ 73 w 293"/>
                <a:gd name="T61" fmla="*/ 197 h 238"/>
                <a:gd name="T62" fmla="*/ 45 w 293"/>
                <a:gd name="T63" fmla="*/ 208 h 238"/>
                <a:gd name="T64" fmla="*/ 14 w 293"/>
                <a:gd name="T65" fmla="*/ 212 h 238"/>
                <a:gd name="T66" fmla="*/ 0 w 293"/>
                <a:gd name="T67" fmla="*/ 211 h 238"/>
                <a:gd name="T68" fmla="*/ 32 w 293"/>
                <a:gd name="T69" fmla="*/ 227 h 238"/>
                <a:gd name="T70" fmla="*/ 68 w 293"/>
                <a:gd name="T71" fmla="*/ 237 h 238"/>
                <a:gd name="T72" fmla="*/ 93 w 293"/>
                <a:gd name="T73" fmla="*/ 238 h 238"/>
                <a:gd name="T74" fmla="*/ 149 w 293"/>
                <a:gd name="T75" fmla="*/ 229 h 238"/>
                <a:gd name="T76" fmla="*/ 195 w 293"/>
                <a:gd name="T77" fmla="*/ 205 h 238"/>
                <a:gd name="T78" fmla="*/ 229 w 293"/>
                <a:gd name="T79" fmla="*/ 169 h 238"/>
                <a:gd name="T80" fmla="*/ 252 w 293"/>
                <a:gd name="T81" fmla="*/ 127 h 238"/>
                <a:gd name="T82" fmla="*/ 262 w 293"/>
                <a:gd name="T83" fmla="*/ 82 h 238"/>
                <a:gd name="T84" fmla="*/ 263 w 293"/>
                <a:gd name="T85" fmla="*/ 59 h 238"/>
                <a:gd name="T86" fmla="*/ 280 w 293"/>
                <a:gd name="T87" fmla="*/ 45 h 238"/>
                <a:gd name="T88" fmla="*/ 293 w 293"/>
                <a:gd name="T89" fmla="*/ 2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93" h="238">
                  <a:moveTo>
                    <a:pt x="293" y="28"/>
                  </a:moveTo>
                  <a:lnTo>
                    <a:pt x="293" y="28"/>
                  </a:lnTo>
                  <a:lnTo>
                    <a:pt x="285" y="32"/>
                  </a:lnTo>
                  <a:lnTo>
                    <a:pt x="277" y="34"/>
                  </a:lnTo>
                  <a:lnTo>
                    <a:pt x="267" y="36"/>
                  </a:lnTo>
                  <a:lnTo>
                    <a:pt x="259" y="38"/>
                  </a:lnTo>
                  <a:lnTo>
                    <a:pt x="259" y="38"/>
                  </a:lnTo>
                  <a:lnTo>
                    <a:pt x="267" y="31"/>
                  </a:lnTo>
                  <a:lnTo>
                    <a:pt x="275" y="24"/>
                  </a:lnTo>
                  <a:lnTo>
                    <a:pt x="281" y="14"/>
                  </a:lnTo>
                  <a:lnTo>
                    <a:pt x="285" y="4"/>
                  </a:lnTo>
                  <a:lnTo>
                    <a:pt x="285" y="4"/>
                  </a:lnTo>
                  <a:lnTo>
                    <a:pt x="277" y="9"/>
                  </a:lnTo>
                  <a:lnTo>
                    <a:pt x="266" y="13"/>
                  </a:lnTo>
                  <a:lnTo>
                    <a:pt x="257" y="16"/>
                  </a:lnTo>
                  <a:lnTo>
                    <a:pt x="247" y="18"/>
                  </a:lnTo>
                  <a:lnTo>
                    <a:pt x="247" y="18"/>
                  </a:lnTo>
                  <a:lnTo>
                    <a:pt x="237" y="11"/>
                  </a:lnTo>
                  <a:lnTo>
                    <a:pt x="227" y="5"/>
                  </a:lnTo>
                  <a:lnTo>
                    <a:pt x="222" y="3"/>
                  </a:lnTo>
                  <a:lnTo>
                    <a:pt x="216" y="1"/>
                  </a:lnTo>
                  <a:lnTo>
                    <a:pt x="209" y="0"/>
                  </a:lnTo>
                  <a:lnTo>
                    <a:pt x="203" y="0"/>
                  </a:lnTo>
                  <a:lnTo>
                    <a:pt x="203" y="0"/>
                  </a:lnTo>
                  <a:lnTo>
                    <a:pt x="197" y="0"/>
                  </a:lnTo>
                  <a:lnTo>
                    <a:pt x="191" y="1"/>
                  </a:lnTo>
                  <a:lnTo>
                    <a:pt x="179" y="5"/>
                  </a:lnTo>
                  <a:lnTo>
                    <a:pt x="169" y="10"/>
                  </a:lnTo>
                  <a:lnTo>
                    <a:pt x="161" y="17"/>
                  </a:lnTo>
                  <a:lnTo>
                    <a:pt x="154" y="27"/>
                  </a:lnTo>
                  <a:lnTo>
                    <a:pt x="147" y="37"/>
                  </a:lnTo>
                  <a:lnTo>
                    <a:pt x="144" y="48"/>
                  </a:lnTo>
                  <a:lnTo>
                    <a:pt x="143" y="54"/>
                  </a:lnTo>
                  <a:lnTo>
                    <a:pt x="143" y="60"/>
                  </a:lnTo>
                  <a:lnTo>
                    <a:pt x="143" y="60"/>
                  </a:lnTo>
                  <a:lnTo>
                    <a:pt x="143" y="67"/>
                  </a:lnTo>
                  <a:lnTo>
                    <a:pt x="144" y="74"/>
                  </a:lnTo>
                  <a:lnTo>
                    <a:pt x="144" y="74"/>
                  </a:lnTo>
                  <a:lnTo>
                    <a:pt x="126" y="72"/>
                  </a:lnTo>
                  <a:lnTo>
                    <a:pt x="108" y="68"/>
                  </a:lnTo>
                  <a:lnTo>
                    <a:pt x="92" y="63"/>
                  </a:lnTo>
                  <a:lnTo>
                    <a:pt x="75" y="55"/>
                  </a:lnTo>
                  <a:lnTo>
                    <a:pt x="59" y="46"/>
                  </a:lnTo>
                  <a:lnTo>
                    <a:pt x="45" y="36"/>
                  </a:lnTo>
                  <a:lnTo>
                    <a:pt x="33" y="24"/>
                  </a:lnTo>
                  <a:lnTo>
                    <a:pt x="20" y="11"/>
                  </a:lnTo>
                  <a:lnTo>
                    <a:pt x="20" y="11"/>
                  </a:lnTo>
                  <a:lnTo>
                    <a:pt x="17" y="17"/>
                  </a:lnTo>
                  <a:lnTo>
                    <a:pt x="15" y="26"/>
                  </a:lnTo>
                  <a:lnTo>
                    <a:pt x="13" y="33"/>
                  </a:lnTo>
                  <a:lnTo>
                    <a:pt x="12" y="41"/>
                  </a:lnTo>
                  <a:lnTo>
                    <a:pt x="12" y="41"/>
                  </a:lnTo>
                  <a:lnTo>
                    <a:pt x="13" y="48"/>
                  </a:lnTo>
                  <a:lnTo>
                    <a:pt x="14" y="57"/>
                  </a:lnTo>
                  <a:lnTo>
                    <a:pt x="17" y="63"/>
                  </a:lnTo>
                  <a:lnTo>
                    <a:pt x="20" y="70"/>
                  </a:lnTo>
                  <a:lnTo>
                    <a:pt x="23" y="76"/>
                  </a:lnTo>
                  <a:lnTo>
                    <a:pt x="28" y="81"/>
                  </a:lnTo>
                  <a:lnTo>
                    <a:pt x="34" y="87"/>
                  </a:lnTo>
                  <a:lnTo>
                    <a:pt x="39" y="91"/>
                  </a:lnTo>
                  <a:lnTo>
                    <a:pt x="39" y="91"/>
                  </a:lnTo>
                  <a:lnTo>
                    <a:pt x="32" y="91"/>
                  </a:lnTo>
                  <a:lnTo>
                    <a:pt x="25" y="89"/>
                  </a:lnTo>
                  <a:lnTo>
                    <a:pt x="18" y="87"/>
                  </a:lnTo>
                  <a:lnTo>
                    <a:pt x="12" y="84"/>
                  </a:lnTo>
                  <a:lnTo>
                    <a:pt x="12" y="84"/>
                  </a:lnTo>
                  <a:lnTo>
                    <a:pt x="12" y="85"/>
                  </a:lnTo>
                  <a:lnTo>
                    <a:pt x="12" y="85"/>
                  </a:lnTo>
                  <a:lnTo>
                    <a:pt x="13" y="95"/>
                  </a:lnTo>
                  <a:lnTo>
                    <a:pt x="16" y="105"/>
                  </a:lnTo>
                  <a:lnTo>
                    <a:pt x="20" y="115"/>
                  </a:lnTo>
                  <a:lnTo>
                    <a:pt x="25" y="123"/>
                  </a:lnTo>
                  <a:lnTo>
                    <a:pt x="33" y="130"/>
                  </a:lnTo>
                  <a:lnTo>
                    <a:pt x="41" y="136"/>
                  </a:lnTo>
                  <a:lnTo>
                    <a:pt x="50" y="140"/>
                  </a:lnTo>
                  <a:lnTo>
                    <a:pt x="60" y="143"/>
                  </a:lnTo>
                  <a:lnTo>
                    <a:pt x="60" y="143"/>
                  </a:lnTo>
                  <a:lnTo>
                    <a:pt x="52" y="145"/>
                  </a:lnTo>
                  <a:lnTo>
                    <a:pt x="44" y="146"/>
                  </a:lnTo>
                  <a:lnTo>
                    <a:pt x="44" y="146"/>
                  </a:lnTo>
                  <a:lnTo>
                    <a:pt x="33" y="145"/>
                  </a:lnTo>
                  <a:lnTo>
                    <a:pt x="33" y="145"/>
                  </a:lnTo>
                  <a:lnTo>
                    <a:pt x="37" y="153"/>
                  </a:lnTo>
                  <a:lnTo>
                    <a:pt x="41" y="161"/>
                  </a:lnTo>
                  <a:lnTo>
                    <a:pt x="47" y="168"/>
                  </a:lnTo>
                  <a:lnTo>
                    <a:pt x="54" y="175"/>
                  </a:lnTo>
                  <a:lnTo>
                    <a:pt x="62" y="179"/>
                  </a:lnTo>
                  <a:lnTo>
                    <a:pt x="71" y="183"/>
                  </a:lnTo>
                  <a:lnTo>
                    <a:pt x="79" y="185"/>
                  </a:lnTo>
                  <a:lnTo>
                    <a:pt x="89" y="186"/>
                  </a:lnTo>
                  <a:lnTo>
                    <a:pt x="89" y="186"/>
                  </a:lnTo>
                  <a:lnTo>
                    <a:pt x="81" y="192"/>
                  </a:lnTo>
                  <a:lnTo>
                    <a:pt x="73" y="197"/>
                  </a:lnTo>
                  <a:lnTo>
                    <a:pt x="64" y="201"/>
                  </a:lnTo>
                  <a:lnTo>
                    <a:pt x="54" y="206"/>
                  </a:lnTo>
                  <a:lnTo>
                    <a:pt x="45" y="208"/>
                  </a:lnTo>
                  <a:lnTo>
                    <a:pt x="35" y="210"/>
                  </a:lnTo>
                  <a:lnTo>
                    <a:pt x="25" y="212"/>
                  </a:lnTo>
                  <a:lnTo>
                    <a:pt x="14" y="212"/>
                  </a:lnTo>
                  <a:lnTo>
                    <a:pt x="14" y="212"/>
                  </a:lnTo>
                  <a:lnTo>
                    <a:pt x="0" y="211"/>
                  </a:lnTo>
                  <a:lnTo>
                    <a:pt x="0" y="211"/>
                  </a:lnTo>
                  <a:lnTo>
                    <a:pt x="10" y="217"/>
                  </a:lnTo>
                  <a:lnTo>
                    <a:pt x="21" y="222"/>
                  </a:lnTo>
                  <a:lnTo>
                    <a:pt x="32" y="227"/>
                  </a:lnTo>
                  <a:lnTo>
                    <a:pt x="44" y="231"/>
                  </a:lnTo>
                  <a:lnTo>
                    <a:pt x="55" y="235"/>
                  </a:lnTo>
                  <a:lnTo>
                    <a:pt x="68" y="237"/>
                  </a:lnTo>
                  <a:lnTo>
                    <a:pt x="80" y="238"/>
                  </a:lnTo>
                  <a:lnTo>
                    <a:pt x="93" y="238"/>
                  </a:lnTo>
                  <a:lnTo>
                    <a:pt x="93" y="238"/>
                  </a:lnTo>
                  <a:lnTo>
                    <a:pt x="112" y="237"/>
                  </a:lnTo>
                  <a:lnTo>
                    <a:pt x="132" y="233"/>
                  </a:lnTo>
                  <a:lnTo>
                    <a:pt x="149" y="229"/>
                  </a:lnTo>
                  <a:lnTo>
                    <a:pt x="166" y="222"/>
                  </a:lnTo>
                  <a:lnTo>
                    <a:pt x="180" y="215"/>
                  </a:lnTo>
                  <a:lnTo>
                    <a:pt x="195" y="205"/>
                  </a:lnTo>
                  <a:lnTo>
                    <a:pt x="207" y="194"/>
                  </a:lnTo>
                  <a:lnTo>
                    <a:pt x="220" y="183"/>
                  </a:lnTo>
                  <a:lnTo>
                    <a:pt x="229" y="169"/>
                  </a:lnTo>
                  <a:lnTo>
                    <a:pt x="238" y="156"/>
                  </a:lnTo>
                  <a:lnTo>
                    <a:pt x="246" y="141"/>
                  </a:lnTo>
                  <a:lnTo>
                    <a:pt x="252" y="127"/>
                  </a:lnTo>
                  <a:lnTo>
                    <a:pt x="257" y="112"/>
                  </a:lnTo>
                  <a:lnTo>
                    <a:pt x="260" y="97"/>
                  </a:lnTo>
                  <a:lnTo>
                    <a:pt x="262" y="82"/>
                  </a:lnTo>
                  <a:lnTo>
                    <a:pt x="263" y="67"/>
                  </a:lnTo>
                  <a:lnTo>
                    <a:pt x="263" y="67"/>
                  </a:lnTo>
                  <a:lnTo>
                    <a:pt x="263" y="59"/>
                  </a:lnTo>
                  <a:lnTo>
                    <a:pt x="263" y="59"/>
                  </a:lnTo>
                  <a:lnTo>
                    <a:pt x="271" y="52"/>
                  </a:lnTo>
                  <a:lnTo>
                    <a:pt x="280" y="45"/>
                  </a:lnTo>
                  <a:lnTo>
                    <a:pt x="287" y="37"/>
                  </a:lnTo>
                  <a:lnTo>
                    <a:pt x="293" y="28"/>
                  </a:lnTo>
                  <a:lnTo>
                    <a:pt x="293" y="28"/>
                  </a:lnTo>
                  <a:close/>
                </a:path>
              </a:pathLst>
            </a:custGeom>
            <a:solidFill>
              <a:srgbClr val="FFFFFF"/>
            </a:solidFill>
            <a:ln>
              <a:noFill/>
            </a:ln>
            <a:extLst/>
          </p:spPr>
          <p:txBody>
            <a:bodyPr anchor="ctr"/>
            <a:lstStyle/>
            <a:p>
              <a:pPr algn="ctr"/>
              <a:endParaRPr>
                <a:solidFill>
                  <a:schemeClr val="bg1">
                    <a:lumMod val="50000"/>
                  </a:schemeClr>
                </a:solidFill>
                <a:latin typeface="+mj-ea"/>
                <a:ea typeface="+mj-ea"/>
              </a:endParaRPr>
            </a:p>
          </p:txBody>
        </p:sp>
        <p:sp>
          <p:nvSpPr>
            <p:cNvPr id="16" name="Freeform: Shape 33"/>
            <p:cNvSpPr>
              <a:spLocks/>
            </p:cNvSpPr>
            <p:nvPr/>
          </p:nvSpPr>
          <p:spPr bwMode="auto">
            <a:xfrm>
              <a:off x="5653358" y="3960851"/>
              <a:ext cx="302082" cy="291096"/>
            </a:xfrm>
            <a:custGeom>
              <a:avLst/>
              <a:gdLst>
                <a:gd name="T0" fmla="*/ 0 w 208"/>
                <a:gd name="T1" fmla="*/ 68 h 201"/>
                <a:gd name="T2" fmla="*/ 8 w 208"/>
                <a:gd name="T3" fmla="*/ 78 h 201"/>
                <a:gd name="T4" fmla="*/ 31 w 208"/>
                <a:gd name="T5" fmla="*/ 72 h 201"/>
                <a:gd name="T6" fmla="*/ 64 w 208"/>
                <a:gd name="T7" fmla="*/ 172 h 201"/>
                <a:gd name="T8" fmla="*/ 106 w 208"/>
                <a:gd name="T9" fmla="*/ 189 h 201"/>
                <a:gd name="T10" fmla="*/ 197 w 208"/>
                <a:gd name="T11" fmla="*/ 62 h 201"/>
                <a:gd name="T12" fmla="*/ 114 w 208"/>
                <a:gd name="T13" fmla="*/ 67 h 201"/>
                <a:gd name="T14" fmla="*/ 137 w 208"/>
                <a:gd name="T15" fmla="*/ 94 h 201"/>
                <a:gd name="T16" fmla="*/ 109 w 208"/>
                <a:gd name="T17" fmla="*/ 130 h 201"/>
                <a:gd name="T18" fmla="*/ 93 w 208"/>
                <a:gd name="T19" fmla="*/ 90 h 201"/>
                <a:gd name="T20" fmla="*/ 60 w 208"/>
                <a:gd name="T21" fmla="*/ 22 h 201"/>
                <a:gd name="T22" fmla="*/ 0 w 208"/>
                <a:gd name="T23" fmla="*/ 68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8" h="201">
                  <a:moveTo>
                    <a:pt x="0" y="68"/>
                  </a:moveTo>
                  <a:cubicBezTo>
                    <a:pt x="8" y="78"/>
                    <a:pt x="8" y="78"/>
                    <a:pt x="8" y="78"/>
                  </a:cubicBezTo>
                  <a:cubicBezTo>
                    <a:pt x="8" y="78"/>
                    <a:pt x="25" y="65"/>
                    <a:pt x="31" y="72"/>
                  </a:cubicBezTo>
                  <a:cubicBezTo>
                    <a:pt x="36" y="78"/>
                    <a:pt x="57" y="157"/>
                    <a:pt x="64" y="172"/>
                  </a:cubicBezTo>
                  <a:cubicBezTo>
                    <a:pt x="70" y="184"/>
                    <a:pt x="87" y="201"/>
                    <a:pt x="106" y="189"/>
                  </a:cubicBezTo>
                  <a:cubicBezTo>
                    <a:pt x="125" y="177"/>
                    <a:pt x="186" y="124"/>
                    <a:pt x="197" y="62"/>
                  </a:cubicBezTo>
                  <a:cubicBezTo>
                    <a:pt x="208" y="0"/>
                    <a:pt x="123" y="13"/>
                    <a:pt x="114" y="67"/>
                  </a:cubicBezTo>
                  <a:cubicBezTo>
                    <a:pt x="137" y="54"/>
                    <a:pt x="149" y="73"/>
                    <a:pt x="137" y="94"/>
                  </a:cubicBezTo>
                  <a:cubicBezTo>
                    <a:pt x="126" y="116"/>
                    <a:pt x="115" y="130"/>
                    <a:pt x="109" y="130"/>
                  </a:cubicBezTo>
                  <a:cubicBezTo>
                    <a:pt x="104" y="130"/>
                    <a:pt x="100" y="116"/>
                    <a:pt x="93" y="90"/>
                  </a:cubicBezTo>
                  <a:cubicBezTo>
                    <a:pt x="87" y="64"/>
                    <a:pt x="87" y="17"/>
                    <a:pt x="60" y="22"/>
                  </a:cubicBezTo>
                  <a:cubicBezTo>
                    <a:pt x="34" y="27"/>
                    <a:pt x="0" y="68"/>
                    <a:pt x="0" y="68"/>
                  </a:cubicBezTo>
                  <a:close/>
                </a:path>
              </a:pathLst>
            </a:custGeom>
            <a:solidFill>
              <a:srgbClr val="FFFFFF"/>
            </a:solidFill>
            <a:ln>
              <a:noFill/>
            </a:ln>
            <a:extLst/>
          </p:spPr>
          <p:txBody>
            <a:bodyPr anchor="ctr"/>
            <a:lstStyle/>
            <a:p>
              <a:pPr algn="ctr"/>
              <a:endParaRPr>
                <a:solidFill>
                  <a:schemeClr val="bg1">
                    <a:lumMod val="50000"/>
                  </a:schemeClr>
                </a:solidFill>
                <a:latin typeface="+mj-ea"/>
                <a:ea typeface="+mj-ea"/>
              </a:endParaRPr>
            </a:p>
          </p:txBody>
        </p:sp>
        <p:sp>
          <p:nvSpPr>
            <p:cNvPr id="17" name="Freeform: Shape 36"/>
            <p:cNvSpPr>
              <a:spLocks/>
            </p:cNvSpPr>
            <p:nvPr/>
          </p:nvSpPr>
          <p:spPr bwMode="auto">
            <a:xfrm>
              <a:off x="5681926" y="3193186"/>
              <a:ext cx="254825" cy="254351"/>
            </a:xfrm>
            <a:custGeom>
              <a:avLst/>
              <a:gdLst>
                <a:gd name="T0" fmla="*/ 164 w 204"/>
                <a:gd name="T1" fmla="*/ 0 h 204"/>
                <a:gd name="T2" fmla="*/ 39 w 204"/>
                <a:gd name="T3" fmla="*/ 0 h 204"/>
                <a:gd name="T4" fmla="*/ 0 w 204"/>
                <a:gd name="T5" fmla="*/ 39 h 204"/>
                <a:gd name="T6" fmla="*/ 0 w 204"/>
                <a:gd name="T7" fmla="*/ 81 h 204"/>
                <a:gd name="T8" fmla="*/ 0 w 204"/>
                <a:gd name="T9" fmla="*/ 164 h 204"/>
                <a:gd name="T10" fmla="*/ 39 w 204"/>
                <a:gd name="T11" fmla="*/ 204 h 204"/>
                <a:gd name="T12" fmla="*/ 164 w 204"/>
                <a:gd name="T13" fmla="*/ 204 h 204"/>
                <a:gd name="T14" fmla="*/ 204 w 204"/>
                <a:gd name="T15" fmla="*/ 164 h 204"/>
                <a:gd name="T16" fmla="*/ 204 w 204"/>
                <a:gd name="T17" fmla="*/ 81 h 204"/>
                <a:gd name="T18" fmla="*/ 204 w 204"/>
                <a:gd name="T19" fmla="*/ 39 h 204"/>
                <a:gd name="T20" fmla="*/ 164 w 204"/>
                <a:gd name="T21" fmla="*/ 0 h 204"/>
                <a:gd name="T22" fmla="*/ 176 w 204"/>
                <a:gd name="T23" fmla="*/ 23 h 204"/>
                <a:gd name="T24" fmla="*/ 180 w 204"/>
                <a:gd name="T25" fmla="*/ 23 h 204"/>
                <a:gd name="T26" fmla="*/ 180 w 204"/>
                <a:gd name="T27" fmla="*/ 28 h 204"/>
                <a:gd name="T28" fmla="*/ 180 w 204"/>
                <a:gd name="T29" fmla="*/ 58 h 204"/>
                <a:gd name="T30" fmla="*/ 146 w 204"/>
                <a:gd name="T31" fmla="*/ 58 h 204"/>
                <a:gd name="T32" fmla="*/ 146 w 204"/>
                <a:gd name="T33" fmla="*/ 24 h 204"/>
                <a:gd name="T34" fmla="*/ 176 w 204"/>
                <a:gd name="T35" fmla="*/ 23 h 204"/>
                <a:gd name="T36" fmla="*/ 73 w 204"/>
                <a:gd name="T37" fmla="*/ 81 h 204"/>
                <a:gd name="T38" fmla="*/ 102 w 204"/>
                <a:gd name="T39" fmla="*/ 66 h 204"/>
                <a:gd name="T40" fmla="*/ 131 w 204"/>
                <a:gd name="T41" fmla="*/ 81 h 204"/>
                <a:gd name="T42" fmla="*/ 138 w 204"/>
                <a:gd name="T43" fmla="*/ 102 h 204"/>
                <a:gd name="T44" fmla="*/ 102 w 204"/>
                <a:gd name="T45" fmla="*/ 138 h 204"/>
                <a:gd name="T46" fmla="*/ 66 w 204"/>
                <a:gd name="T47" fmla="*/ 102 h 204"/>
                <a:gd name="T48" fmla="*/ 73 w 204"/>
                <a:gd name="T49" fmla="*/ 81 h 204"/>
                <a:gd name="T50" fmla="*/ 184 w 204"/>
                <a:gd name="T51" fmla="*/ 164 h 204"/>
                <a:gd name="T52" fmla="*/ 164 w 204"/>
                <a:gd name="T53" fmla="*/ 184 h 204"/>
                <a:gd name="T54" fmla="*/ 39 w 204"/>
                <a:gd name="T55" fmla="*/ 184 h 204"/>
                <a:gd name="T56" fmla="*/ 20 w 204"/>
                <a:gd name="T57" fmla="*/ 164 h 204"/>
                <a:gd name="T58" fmla="*/ 20 w 204"/>
                <a:gd name="T59" fmla="*/ 81 h 204"/>
                <a:gd name="T60" fmla="*/ 50 w 204"/>
                <a:gd name="T61" fmla="*/ 81 h 204"/>
                <a:gd name="T62" fmla="*/ 46 w 204"/>
                <a:gd name="T63" fmla="*/ 102 h 204"/>
                <a:gd name="T64" fmla="*/ 102 w 204"/>
                <a:gd name="T65" fmla="*/ 158 h 204"/>
                <a:gd name="T66" fmla="*/ 157 w 204"/>
                <a:gd name="T67" fmla="*/ 102 h 204"/>
                <a:gd name="T68" fmla="*/ 153 w 204"/>
                <a:gd name="T69" fmla="*/ 81 h 204"/>
                <a:gd name="T70" fmla="*/ 184 w 204"/>
                <a:gd name="T71" fmla="*/ 81 h 204"/>
                <a:gd name="T72" fmla="*/ 184 w 204"/>
                <a:gd name="T73" fmla="*/ 164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4" h="204">
                  <a:moveTo>
                    <a:pt x="164" y="0"/>
                  </a:moveTo>
                  <a:cubicBezTo>
                    <a:pt x="39" y="0"/>
                    <a:pt x="39" y="0"/>
                    <a:pt x="39" y="0"/>
                  </a:cubicBezTo>
                  <a:cubicBezTo>
                    <a:pt x="17" y="0"/>
                    <a:pt x="0" y="18"/>
                    <a:pt x="0" y="39"/>
                  </a:cubicBezTo>
                  <a:cubicBezTo>
                    <a:pt x="0" y="81"/>
                    <a:pt x="0" y="81"/>
                    <a:pt x="0" y="81"/>
                  </a:cubicBezTo>
                  <a:cubicBezTo>
                    <a:pt x="0" y="164"/>
                    <a:pt x="0" y="164"/>
                    <a:pt x="0" y="164"/>
                  </a:cubicBezTo>
                  <a:cubicBezTo>
                    <a:pt x="0" y="186"/>
                    <a:pt x="17" y="204"/>
                    <a:pt x="39" y="204"/>
                  </a:cubicBezTo>
                  <a:cubicBezTo>
                    <a:pt x="164" y="204"/>
                    <a:pt x="164" y="204"/>
                    <a:pt x="164" y="204"/>
                  </a:cubicBezTo>
                  <a:cubicBezTo>
                    <a:pt x="186" y="204"/>
                    <a:pt x="204" y="186"/>
                    <a:pt x="204" y="164"/>
                  </a:cubicBezTo>
                  <a:cubicBezTo>
                    <a:pt x="204" y="81"/>
                    <a:pt x="204" y="81"/>
                    <a:pt x="204" y="81"/>
                  </a:cubicBezTo>
                  <a:cubicBezTo>
                    <a:pt x="204" y="39"/>
                    <a:pt x="204" y="39"/>
                    <a:pt x="204" y="39"/>
                  </a:cubicBezTo>
                  <a:cubicBezTo>
                    <a:pt x="204" y="18"/>
                    <a:pt x="186" y="0"/>
                    <a:pt x="164" y="0"/>
                  </a:cubicBezTo>
                  <a:close/>
                  <a:moveTo>
                    <a:pt x="176" y="23"/>
                  </a:moveTo>
                  <a:cubicBezTo>
                    <a:pt x="180" y="23"/>
                    <a:pt x="180" y="23"/>
                    <a:pt x="180" y="23"/>
                  </a:cubicBezTo>
                  <a:cubicBezTo>
                    <a:pt x="180" y="28"/>
                    <a:pt x="180" y="28"/>
                    <a:pt x="180" y="28"/>
                  </a:cubicBezTo>
                  <a:cubicBezTo>
                    <a:pt x="180" y="58"/>
                    <a:pt x="180" y="58"/>
                    <a:pt x="180" y="58"/>
                  </a:cubicBezTo>
                  <a:cubicBezTo>
                    <a:pt x="146" y="58"/>
                    <a:pt x="146" y="58"/>
                    <a:pt x="146" y="58"/>
                  </a:cubicBezTo>
                  <a:cubicBezTo>
                    <a:pt x="146" y="24"/>
                    <a:pt x="146" y="24"/>
                    <a:pt x="146" y="24"/>
                  </a:cubicBezTo>
                  <a:lnTo>
                    <a:pt x="176" y="23"/>
                  </a:lnTo>
                  <a:close/>
                  <a:moveTo>
                    <a:pt x="73" y="81"/>
                  </a:moveTo>
                  <a:cubicBezTo>
                    <a:pt x="79" y="72"/>
                    <a:pt x="90" y="66"/>
                    <a:pt x="102" y="66"/>
                  </a:cubicBezTo>
                  <a:cubicBezTo>
                    <a:pt x="114" y="66"/>
                    <a:pt x="124" y="72"/>
                    <a:pt x="131" y="81"/>
                  </a:cubicBezTo>
                  <a:cubicBezTo>
                    <a:pt x="135" y="87"/>
                    <a:pt x="138" y="94"/>
                    <a:pt x="138" y="102"/>
                  </a:cubicBezTo>
                  <a:cubicBezTo>
                    <a:pt x="138" y="122"/>
                    <a:pt x="121" y="138"/>
                    <a:pt x="102" y="138"/>
                  </a:cubicBezTo>
                  <a:cubicBezTo>
                    <a:pt x="82" y="138"/>
                    <a:pt x="66" y="122"/>
                    <a:pt x="66" y="102"/>
                  </a:cubicBezTo>
                  <a:cubicBezTo>
                    <a:pt x="66" y="94"/>
                    <a:pt x="68" y="87"/>
                    <a:pt x="73" y="81"/>
                  </a:cubicBezTo>
                  <a:close/>
                  <a:moveTo>
                    <a:pt x="184" y="164"/>
                  </a:moveTo>
                  <a:cubicBezTo>
                    <a:pt x="184" y="175"/>
                    <a:pt x="175" y="184"/>
                    <a:pt x="164" y="184"/>
                  </a:cubicBezTo>
                  <a:cubicBezTo>
                    <a:pt x="39" y="184"/>
                    <a:pt x="39" y="184"/>
                    <a:pt x="39" y="184"/>
                  </a:cubicBezTo>
                  <a:cubicBezTo>
                    <a:pt x="28" y="184"/>
                    <a:pt x="20" y="175"/>
                    <a:pt x="20" y="164"/>
                  </a:cubicBezTo>
                  <a:cubicBezTo>
                    <a:pt x="20" y="81"/>
                    <a:pt x="20" y="81"/>
                    <a:pt x="20" y="81"/>
                  </a:cubicBezTo>
                  <a:cubicBezTo>
                    <a:pt x="50" y="81"/>
                    <a:pt x="50" y="81"/>
                    <a:pt x="50" y="81"/>
                  </a:cubicBezTo>
                  <a:cubicBezTo>
                    <a:pt x="47" y="87"/>
                    <a:pt x="46" y="95"/>
                    <a:pt x="46" y="102"/>
                  </a:cubicBezTo>
                  <a:cubicBezTo>
                    <a:pt x="46" y="133"/>
                    <a:pt x="71" y="158"/>
                    <a:pt x="102" y="158"/>
                  </a:cubicBezTo>
                  <a:cubicBezTo>
                    <a:pt x="132" y="158"/>
                    <a:pt x="157" y="133"/>
                    <a:pt x="157" y="102"/>
                  </a:cubicBezTo>
                  <a:cubicBezTo>
                    <a:pt x="157" y="95"/>
                    <a:pt x="156" y="87"/>
                    <a:pt x="153" y="81"/>
                  </a:cubicBezTo>
                  <a:cubicBezTo>
                    <a:pt x="184" y="81"/>
                    <a:pt x="184" y="81"/>
                    <a:pt x="184" y="81"/>
                  </a:cubicBezTo>
                  <a:lnTo>
                    <a:pt x="184" y="164"/>
                  </a:lnTo>
                  <a:close/>
                </a:path>
              </a:pathLst>
            </a:custGeom>
            <a:solidFill>
              <a:srgbClr val="FFFFFF"/>
            </a:solidFill>
            <a:ln>
              <a:noFill/>
            </a:ln>
            <a:extLst/>
          </p:spPr>
          <p:txBody>
            <a:bodyPr anchor="ctr"/>
            <a:lstStyle/>
            <a:p>
              <a:pPr algn="ctr"/>
              <a:endParaRPr>
                <a:solidFill>
                  <a:schemeClr val="bg1">
                    <a:lumMod val="50000"/>
                  </a:schemeClr>
                </a:solidFill>
                <a:latin typeface="+mj-ea"/>
                <a:ea typeface="+mj-ea"/>
              </a:endParaRPr>
            </a:p>
          </p:txBody>
        </p:sp>
      </p:grpSp>
      <p:pic>
        <p:nvPicPr>
          <p:cNvPr id="27" name="图片 2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37905" y="61236"/>
            <a:ext cx="979629" cy="909108"/>
          </a:xfrm>
          <a:prstGeom prst="rect">
            <a:avLst/>
          </a:prstGeom>
        </p:spPr>
      </p:pic>
    </p:spTree>
    <p:extLst>
      <p:ext uri="{BB962C8B-B14F-4D97-AF65-F5344CB8AC3E}">
        <p14:creationId xmlns:p14="http://schemas.microsoft.com/office/powerpoint/2010/main" val="3116998557"/>
      </p:ext>
    </p:extLst>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wipe(left)">
                                      <p:cBhvr>
                                        <p:cTn id="1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a:extLst>
              <a:ext uri="{FF2B5EF4-FFF2-40B4-BE49-F238E27FC236}">
                <a16:creationId xmlns:a16="http://schemas.microsoft.com/office/drawing/2014/main" xmlns="" id="{10C1064B-DB75-4597-B337-5DCD6D31F48A}"/>
              </a:ext>
            </a:extLst>
          </p:cNvPr>
          <p:cNvSpPr/>
          <p:nvPr/>
        </p:nvSpPr>
        <p:spPr>
          <a:xfrm rot="1057730">
            <a:off x="6542374" y="3729575"/>
            <a:ext cx="2962331" cy="494883"/>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2" name="矩形 51">
            <a:extLst>
              <a:ext uri="{FF2B5EF4-FFF2-40B4-BE49-F238E27FC236}">
                <a16:creationId xmlns:a16="http://schemas.microsoft.com/office/drawing/2014/main" xmlns="" id="{37A4CEAB-67AA-46C6-BAD8-9BF2F0AB1BAD}"/>
              </a:ext>
            </a:extLst>
          </p:cNvPr>
          <p:cNvSpPr/>
          <p:nvPr/>
        </p:nvSpPr>
        <p:spPr>
          <a:xfrm rot="1057730">
            <a:off x="6594826" y="4342116"/>
            <a:ext cx="2962331" cy="593870"/>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矩形 46">
            <a:extLst>
              <a:ext uri="{FF2B5EF4-FFF2-40B4-BE49-F238E27FC236}">
                <a16:creationId xmlns:a16="http://schemas.microsoft.com/office/drawing/2014/main" xmlns="" id="{C928BFCB-29AD-4116-8B6A-706123F72123}"/>
              </a:ext>
            </a:extLst>
          </p:cNvPr>
          <p:cNvSpPr/>
          <p:nvPr/>
        </p:nvSpPr>
        <p:spPr>
          <a:xfrm rot="1057730">
            <a:off x="4570859" y="2814939"/>
            <a:ext cx="6763639" cy="2749440"/>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TextBox 16"/>
          <p:cNvSpPr txBox="1"/>
          <p:nvPr/>
        </p:nvSpPr>
        <p:spPr>
          <a:xfrm>
            <a:off x="1128027" y="1879764"/>
            <a:ext cx="330145" cy="324245"/>
          </a:xfrm>
          <a:prstGeom prst="rect">
            <a:avLst/>
          </a:prstGeom>
          <a:noFill/>
        </p:spPr>
        <p:txBody>
          <a:bodyPr wrap="none" lIns="65034" tIns="32517" rIns="65034" bIns="32517" rtlCol="0">
            <a:spAutoFit/>
          </a:bodyPr>
          <a:lstStyle/>
          <a:p>
            <a:pPr algn="just">
              <a:lnSpc>
                <a:spcPct val="120000"/>
              </a:lnSpc>
            </a:pPr>
            <a:r>
              <a:rPr lang="en-US"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01</a:t>
            </a:r>
            <a:endParaRPr lang="en-GB"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2" name="Group 17"/>
          <p:cNvGrpSpPr/>
          <p:nvPr/>
        </p:nvGrpSpPr>
        <p:grpSpPr>
          <a:xfrm>
            <a:off x="1400000" y="1879764"/>
            <a:ext cx="1694316" cy="651332"/>
            <a:chOff x="509993" y="4146958"/>
            <a:chExt cx="2041329" cy="868341"/>
          </a:xfrm>
        </p:grpSpPr>
        <p:sp>
          <p:nvSpPr>
            <p:cNvPr id="19" name="TextBox 18"/>
            <p:cNvSpPr txBox="1"/>
            <p:nvPr/>
          </p:nvSpPr>
          <p:spPr>
            <a:xfrm>
              <a:off x="515135" y="4146958"/>
              <a:ext cx="1346746" cy="369353"/>
            </a:xfrm>
            <a:prstGeom prst="rect">
              <a:avLst/>
            </a:prstGeom>
            <a:noFill/>
          </p:spPr>
          <p:txBody>
            <a:bodyPr wrap="none" rtlCol="0">
              <a:spAutoFit/>
            </a:bodyPr>
            <a:lstStyle/>
            <a:p>
              <a:pPr>
                <a:lnSpc>
                  <a:spcPct val="120000"/>
                </a:lnSpc>
              </a:pPr>
              <a:r>
                <a:rPr lang="zh-CN" altLang="en-US"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 </a:t>
              </a:r>
              <a:endParaRPr lang="en-GB"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Rectangle 19"/>
            <p:cNvSpPr/>
            <p:nvPr/>
          </p:nvSpPr>
          <p:spPr>
            <a:xfrm>
              <a:off x="509993" y="4448957"/>
              <a:ext cx="2041329" cy="566342"/>
            </a:xfrm>
            <a:prstGeom prst="rect">
              <a:avLst/>
            </a:prstGeom>
          </p:spPr>
          <p:txBody>
            <a:bodyPr wrap="square">
              <a:spAutoFit/>
            </a:bodyPr>
            <a:lstStyle/>
            <a:p>
              <a:pPr algn="just">
                <a:lnSpc>
                  <a:spcPct val="120000"/>
                </a:lnSpc>
              </a:pPr>
              <a:r>
                <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GB"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21" name="TextBox 20"/>
          <p:cNvSpPr txBox="1"/>
          <p:nvPr/>
        </p:nvSpPr>
        <p:spPr>
          <a:xfrm>
            <a:off x="1128027" y="2722737"/>
            <a:ext cx="330145" cy="324245"/>
          </a:xfrm>
          <a:prstGeom prst="rect">
            <a:avLst/>
          </a:prstGeom>
          <a:noFill/>
        </p:spPr>
        <p:txBody>
          <a:bodyPr wrap="none" lIns="65034" tIns="32517" rIns="65034" bIns="32517" rtlCol="0">
            <a:spAutoFit/>
          </a:bodyPr>
          <a:lstStyle/>
          <a:p>
            <a:pPr algn="just">
              <a:lnSpc>
                <a:spcPct val="120000"/>
              </a:lnSpc>
            </a:pPr>
            <a:r>
              <a:rPr lang="en-US"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02</a:t>
            </a:r>
            <a:endParaRPr lang="en-GB"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TextBox 24"/>
          <p:cNvSpPr txBox="1"/>
          <p:nvPr/>
        </p:nvSpPr>
        <p:spPr>
          <a:xfrm>
            <a:off x="1128027" y="3565709"/>
            <a:ext cx="330145" cy="324245"/>
          </a:xfrm>
          <a:prstGeom prst="rect">
            <a:avLst/>
          </a:prstGeom>
          <a:noFill/>
        </p:spPr>
        <p:txBody>
          <a:bodyPr wrap="none" lIns="65034" tIns="32517" rIns="65034" bIns="32517" rtlCol="0">
            <a:spAutoFit/>
          </a:bodyPr>
          <a:lstStyle/>
          <a:p>
            <a:pPr algn="just">
              <a:lnSpc>
                <a:spcPct val="120000"/>
              </a:lnSpc>
            </a:pPr>
            <a:r>
              <a:rPr lang="en-US"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03</a:t>
            </a:r>
            <a:endParaRPr lang="en-GB"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3" name="Group 32"/>
          <p:cNvGrpSpPr/>
          <p:nvPr/>
        </p:nvGrpSpPr>
        <p:grpSpPr>
          <a:xfrm>
            <a:off x="1400000" y="3565709"/>
            <a:ext cx="1694316" cy="651332"/>
            <a:chOff x="509993" y="4146958"/>
            <a:chExt cx="2041329" cy="868341"/>
          </a:xfrm>
        </p:grpSpPr>
        <p:sp>
          <p:nvSpPr>
            <p:cNvPr id="34" name="TextBox 33"/>
            <p:cNvSpPr txBox="1"/>
            <p:nvPr/>
          </p:nvSpPr>
          <p:spPr>
            <a:xfrm>
              <a:off x="515135" y="4146958"/>
              <a:ext cx="1346746" cy="369353"/>
            </a:xfrm>
            <a:prstGeom prst="rect">
              <a:avLst/>
            </a:prstGeom>
            <a:noFill/>
          </p:spPr>
          <p:txBody>
            <a:bodyPr wrap="none" rtlCol="0">
              <a:spAutoFit/>
            </a:bodyPr>
            <a:lstStyle/>
            <a:p>
              <a:pPr>
                <a:lnSpc>
                  <a:spcPct val="120000"/>
                </a:lnSpc>
              </a:pPr>
              <a:r>
                <a:rPr lang="zh-CN" altLang="en-US"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 </a:t>
              </a:r>
              <a:endParaRPr lang="en-GB"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5" name="Rectangle 34"/>
            <p:cNvSpPr/>
            <p:nvPr/>
          </p:nvSpPr>
          <p:spPr>
            <a:xfrm>
              <a:off x="509993" y="4448957"/>
              <a:ext cx="2041329" cy="566342"/>
            </a:xfrm>
            <a:prstGeom prst="rect">
              <a:avLst/>
            </a:prstGeom>
          </p:spPr>
          <p:txBody>
            <a:bodyPr wrap="square">
              <a:spAutoFit/>
            </a:bodyPr>
            <a:lstStyle/>
            <a:p>
              <a:pPr algn="just">
                <a:lnSpc>
                  <a:spcPct val="120000"/>
                </a:lnSpc>
              </a:pPr>
              <a:r>
                <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GB"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4" name="Group 35"/>
          <p:cNvGrpSpPr/>
          <p:nvPr/>
        </p:nvGrpSpPr>
        <p:grpSpPr>
          <a:xfrm>
            <a:off x="1400000" y="2722737"/>
            <a:ext cx="1694316" cy="651332"/>
            <a:chOff x="509993" y="4146958"/>
            <a:chExt cx="2041329" cy="868341"/>
          </a:xfrm>
        </p:grpSpPr>
        <p:sp>
          <p:nvSpPr>
            <p:cNvPr id="37" name="TextBox 36"/>
            <p:cNvSpPr txBox="1"/>
            <p:nvPr/>
          </p:nvSpPr>
          <p:spPr>
            <a:xfrm>
              <a:off x="515135" y="4146958"/>
              <a:ext cx="1346746" cy="369353"/>
            </a:xfrm>
            <a:prstGeom prst="rect">
              <a:avLst/>
            </a:prstGeom>
            <a:noFill/>
          </p:spPr>
          <p:txBody>
            <a:bodyPr wrap="none" rtlCol="0">
              <a:spAutoFit/>
            </a:bodyPr>
            <a:lstStyle/>
            <a:p>
              <a:pPr>
                <a:lnSpc>
                  <a:spcPct val="120000"/>
                </a:lnSpc>
              </a:pPr>
              <a:r>
                <a:rPr lang="zh-CN" altLang="en-US"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 </a:t>
              </a:r>
              <a:endParaRPr lang="en-GB"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8" name="Rectangle 37"/>
            <p:cNvSpPr/>
            <p:nvPr/>
          </p:nvSpPr>
          <p:spPr>
            <a:xfrm>
              <a:off x="509993" y="4448957"/>
              <a:ext cx="2041329" cy="566342"/>
            </a:xfrm>
            <a:prstGeom prst="rect">
              <a:avLst/>
            </a:prstGeom>
          </p:spPr>
          <p:txBody>
            <a:bodyPr wrap="square">
              <a:spAutoFit/>
            </a:bodyPr>
            <a:lstStyle/>
            <a:p>
              <a:pPr algn="just">
                <a:lnSpc>
                  <a:spcPct val="120000"/>
                </a:lnSpc>
              </a:pPr>
              <a:r>
                <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GB"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5" name="Group 38"/>
          <p:cNvGrpSpPr/>
          <p:nvPr/>
        </p:nvGrpSpPr>
        <p:grpSpPr>
          <a:xfrm>
            <a:off x="3069455" y="1629361"/>
            <a:ext cx="2988614" cy="2974148"/>
            <a:chOff x="3685337" y="1514384"/>
            <a:chExt cx="4821324" cy="4797721"/>
          </a:xfrm>
        </p:grpSpPr>
        <p:sp>
          <p:nvSpPr>
            <p:cNvPr id="40" name="Freeform 39"/>
            <p:cNvSpPr/>
            <p:nvPr/>
          </p:nvSpPr>
          <p:spPr>
            <a:xfrm>
              <a:off x="4112274" y="1770540"/>
              <a:ext cx="4137890" cy="4137892"/>
            </a:xfrm>
            <a:custGeom>
              <a:avLst/>
              <a:gdLst>
                <a:gd name="connsiteX0" fmla="*/ 2275840 w 4551680"/>
                <a:gd name="connsiteY0" fmla="*/ 0 h 4551680"/>
                <a:gd name="connsiteX1" fmla="*/ 4246775 w 4551680"/>
                <a:gd name="connsiteY1" fmla="*/ 1137920 h 4551680"/>
                <a:gd name="connsiteX2" fmla="*/ 4246775 w 4551680"/>
                <a:gd name="connsiteY2" fmla="*/ 3413760 h 4551680"/>
                <a:gd name="connsiteX3" fmla="*/ 2275840 w 4551680"/>
                <a:gd name="connsiteY3" fmla="*/ 2275840 h 4551680"/>
                <a:gd name="connsiteX4" fmla="*/ 2275840 w 4551680"/>
                <a:gd name="connsiteY4" fmla="*/ 0 h 4551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1680" h="4551680">
                  <a:moveTo>
                    <a:pt x="2275840" y="0"/>
                  </a:moveTo>
                  <a:cubicBezTo>
                    <a:pt x="3088919" y="0"/>
                    <a:pt x="3840236" y="433773"/>
                    <a:pt x="4246775" y="1137920"/>
                  </a:cubicBezTo>
                  <a:cubicBezTo>
                    <a:pt x="4653315" y="1842067"/>
                    <a:pt x="4653315" y="2709613"/>
                    <a:pt x="4246775" y="3413760"/>
                  </a:cubicBezTo>
                  <a:lnTo>
                    <a:pt x="2275840" y="2275840"/>
                  </a:lnTo>
                  <a:lnTo>
                    <a:pt x="2275840" y="0"/>
                  </a:lnTo>
                  <a:close/>
                </a:path>
              </a:pathLst>
            </a:custGeom>
            <a:solidFill>
              <a:schemeClr val="accent2"/>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599848" tIns="1086991" rIns="625761" bIns="2424387" numCol="1" spcCol="1270" anchor="ctr" anchorCtr="0">
              <a:noAutofit/>
            </a:bodyPr>
            <a:lstStyle/>
            <a:p>
              <a:pPr algn="just" defTabSz="1733494">
                <a:lnSpc>
                  <a:spcPct val="120000"/>
                </a:lnSpc>
                <a:spcAft>
                  <a:spcPct val="35000"/>
                </a:spcAft>
              </a:pPr>
              <a:endParaRPr lang="en-GB" sz="7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1" name="Freeform 40"/>
            <p:cNvSpPr/>
            <p:nvPr/>
          </p:nvSpPr>
          <p:spPr>
            <a:xfrm>
              <a:off x="4027053" y="1918321"/>
              <a:ext cx="4137890" cy="4137892"/>
            </a:xfrm>
            <a:custGeom>
              <a:avLst/>
              <a:gdLst>
                <a:gd name="connsiteX0" fmla="*/ 4246775 w 4551680"/>
                <a:gd name="connsiteY0" fmla="*/ 3413760 h 4551680"/>
                <a:gd name="connsiteX1" fmla="*/ 2275840 w 4551680"/>
                <a:gd name="connsiteY1" fmla="*/ 4551680 h 4551680"/>
                <a:gd name="connsiteX2" fmla="*/ 304905 w 4551680"/>
                <a:gd name="connsiteY2" fmla="*/ 3413760 h 4551680"/>
                <a:gd name="connsiteX3" fmla="*/ 2275840 w 4551680"/>
                <a:gd name="connsiteY3" fmla="*/ 2275840 h 4551680"/>
                <a:gd name="connsiteX4" fmla="*/ 4246775 w 4551680"/>
                <a:gd name="connsiteY4" fmla="*/ 3413760 h 4551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1680" h="4551680">
                  <a:moveTo>
                    <a:pt x="4246775" y="3413760"/>
                  </a:moveTo>
                  <a:cubicBezTo>
                    <a:pt x="3840235" y="4117907"/>
                    <a:pt x="3088919" y="4551680"/>
                    <a:pt x="2275840" y="4551680"/>
                  </a:cubicBezTo>
                  <a:cubicBezTo>
                    <a:pt x="1462761" y="4551680"/>
                    <a:pt x="711444" y="4117907"/>
                    <a:pt x="304905" y="3413760"/>
                  </a:cubicBezTo>
                  <a:lnTo>
                    <a:pt x="2275840" y="2275840"/>
                  </a:lnTo>
                  <a:lnTo>
                    <a:pt x="4246775" y="3413760"/>
                  </a:lnTo>
                  <a:close/>
                </a:path>
              </a:pathLst>
            </a:custGeom>
            <a:solidFill>
              <a:schemeClr val="accent3"/>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30144" tIns="3201943" rIns="1172989" bIns="515724" numCol="1" spcCol="1270" anchor="ctr" anchorCtr="0">
              <a:noAutofit/>
            </a:bodyPr>
            <a:lstStyle/>
            <a:p>
              <a:pPr algn="just" defTabSz="2166867">
                <a:lnSpc>
                  <a:spcPct val="120000"/>
                </a:lnSpc>
                <a:spcAft>
                  <a:spcPct val="35000"/>
                </a:spcAft>
              </a:pPr>
              <a:endParaRPr lang="en-GB" sz="7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2" name="Freeform 41"/>
            <p:cNvSpPr/>
            <p:nvPr/>
          </p:nvSpPr>
          <p:spPr>
            <a:xfrm>
              <a:off x="3941832" y="1770540"/>
              <a:ext cx="4137890" cy="4137892"/>
            </a:xfrm>
            <a:custGeom>
              <a:avLst/>
              <a:gdLst>
                <a:gd name="connsiteX0" fmla="*/ 304905 w 4551680"/>
                <a:gd name="connsiteY0" fmla="*/ 3413760 h 4551680"/>
                <a:gd name="connsiteX1" fmla="*/ 304905 w 4551680"/>
                <a:gd name="connsiteY1" fmla="*/ 1137920 h 4551680"/>
                <a:gd name="connsiteX2" fmla="*/ 2275840 w 4551680"/>
                <a:gd name="connsiteY2" fmla="*/ 0 h 4551680"/>
                <a:gd name="connsiteX3" fmla="*/ 2275840 w 4551680"/>
                <a:gd name="connsiteY3" fmla="*/ 2275840 h 4551680"/>
                <a:gd name="connsiteX4" fmla="*/ 304905 w 4551680"/>
                <a:gd name="connsiteY4" fmla="*/ 3413760 h 4551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1680" h="4551680">
                  <a:moveTo>
                    <a:pt x="304905" y="3413760"/>
                  </a:moveTo>
                  <a:cubicBezTo>
                    <a:pt x="-101635" y="2709613"/>
                    <a:pt x="-101635" y="1842067"/>
                    <a:pt x="304905" y="1137920"/>
                  </a:cubicBezTo>
                  <a:cubicBezTo>
                    <a:pt x="711445" y="433773"/>
                    <a:pt x="1462761" y="0"/>
                    <a:pt x="2275840" y="0"/>
                  </a:cubicBezTo>
                  <a:lnTo>
                    <a:pt x="2275840" y="2275840"/>
                  </a:lnTo>
                  <a:lnTo>
                    <a:pt x="304905" y="341376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25763" tIns="1086991" rIns="2599847" bIns="2424387" numCol="1" spcCol="1270" anchor="ctr" anchorCtr="0">
              <a:noAutofit/>
            </a:bodyPr>
            <a:lstStyle/>
            <a:p>
              <a:pPr algn="just" defTabSz="1733494">
                <a:lnSpc>
                  <a:spcPct val="120000"/>
                </a:lnSpc>
                <a:spcAft>
                  <a:spcPct val="35000"/>
                </a:spcAft>
              </a:pPr>
              <a:endParaRPr lang="en-GB" sz="7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3" name="Circular Arrow 42"/>
            <p:cNvSpPr/>
            <p:nvPr/>
          </p:nvSpPr>
          <p:spPr>
            <a:xfrm>
              <a:off x="3856462" y="1514384"/>
              <a:ext cx="4650199" cy="4650202"/>
            </a:xfrm>
            <a:prstGeom prst="circularArrow">
              <a:avLst>
                <a:gd name="adj1" fmla="val 5085"/>
                <a:gd name="adj2" fmla="val 327528"/>
                <a:gd name="adj3" fmla="val 1472472"/>
                <a:gd name="adj4" fmla="val 16199432"/>
                <a:gd name="adj5" fmla="val 5932"/>
              </a:avLst>
            </a:prstGeom>
            <a:solidFill>
              <a:schemeClr val="bg1">
                <a:lumMod val="95000"/>
              </a:schemeClr>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pPr algn="just">
                <a:lnSpc>
                  <a:spcPct val="120000"/>
                </a:lnSpc>
              </a:pPr>
              <a:endParaRPr lang="zh-CN" altLang="en-US" sz="7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4" name="Circular Arrow 43"/>
            <p:cNvSpPr/>
            <p:nvPr/>
          </p:nvSpPr>
          <p:spPr>
            <a:xfrm>
              <a:off x="3770899" y="1661904"/>
              <a:ext cx="4650199" cy="4650201"/>
            </a:xfrm>
            <a:prstGeom prst="circularArrow">
              <a:avLst>
                <a:gd name="adj1" fmla="val 5085"/>
                <a:gd name="adj2" fmla="val 327528"/>
                <a:gd name="adj3" fmla="val 8671970"/>
                <a:gd name="adj4" fmla="val 1800502"/>
                <a:gd name="adj5" fmla="val 5932"/>
              </a:avLst>
            </a:prstGeom>
            <a:solidFill>
              <a:schemeClr val="bg1">
                <a:lumMod val="95000"/>
              </a:schemeClr>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pPr algn="just">
                <a:lnSpc>
                  <a:spcPct val="120000"/>
                </a:lnSpc>
              </a:pPr>
              <a:endParaRPr lang="zh-CN" altLang="en-US" sz="7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5" name="Circular Arrow 44"/>
            <p:cNvSpPr/>
            <p:nvPr/>
          </p:nvSpPr>
          <p:spPr>
            <a:xfrm>
              <a:off x="3685337" y="1514384"/>
              <a:ext cx="4650199" cy="4650202"/>
            </a:xfrm>
            <a:prstGeom prst="circularArrow">
              <a:avLst>
                <a:gd name="adj1" fmla="val 5085"/>
                <a:gd name="adj2" fmla="val 327528"/>
                <a:gd name="adj3" fmla="val 15873039"/>
                <a:gd name="adj4" fmla="val 9000000"/>
                <a:gd name="adj5" fmla="val 5932"/>
              </a:avLst>
            </a:prstGeom>
            <a:solidFill>
              <a:schemeClr val="bg1">
                <a:lumMod val="95000"/>
              </a:schemeClr>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pPr algn="just">
                <a:lnSpc>
                  <a:spcPct val="120000"/>
                </a:lnSpc>
              </a:pPr>
              <a:endParaRPr lang="zh-CN" altLang="en-US" sz="700" dirty="0">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46" name="Freeform 45"/>
          <p:cNvSpPr>
            <a:spLocks noEditPoints="1"/>
          </p:cNvSpPr>
          <p:nvPr/>
        </p:nvSpPr>
        <p:spPr bwMode="auto">
          <a:xfrm>
            <a:off x="4283283" y="3714683"/>
            <a:ext cx="560956" cy="327926"/>
          </a:xfrm>
          <a:custGeom>
            <a:avLst/>
            <a:gdLst>
              <a:gd name="T0" fmla="*/ 232 w 316"/>
              <a:gd name="T1" fmla="*/ 27 h 172"/>
              <a:gd name="T2" fmla="*/ 221 w 316"/>
              <a:gd name="T3" fmla="*/ 20 h 172"/>
              <a:gd name="T4" fmla="*/ 157 w 316"/>
              <a:gd name="T5" fmla="*/ 10 h 172"/>
              <a:gd name="T6" fmla="*/ 92 w 316"/>
              <a:gd name="T7" fmla="*/ 9 h 172"/>
              <a:gd name="T8" fmla="*/ 84 w 316"/>
              <a:gd name="T9" fmla="*/ 13 h 172"/>
              <a:gd name="T10" fmla="*/ 0 w 316"/>
              <a:gd name="T11" fmla="*/ 121 h 172"/>
              <a:gd name="T12" fmla="*/ 78 w 316"/>
              <a:gd name="T13" fmla="*/ 109 h 172"/>
              <a:gd name="T14" fmla="*/ 84 w 316"/>
              <a:gd name="T15" fmla="*/ 113 h 172"/>
              <a:gd name="T16" fmla="*/ 120 w 316"/>
              <a:gd name="T17" fmla="*/ 142 h 172"/>
              <a:gd name="T18" fmla="*/ 159 w 316"/>
              <a:gd name="T19" fmla="*/ 163 h 172"/>
              <a:gd name="T20" fmla="*/ 163 w 316"/>
              <a:gd name="T21" fmla="*/ 165 h 172"/>
              <a:gd name="T22" fmla="*/ 190 w 316"/>
              <a:gd name="T23" fmla="*/ 164 h 172"/>
              <a:gd name="T24" fmla="*/ 217 w 316"/>
              <a:gd name="T25" fmla="*/ 153 h 172"/>
              <a:gd name="T26" fmla="*/ 233 w 316"/>
              <a:gd name="T27" fmla="*/ 146 h 172"/>
              <a:gd name="T28" fmla="*/ 265 w 316"/>
              <a:gd name="T29" fmla="*/ 162 h 172"/>
              <a:gd name="T30" fmla="*/ 288 w 316"/>
              <a:gd name="T31" fmla="*/ 14 h 172"/>
              <a:gd name="T32" fmla="*/ 225 w 316"/>
              <a:gd name="T33" fmla="*/ 129 h 172"/>
              <a:gd name="T34" fmla="*/ 225 w 316"/>
              <a:gd name="T35" fmla="*/ 139 h 172"/>
              <a:gd name="T36" fmla="*/ 216 w 316"/>
              <a:gd name="T37" fmla="*/ 142 h 172"/>
              <a:gd name="T38" fmla="*/ 207 w 316"/>
              <a:gd name="T39" fmla="*/ 142 h 172"/>
              <a:gd name="T40" fmla="*/ 189 w 316"/>
              <a:gd name="T41" fmla="*/ 153 h 172"/>
              <a:gd name="T42" fmla="*/ 185 w 316"/>
              <a:gd name="T43" fmla="*/ 153 h 172"/>
              <a:gd name="T44" fmla="*/ 180 w 316"/>
              <a:gd name="T45" fmla="*/ 156 h 172"/>
              <a:gd name="T46" fmla="*/ 157 w 316"/>
              <a:gd name="T47" fmla="*/ 149 h 172"/>
              <a:gd name="T48" fmla="*/ 130 w 316"/>
              <a:gd name="T49" fmla="*/ 128 h 172"/>
              <a:gd name="T50" fmla="*/ 88 w 316"/>
              <a:gd name="T51" fmla="*/ 103 h 172"/>
              <a:gd name="T52" fmla="*/ 71 w 316"/>
              <a:gd name="T53" fmla="*/ 91 h 172"/>
              <a:gd name="T54" fmla="*/ 71 w 316"/>
              <a:gd name="T55" fmla="*/ 90 h 172"/>
              <a:gd name="T56" fmla="*/ 72 w 316"/>
              <a:gd name="T57" fmla="*/ 88 h 172"/>
              <a:gd name="T58" fmla="*/ 93 w 316"/>
              <a:gd name="T59" fmla="*/ 20 h 172"/>
              <a:gd name="T60" fmla="*/ 132 w 316"/>
              <a:gd name="T61" fmla="*/ 24 h 172"/>
              <a:gd name="T62" fmla="*/ 127 w 316"/>
              <a:gd name="T63" fmla="*/ 72 h 172"/>
              <a:gd name="T64" fmla="*/ 185 w 316"/>
              <a:gd name="T65" fmla="*/ 54 h 172"/>
              <a:gd name="T66" fmla="*/ 241 w 316"/>
              <a:gd name="T67" fmla="*/ 119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6" h="172">
                <a:moveTo>
                  <a:pt x="288" y="14"/>
                </a:moveTo>
                <a:cubicBezTo>
                  <a:pt x="232" y="27"/>
                  <a:pt x="232" y="27"/>
                  <a:pt x="232" y="27"/>
                </a:cubicBezTo>
                <a:cubicBezTo>
                  <a:pt x="233" y="31"/>
                  <a:pt x="233" y="31"/>
                  <a:pt x="233" y="31"/>
                </a:cubicBezTo>
                <a:cubicBezTo>
                  <a:pt x="228" y="22"/>
                  <a:pt x="221" y="20"/>
                  <a:pt x="221" y="20"/>
                </a:cubicBezTo>
                <a:cubicBezTo>
                  <a:pt x="178" y="7"/>
                  <a:pt x="178" y="7"/>
                  <a:pt x="178" y="7"/>
                </a:cubicBezTo>
                <a:cubicBezTo>
                  <a:pt x="173" y="5"/>
                  <a:pt x="165" y="7"/>
                  <a:pt x="157" y="10"/>
                </a:cubicBezTo>
                <a:cubicBezTo>
                  <a:pt x="156" y="9"/>
                  <a:pt x="156" y="9"/>
                  <a:pt x="156" y="9"/>
                </a:cubicBezTo>
                <a:cubicBezTo>
                  <a:pt x="92" y="9"/>
                  <a:pt x="92" y="9"/>
                  <a:pt x="92" y="9"/>
                </a:cubicBezTo>
                <a:cubicBezTo>
                  <a:pt x="92" y="9"/>
                  <a:pt x="92" y="9"/>
                  <a:pt x="92" y="9"/>
                </a:cubicBezTo>
                <a:cubicBezTo>
                  <a:pt x="91" y="9"/>
                  <a:pt x="87" y="10"/>
                  <a:pt x="84" y="13"/>
                </a:cubicBezTo>
                <a:cubicBezTo>
                  <a:pt x="50" y="0"/>
                  <a:pt x="50" y="0"/>
                  <a:pt x="50" y="0"/>
                </a:cubicBezTo>
                <a:cubicBezTo>
                  <a:pt x="0" y="121"/>
                  <a:pt x="0" y="121"/>
                  <a:pt x="0" y="121"/>
                </a:cubicBezTo>
                <a:cubicBezTo>
                  <a:pt x="54" y="148"/>
                  <a:pt x="54" y="148"/>
                  <a:pt x="54" y="148"/>
                </a:cubicBezTo>
                <a:cubicBezTo>
                  <a:pt x="69" y="144"/>
                  <a:pt x="76" y="120"/>
                  <a:pt x="78" y="109"/>
                </a:cubicBezTo>
                <a:cubicBezTo>
                  <a:pt x="82" y="112"/>
                  <a:pt x="82" y="112"/>
                  <a:pt x="82" y="112"/>
                </a:cubicBezTo>
                <a:cubicBezTo>
                  <a:pt x="84" y="113"/>
                  <a:pt x="84" y="113"/>
                  <a:pt x="84" y="113"/>
                </a:cubicBezTo>
                <a:cubicBezTo>
                  <a:pt x="84" y="120"/>
                  <a:pt x="85" y="130"/>
                  <a:pt x="99" y="127"/>
                </a:cubicBezTo>
                <a:cubicBezTo>
                  <a:pt x="99" y="127"/>
                  <a:pt x="100" y="157"/>
                  <a:pt x="120" y="142"/>
                </a:cubicBezTo>
                <a:cubicBezTo>
                  <a:pt x="120" y="142"/>
                  <a:pt x="120" y="161"/>
                  <a:pt x="138" y="155"/>
                </a:cubicBezTo>
                <a:cubicBezTo>
                  <a:pt x="138" y="155"/>
                  <a:pt x="141" y="172"/>
                  <a:pt x="159" y="163"/>
                </a:cubicBezTo>
                <a:cubicBezTo>
                  <a:pt x="162" y="165"/>
                  <a:pt x="162" y="165"/>
                  <a:pt x="162" y="165"/>
                </a:cubicBezTo>
                <a:cubicBezTo>
                  <a:pt x="163" y="165"/>
                  <a:pt x="163" y="165"/>
                  <a:pt x="163" y="165"/>
                </a:cubicBezTo>
                <a:cubicBezTo>
                  <a:pt x="164" y="165"/>
                  <a:pt x="173" y="168"/>
                  <a:pt x="181" y="167"/>
                </a:cubicBezTo>
                <a:cubicBezTo>
                  <a:pt x="185" y="167"/>
                  <a:pt x="188" y="166"/>
                  <a:pt x="190" y="164"/>
                </a:cubicBezTo>
                <a:cubicBezTo>
                  <a:pt x="196" y="163"/>
                  <a:pt x="208" y="161"/>
                  <a:pt x="214" y="153"/>
                </a:cubicBezTo>
                <a:cubicBezTo>
                  <a:pt x="215" y="153"/>
                  <a:pt x="216" y="153"/>
                  <a:pt x="217" y="153"/>
                </a:cubicBezTo>
                <a:cubicBezTo>
                  <a:pt x="217" y="153"/>
                  <a:pt x="217" y="153"/>
                  <a:pt x="217" y="153"/>
                </a:cubicBezTo>
                <a:cubicBezTo>
                  <a:pt x="224" y="153"/>
                  <a:pt x="230" y="150"/>
                  <a:pt x="233" y="146"/>
                </a:cubicBezTo>
                <a:cubicBezTo>
                  <a:pt x="235" y="143"/>
                  <a:pt x="236" y="140"/>
                  <a:pt x="236" y="136"/>
                </a:cubicBezTo>
                <a:cubicBezTo>
                  <a:pt x="236" y="136"/>
                  <a:pt x="248" y="160"/>
                  <a:pt x="265" y="162"/>
                </a:cubicBezTo>
                <a:cubicBezTo>
                  <a:pt x="316" y="137"/>
                  <a:pt x="316" y="137"/>
                  <a:pt x="316" y="137"/>
                </a:cubicBezTo>
                <a:lnTo>
                  <a:pt x="288" y="14"/>
                </a:lnTo>
                <a:close/>
                <a:moveTo>
                  <a:pt x="230" y="127"/>
                </a:moveTo>
                <a:cubicBezTo>
                  <a:pt x="225" y="129"/>
                  <a:pt x="225" y="129"/>
                  <a:pt x="225" y="129"/>
                </a:cubicBezTo>
                <a:cubicBezTo>
                  <a:pt x="226" y="133"/>
                  <a:pt x="226" y="133"/>
                  <a:pt x="226" y="133"/>
                </a:cubicBezTo>
                <a:cubicBezTo>
                  <a:pt x="226" y="137"/>
                  <a:pt x="225" y="139"/>
                  <a:pt x="225" y="139"/>
                </a:cubicBezTo>
                <a:cubicBezTo>
                  <a:pt x="223" y="141"/>
                  <a:pt x="220" y="142"/>
                  <a:pt x="216" y="142"/>
                </a:cubicBezTo>
                <a:cubicBezTo>
                  <a:pt x="216" y="142"/>
                  <a:pt x="216" y="142"/>
                  <a:pt x="216" y="142"/>
                </a:cubicBezTo>
                <a:cubicBezTo>
                  <a:pt x="214" y="143"/>
                  <a:pt x="212" y="142"/>
                  <a:pt x="211" y="142"/>
                </a:cubicBezTo>
                <a:cubicBezTo>
                  <a:pt x="207" y="142"/>
                  <a:pt x="207" y="142"/>
                  <a:pt x="207" y="142"/>
                </a:cubicBezTo>
                <a:cubicBezTo>
                  <a:pt x="206" y="146"/>
                  <a:pt x="206" y="146"/>
                  <a:pt x="206" y="146"/>
                </a:cubicBezTo>
                <a:cubicBezTo>
                  <a:pt x="204" y="150"/>
                  <a:pt x="196" y="153"/>
                  <a:pt x="189" y="153"/>
                </a:cubicBezTo>
                <a:cubicBezTo>
                  <a:pt x="188" y="153"/>
                  <a:pt x="188" y="153"/>
                  <a:pt x="188" y="153"/>
                </a:cubicBezTo>
                <a:cubicBezTo>
                  <a:pt x="185" y="153"/>
                  <a:pt x="185" y="153"/>
                  <a:pt x="185" y="153"/>
                </a:cubicBezTo>
                <a:cubicBezTo>
                  <a:pt x="184" y="155"/>
                  <a:pt x="184" y="155"/>
                  <a:pt x="184" y="155"/>
                </a:cubicBezTo>
                <a:cubicBezTo>
                  <a:pt x="183" y="156"/>
                  <a:pt x="182" y="156"/>
                  <a:pt x="180" y="156"/>
                </a:cubicBezTo>
                <a:cubicBezTo>
                  <a:pt x="175" y="157"/>
                  <a:pt x="169" y="155"/>
                  <a:pt x="167" y="155"/>
                </a:cubicBezTo>
                <a:cubicBezTo>
                  <a:pt x="157" y="149"/>
                  <a:pt x="157" y="149"/>
                  <a:pt x="157" y="149"/>
                </a:cubicBezTo>
                <a:cubicBezTo>
                  <a:pt x="156" y="144"/>
                  <a:pt x="154" y="140"/>
                  <a:pt x="149" y="140"/>
                </a:cubicBezTo>
                <a:cubicBezTo>
                  <a:pt x="149" y="140"/>
                  <a:pt x="147" y="116"/>
                  <a:pt x="130" y="128"/>
                </a:cubicBezTo>
                <a:cubicBezTo>
                  <a:pt x="130" y="128"/>
                  <a:pt x="125" y="108"/>
                  <a:pt x="109" y="117"/>
                </a:cubicBezTo>
                <a:cubicBezTo>
                  <a:pt x="88" y="103"/>
                  <a:pt x="88" y="103"/>
                  <a:pt x="88" y="103"/>
                </a:cubicBezTo>
                <a:cubicBezTo>
                  <a:pt x="72" y="91"/>
                  <a:pt x="72" y="91"/>
                  <a:pt x="72" y="91"/>
                </a:cubicBezTo>
                <a:cubicBezTo>
                  <a:pt x="71" y="91"/>
                  <a:pt x="71" y="91"/>
                  <a:pt x="71" y="91"/>
                </a:cubicBezTo>
                <a:cubicBezTo>
                  <a:pt x="71" y="91"/>
                  <a:pt x="71" y="91"/>
                  <a:pt x="71" y="91"/>
                </a:cubicBezTo>
                <a:cubicBezTo>
                  <a:pt x="71" y="90"/>
                  <a:pt x="71" y="90"/>
                  <a:pt x="71" y="90"/>
                </a:cubicBezTo>
                <a:cubicBezTo>
                  <a:pt x="72" y="89"/>
                  <a:pt x="72" y="89"/>
                  <a:pt x="72" y="89"/>
                </a:cubicBezTo>
                <a:cubicBezTo>
                  <a:pt x="72" y="88"/>
                  <a:pt x="72" y="88"/>
                  <a:pt x="72" y="88"/>
                </a:cubicBezTo>
                <a:cubicBezTo>
                  <a:pt x="72" y="87"/>
                  <a:pt x="90" y="26"/>
                  <a:pt x="91" y="21"/>
                </a:cubicBezTo>
                <a:cubicBezTo>
                  <a:pt x="91" y="21"/>
                  <a:pt x="93" y="20"/>
                  <a:pt x="93" y="20"/>
                </a:cubicBezTo>
                <a:cubicBezTo>
                  <a:pt x="138" y="20"/>
                  <a:pt x="138" y="20"/>
                  <a:pt x="138" y="20"/>
                </a:cubicBezTo>
                <a:cubicBezTo>
                  <a:pt x="134" y="22"/>
                  <a:pt x="132" y="24"/>
                  <a:pt x="132" y="24"/>
                </a:cubicBezTo>
                <a:cubicBezTo>
                  <a:pt x="125" y="30"/>
                  <a:pt x="122" y="60"/>
                  <a:pt x="122" y="60"/>
                </a:cubicBezTo>
                <a:cubicBezTo>
                  <a:pt x="119" y="67"/>
                  <a:pt x="127" y="72"/>
                  <a:pt x="127" y="72"/>
                </a:cubicBezTo>
                <a:cubicBezTo>
                  <a:pt x="140" y="81"/>
                  <a:pt x="154" y="47"/>
                  <a:pt x="154" y="47"/>
                </a:cubicBezTo>
                <a:cubicBezTo>
                  <a:pt x="161" y="41"/>
                  <a:pt x="172" y="45"/>
                  <a:pt x="185" y="54"/>
                </a:cubicBezTo>
                <a:cubicBezTo>
                  <a:pt x="206" y="76"/>
                  <a:pt x="232" y="102"/>
                  <a:pt x="239" y="111"/>
                </a:cubicBezTo>
                <a:cubicBezTo>
                  <a:pt x="241" y="114"/>
                  <a:pt x="242" y="117"/>
                  <a:pt x="241" y="119"/>
                </a:cubicBezTo>
                <a:cubicBezTo>
                  <a:pt x="240" y="123"/>
                  <a:pt x="233" y="126"/>
                  <a:pt x="230" y="127"/>
                </a:cubicBezTo>
                <a:close/>
              </a:path>
            </a:pathLst>
          </a:custGeom>
          <a:solidFill>
            <a:schemeClr val="bg1"/>
          </a:solidFill>
          <a:ln>
            <a:noFill/>
          </a:ln>
        </p:spPr>
        <p:txBody>
          <a:bodyPr vert="horz" wrap="square" lIns="68583" tIns="34292" rIns="68583" bIns="34292" numCol="1" anchor="t" anchorCtr="0" compatLnSpc="1">
            <a:prstTxWarp prst="textNoShape">
              <a:avLst/>
            </a:prstTxWarp>
          </a:bodyPr>
          <a:lstStyle/>
          <a:p>
            <a:pPr algn="just">
              <a:lnSpc>
                <a:spcPct val="120000"/>
              </a:lnSpc>
            </a:pPr>
            <a:endParaRPr lang="en-GB" sz="700" dirty="0">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6" name="Group 46"/>
          <p:cNvGrpSpPr/>
          <p:nvPr/>
        </p:nvGrpSpPr>
        <p:grpSpPr>
          <a:xfrm>
            <a:off x="3659715" y="2559313"/>
            <a:ext cx="493372" cy="386742"/>
            <a:chOff x="7200839" y="1790292"/>
            <a:chExt cx="795921" cy="623870"/>
          </a:xfrm>
          <a:solidFill>
            <a:schemeClr val="bg1"/>
          </a:solidFill>
        </p:grpSpPr>
        <p:sp>
          <p:nvSpPr>
            <p:cNvPr id="48" name="Freeform 47"/>
            <p:cNvSpPr>
              <a:spLocks/>
            </p:cNvSpPr>
            <p:nvPr/>
          </p:nvSpPr>
          <p:spPr bwMode="auto">
            <a:xfrm>
              <a:off x="7235971" y="1790292"/>
              <a:ext cx="760789" cy="434110"/>
            </a:xfrm>
            <a:custGeom>
              <a:avLst/>
              <a:gdLst>
                <a:gd name="T0" fmla="*/ 295 w 628"/>
                <a:gd name="T1" fmla="*/ 232 h 334"/>
                <a:gd name="T2" fmla="*/ 295 w 628"/>
                <a:gd name="T3" fmla="*/ 232 h 334"/>
                <a:gd name="T4" fmla="*/ 295 w 628"/>
                <a:gd name="T5" fmla="*/ 232 h 334"/>
                <a:gd name="T6" fmla="*/ 295 w 628"/>
                <a:gd name="T7" fmla="*/ 232 h 334"/>
                <a:gd name="T8" fmla="*/ 430 w 628"/>
                <a:gd name="T9" fmla="*/ 334 h 334"/>
                <a:gd name="T10" fmla="*/ 628 w 628"/>
                <a:gd name="T11" fmla="*/ 218 h 334"/>
                <a:gd name="T12" fmla="*/ 494 w 628"/>
                <a:gd name="T13" fmla="*/ 114 h 334"/>
                <a:gd name="T14" fmla="*/ 305 w 628"/>
                <a:gd name="T15" fmla="*/ 225 h 334"/>
                <a:gd name="T16" fmla="*/ 305 w 628"/>
                <a:gd name="T17" fmla="*/ 3 h 334"/>
                <a:gd name="T18" fmla="*/ 494 w 628"/>
                <a:gd name="T19" fmla="*/ 114 h 334"/>
                <a:gd name="T20" fmla="*/ 600 w 628"/>
                <a:gd name="T21" fmla="*/ 102 h 334"/>
                <a:gd name="T22" fmla="*/ 437 w 628"/>
                <a:gd name="T23" fmla="*/ 7 h 334"/>
                <a:gd name="T24" fmla="*/ 305 w 628"/>
                <a:gd name="T25" fmla="*/ 0 h 334"/>
                <a:gd name="T26" fmla="*/ 305 w 628"/>
                <a:gd name="T27" fmla="*/ 0 h 334"/>
                <a:gd name="T28" fmla="*/ 302 w 628"/>
                <a:gd name="T29" fmla="*/ 0 h 334"/>
                <a:gd name="T30" fmla="*/ 300 w 628"/>
                <a:gd name="T31" fmla="*/ 0 h 334"/>
                <a:gd name="T32" fmla="*/ 295 w 628"/>
                <a:gd name="T33" fmla="*/ 0 h 334"/>
                <a:gd name="T34" fmla="*/ 295 w 628"/>
                <a:gd name="T35" fmla="*/ 0 h 334"/>
                <a:gd name="T36" fmla="*/ 165 w 628"/>
                <a:gd name="T37" fmla="*/ 7 h 334"/>
                <a:gd name="T38" fmla="*/ 0 w 628"/>
                <a:gd name="T39" fmla="*/ 102 h 334"/>
                <a:gd name="T40" fmla="*/ 108 w 628"/>
                <a:gd name="T41" fmla="*/ 114 h 334"/>
                <a:gd name="T42" fmla="*/ 295 w 628"/>
                <a:gd name="T43" fmla="*/ 3 h 334"/>
                <a:gd name="T44" fmla="*/ 295 w 628"/>
                <a:gd name="T45" fmla="*/ 232 h 334"/>
                <a:gd name="T46" fmla="*/ 295 w 628"/>
                <a:gd name="T47" fmla="*/ 232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28" h="334">
                  <a:moveTo>
                    <a:pt x="295" y="232"/>
                  </a:moveTo>
                  <a:lnTo>
                    <a:pt x="295" y="232"/>
                  </a:lnTo>
                  <a:lnTo>
                    <a:pt x="295" y="232"/>
                  </a:lnTo>
                  <a:lnTo>
                    <a:pt x="295" y="232"/>
                  </a:lnTo>
                  <a:lnTo>
                    <a:pt x="430" y="334"/>
                  </a:lnTo>
                  <a:lnTo>
                    <a:pt x="628" y="218"/>
                  </a:lnTo>
                  <a:lnTo>
                    <a:pt x="494" y="114"/>
                  </a:lnTo>
                  <a:lnTo>
                    <a:pt x="305" y="225"/>
                  </a:lnTo>
                  <a:lnTo>
                    <a:pt x="305" y="3"/>
                  </a:lnTo>
                  <a:lnTo>
                    <a:pt x="494" y="114"/>
                  </a:lnTo>
                  <a:lnTo>
                    <a:pt x="600" y="102"/>
                  </a:lnTo>
                  <a:lnTo>
                    <a:pt x="437" y="7"/>
                  </a:lnTo>
                  <a:lnTo>
                    <a:pt x="305" y="0"/>
                  </a:lnTo>
                  <a:lnTo>
                    <a:pt x="305" y="0"/>
                  </a:lnTo>
                  <a:lnTo>
                    <a:pt x="302" y="0"/>
                  </a:lnTo>
                  <a:lnTo>
                    <a:pt x="300" y="0"/>
                  </a:lnTo>
                  <a:lnTo>
                    <a:pt x="295" y="0"/>
                  </a:lnTo>
                  <a:lnTo>
                    <a:pt x="295" y="0"/>
                  </a:lnTo>
                  <a:lnTo>
                    <a:pt x="165" y="7"/>
                  </a:lnTo>
                  <a:lnTo>
                    <a:pt x="0" y="102"/>
                  </a:lnTo>
                  <a:lnTo>
                    <a:pt x="108" y="114"/>
                  </a:lnTo>
                  <a:lnTo>
                    <a:pt x="295" y="3"/>
                  </a:lnTo>
                  <a:lnTo>
                    <a:pt x="295" y="232"/>
                  </a:lnTo>
                  <a:lnTo>
                    <a:pt x="295" y="2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6447" tIns="48224" rIns="96447" bIns="48224" numCol="1" anchor="t" anchorCtr="0" compatLnSpc="1">
              <a:prstTxWarp prst="textNoShape">
                <a:avLst/>
              </a:prstTxWarp>
            </a:bodyPr>
            <a:lstStyle/>
            <a:p>
              <a:pPr algn="just">
                <a:lnSpc>
                  <a:spcPct val="120000"/>
                </a:lnSpc>
              </a:pPr>
              <a:endParaRPr lang="en-GB" sz="7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9" name="Freeform 48"/>
            <p:cNvSpPr>
              <a:spLocks/>
            </p:cNvSpPr>
            <p:nvPr/>
          </p:nvSpPr>
          <p:spPr bwMode="auto">
            <a:xfrm>
              <a:off x="7200839" y="1941061"/>
              <a:ext cx="392509" cy="289840"/>
            </a:xfrm>
            <a:custGeom>
              <a:avLst/>
              <a:gdLst>
                <a:gd name="T0" fmla="*/ 0 w 324"/>
                <a:gd name="T1" fmla="*/ 100 h 223"/>
                <a:gd name="T2" fmla="*/ 187 w 324"/>
                <a:gd name="T3" fmla="*/ 223 h 223"/>
                <a:gd name="T4" fmla="*/ 324 w 324"/>
                <a:gd name="T5" fmla="*/ 116 h 223"/>
                <a:gd name="T6" fmla="*/ 130 w 324"/>
                <a:gd name="T7" fmla="*/ 0 h 223"/>
                <a:gd name="T8" fmla="*/ 0 w 324"/>
                <a:gd name="T9" fmla="*/ 100 h 223"/>
              </a:gdLst>
              <a:ahLst/>
              <a:cxnLst>
                <a:cxn ang="0">
                  <a:pos x="T0" y="T1"/>
                </a:cxn>
                <a:cxn ang="0">
                  <a:pos x="T2" y="T3"/>
                </a:cxn>
                <a:cxn ang="0">
                  <a:pos x="T4" y="T5"/>
                </a:cxn>
                <a:cxn ang="0">
                  <a:pos x="T6" y="T7"/>
                </a:cxn>
                <a:cxn ang="0">
                  <a:pos x="T8" y="T9"/>
                </a:cxn>
              </a:cxnLst>
              <a:rect l="0" t="0" r="r" b="b"/>
              <a:pathLst>
                <a:path w="324" h="223">
                  <a:moveTo>
                    <a:pt x="0" y="100"/>
                  </a:moveTo>
                  <a:lnTo>
                    <a:pt x="187" y="223"/>
                  </a:lnTo>
                  <a:lnTo>
                    <a:pt x="324" y="116"/>
                  </a:lnTo>
                  <a:lnTo>
                    <a:pt x="130" y="0"/>
                  </a:lnTo>
                  <a:lnTo>
                    <a:pt x="0" y="1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6447" tIns="48224" rIns="96447" bIns="48224" numCol="1" anchor="t" anchorCtr="0" compatLnSpc="1">
              <a:prstTxWarp prst="textNoShape">
                <a:avLst/>
              </a:prstTxWarp>
            </a:bodyPr>
            <a:lstStyle/>
            <a:p>
              <a:pPr algn="just">
                <a:lnSpc>
                  <a:spcPct val="120000"/>
                </a:lnSpc>
              </a:pPr>
              <a:endParaRPr lang="en-GB" sz="7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0" name="Freeform 49"/>
            <p:cNvSpPr>
              <a:spLocks/>
            </p:cNvSpPr>
            <p:nvPr/>
          </p:nvSpPr>
          <p:spPr bwMode="auto">
            <a:xfrm>
              <a:off x="7353482" y="2116524"/>
              <a:ext cx="477310" cy="297638"/>
            </a:xfrm>
            <a:custGeom>
              <a:avLst/>
              <a:gdLst>
                <a:gd name="T0" fmla="*/ 198 w 394"/>
                <a:gd name="T1" fmla="*/ 0 h 229"/>
                <a:gd name="T2" fmla="*/ 61 w 394"/>
                <a:gd name="T3" fmla="*/ 109 h 229"/>
                <a:gd name="T4" fmla="*/ 0 w 394"/>
                <a:gd name="T5" fmla="*/ 71 h 229"/>
                <a:gd name="T6" fmla="*/ 0 w 394"/>
                <a:gd name="T7" fmla="*/ 114 h 229"/>
                <a:gd name="T8" fmla="*/ 198 w 394"/>
                <a:gd name="T9" fmla="*/ 229 h 229"/>
                <a:gd name="T10" fmla="*/ 394 w 394"/>
                <a:gd name="T11" fmla="*/ 116 h 229"/>
                <a:gd name="T12" fmla="*/ 394 w 394"/>
                <a:gd name="T13" fmla="*/ 64 h 229"/>
                <a:gd name="T14" fmla="*/ 335 w 394"/>
                <a:gd name="T15" fmla="*/ 104 h 229"/>
                <a:gd name="T16" fmla="*/ 198 w 394"/>
                <a:gd name="T17" fmla="*/ 0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4" h="229">
                  <a:moveTo>
                    <a:pt x="198" y="0"/>
                  </a:moveTo>
                  <a:lnTo>
                    <a:pt x="61" y="109"/>
                  </a:lnTo>
                  <a:lnTo>
                    <a:pt x="0" y="71"/>
                  </a:lnTo>
                  <a:lnTo>
                    <a:pt x="0" y="114"/>
                  </a:lnTo>
                  <a:lnTo>
                    <a:pt x="198" y="229"/>
                  </a:lnTo>
                  <a:lnTo>
                    <a:pt x="394" y="116"/>
                  </a:lnTo>
                  <a:lnTo>
                    <a:pt x="394" y="64"/>
                  </a:lnTo>
                  <a:lnTo>
                    <a:pt x="335" y="104"/>
                  </a:lnTo>
                  <a:lnTo>
                    <a:pt x="19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6447" tIns="48224" rIns="96447" bIns="48224" numCol="1" anchor="t" anchorCtr="0" compatLnSpc="1">
              <a:prstTxWarp prst="textNoShape">
                <a:avLst/>
              </a:prstTxWarp>
            </a:bodyPr>
            <a:lstStyle/>
            <a:p>
              <a:pPr algn="just">
                <a:lnSpc>
                  <a:spcPct val="120000"/>
                </a:lnSpc>
              </a:pPr>
              <a:endParaRPr lang="en-GB" sz="700" dirty="0">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51" name="Freeform 50"/>
          <p:cNvSpPr>
            <a:spLocks/>
          </p:cNvSpPr>
          <p:nvPr/>
        </p:nvSpPr>
        <p:spPr bwMode="auto">
          <a:xfrm>
            <a:off x="4972073" y="2460675"/>
            <a:ext cx="365710" cy="541440"/>
          </a:xfrm>
          <a:custGeom>
            <a:avLst/>
            <a:gdLst>
              <a:gd name="T0" fmla="*/ 25 w 206"/>
              <a:gd name="T1" fmla="*/ 112 h 284"/>
              <a:gd name="T2" fmla="*/ 25 w 206"/>
              <a:gd name="T3" fmla="*/ 64 h 284"/>
              <a:gd name="T4" fmla="*/ 5 w 206"/>
              <a:gd name="T5" fmla="*/ 64 h 284"/>
              <a:gd name="T6" fmla="*/ 4 w 206"/>
              <a:gd name="T7" fmla="*/ 60 h 284"/>
              <a:gd name="T8" fmla="*/ 104 w 206"/>
              <a:gd name="T9" fmla="*/ 2 h 284"/>
              <a:gd name="T10" fmla="*/ 117 w 206"/>
              <a:gd name="T11" fmla="*/ 2 h 284"/>
              <a:gd name="T12" fmla="*/ 145 w 206"/>
              <a:gd name="T13" fmla="*/ 25 h 284"/>
              <a:gd name="T14" fmla="*/ 145 w 206"/>
              <a:gd name="T15" fmla="*/ 2 h 284"/>
              <a:gd name="T16" fmla="*/ 168 w 206"/>
              <a:gd name="T17" fmla="*/ 2 h 284"/>
              <a:gd name="T18" fmla="*/ 168 w 206"/>
              <a:gd name="T19" fmla="*/ 40 h 284"/>
              <a:gd name="T20" fmla="*/ 184 w 206"/>
              <a:gd name="T21" fmla="*/ 49 h 284"/>
              <a:gd name="T22" fmla="*/ 184 w 206"/>
              <a:gd name="T23" fmla="*/ 49 h 284"/>
              <a:gd name="T24" fmla="*/ 184 w 206"/>
              <a:gd name="T25" fmla="*/ 49 h 284"/>
              <a:gd name="T26" fmla="*/ 202 w 206"/>
              <a:gd name="T27" fmla="*/ 60 h 284"/>
              <a:gd name="T28" fmla="*/ 201 w 206"/>
              <a:gd name="T29" fmla="*/ 64 h 284"/>
              <a:gd name="T30" fmla="*/ 184 w 206"/>
              <a:gd name="T31" fmla="*/ 64 h 284"/>
              <a:gd name="T32" fmla="*/ 184 w 206"/>
              <a:gd name="T33" fmla="*/ 117 h 284"/>
              <a:gd name="T34" fmla="*/ 169 w 206"/>
              <a:gd name="T35" fmla="*/ 134 h 284"/>
              <a:gd name="T36" fmla="*/ 136 w 206"/>
              <a:gd name="T37" fmla="*/ 134 h 284"/>
              <a:gd name="T38" fmla="*/ 129 w 206"/>
              <a:gd name="T39" fmla="*/ 137 h 284"/>
              <a:gd name="T40" fmla="*/ 140 w 206"/>
              <a:gd name="T41" fmla="*/ 155 h 284"/>
              <a:gd name="T42" fmla="*/ 139 w 206"/>
              <a:gd name="T43" fmla="*/ 160 h 284"/>
              <a:gd name="T44" fmla="*/ 118 w 206"/>
              <a:gd name="T45" fmla="*/ 161 h 284"/>
              <a:gd name="T46" fmla="*/ 119 w 206"/>
              <a:gd name="T47" fmla="*/ 168 h 284"/>
              <a:gd name="T48" fmla="*/ 130 w 206"/>
              <a:gd name="T49" fmla="*/ 179 h 284"/>
              <a:gd name="T50" fmla="*/ 115 w 206"/>
              <a:gd name="T51" fmla="*/ 195 h 284"/>
              <a:gd name="T52" fmla="*/ 129 w 206"/>
              <a:gd name="T53" fmla="*/ 211 h 284"/>
              <a:gd name="T54" fmla="*/ 129 w 206"/>
              <a:gd name="T55" fmla="*/ 220 h 284"/>
              <a:gd name="T56" fmla="*/ 115 w 206"/>
              <a:gd name="T57" fmla="*/ 235 h 284"/>
              <a:gd name="T58" fmla="*/ 124 w 206"/>
              <a:gd name="T59" fmla="*/ 248 h 284"/>
              <a:gd name="T60" fmla="*/ 124 w 206"/>
              <a:gd name="T61" fmla="*/ 260 h 284"/>
              <a:gd name="T62" fmla="*/ 102 w 206"/>
              <a:gd name="T63" fmla="*/ 284 h 284"/>
              <a:gd name="T64" fmla="*/ 86 w 206"/>
              <a:gd name="T65" fmla="*/ 264 h 284"/>
              <a:gd name="T66" fmla="*/ 85 w 206"/>
              <a:gd name="T67" fmla="*/ 163 h 284"/>
              <a:gd name="T68" fmla="*/ 83 w 206"/>
              <a:gd name="T69" fmla="*/ 160 h 284"/>
              <a:gd name="T70" fmla="*/ 71 w 206"/>
              <a:gd name="T71" fmla="*/ 159 h 284"/>
              <a:gd name="T72" fmla="*/ 68 w 206"/>
              <a:gd name="T73" fmla="*/ 152 h 284"/>
              <a:gd name="T74" fmla="*/ 77 w 206"/>
              <a:gd name="T75" fmla="*/ 140 h 284"/>
              <a:gd name="T76" fmla="*/ 78 w 206"/>
              <a:gd name="T77" fmla="*/ 136 h 284"/>
              <a:gd name="T78" fmla="*/ 73 w 206"/>
              <a:gd name="T79" fmla="*/ 134 h 284"/>
              <a:gd name="T80" fmla="*/ 40 w 206"/>
              <a:gd name="T81" fmla="*/ 134 h 284"/>
              <a:gd name="T82" fmla="*/ 25 w 206"/>
              <a:gd name="T83" fmla="*/ 112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6" h="284">
                <a:moveTo>
                  <a:pt x="25" y="112"/>
                </a:moveTo>
                <a:cubicBezTo>
                  <a:pt x="25" y="64"/>
                  <a:pt x="25" y="64"/>
                  <a:pt x="25" y="64"/>
                </a:cubicBezTo>
                <a:cubicBezTo>
                  <a:pt x="5" y="64"/>
                  <a:pt x="5" y="64"/>
                  <a:pt x="5" y="64"/>
                </a:cubicBezTo>
                <a:cubicBezTo>
                  <a:pt x="1" y="64"/>
                  <a:pt x="0" y="62"/>
                  <a:pt x="4" y="60"/>
                </a:cubicBezTo>
                <a:cubicBezTo>
                  <a:pt x="104" y="2"/>
                  <a:pt x="104" y="2"/>
                  <a:pt x="104" y="2"/>
                </a:cubicBezTo>
                <a:cubicBezTo>
                  <a:pt x="107" y="0"/>
                  <a:pt x="113" y="0"/>
                  <a:pt x="117" y="2"/>
                </a:cubicBezTo>
                <a:cubicBezTo>
                  <a:pt x="145" y="25"/>
                  <a:pt x="145" y="25"/>
                  <a:pt x="145" y="25"/>
                </a:cubicBezTo>
                <a:cubicBezTo>
                  <a:pt x="145" y="2"/>
                  <a:pt x="145" y="2"/>
                  <a:pt x="145" y="2"/>
                </a:cubicBezTo>
                <a:cubicBezTo>
                  <a:pt x="168" y="2"/>
                  <a:pt x="168" y="2"/>
                  <a:pt x="168" y="2"/>
                </a:cubicBezTo>
                <a:cubicBezTo>
                  <a:pt x="168" y="40"/>
                  <a:pt x="168" y="40"/>
                  <a:pt x="168" y="40"/>
                </a:cubicBezTo>
                <a:cubicBezTo>
                  <a:pt x="184" y="49"/>
                  <a:pt x="184" y="49"/>
                  <a:pt x="184" y="49"/>
                </a:cubicBezTo>
                <a:cubicBezTo>
                  <a:pt x="184" y="49"/>
                  <a:pt x="184" y="49"/>
                  <a:pt x="184" y="49"/>
                </a:cubicBezTo>
                <a:cubicBezTo>
                  <a:pt x="184" y="49"/>
                  <a:pt x="184" y="49"/>
                  <a:pt x="184" y="49"/>
                </a:cubicBezTo>
                <a:cubicBezTo>
                  <a:pt x="202" y="60"/>
                  <a:pt x="202" y="60"/>
                  <a:pt x="202" y="60"/>
                </a:cubicBezTo>
                <a:cubicBezTo>
                  <a:pt x="206" y="62"/>
                  <a:pt x="205" y="64"/>
                  <a:pt x="201" y="64"/>
                </a:cubicBezTo>
                <a:cubicBezTo>
                  <a:pt x="184" y="64"/>
                  <a:pt x="184" y="64"/>
                  <a:pt x="184" y="64"/>
                </a:cubicBezTo>
                <a:cubicBezTo>
                  <a:pt x="184" y="117"/>
                  <a:pt x="184" y="117"/>
                  <a:pt x="184" y="117"/>
                </a:cubicBezTo>
                <a:cubicBezTo>
                  <a:pt x="184" y="117"/>
                  <a:pt x="185" y="134"/>
                  <a:pt x="169" y="134"/>
                </a:cubicBezTo>
                <a:cubicBezTo>
                  <a:pt x="136" y="134"/>
                  <a:pt x="136" y="134"/>
                  <a:pt x="136" y="134"/>
                </a:cubicBezTo>
                <a:cubicBezTo>
                  <a:pt x="134" y="135"/>
                  <a:pt x="131" y="136"/>
                  <a:pt x="129" y="137"/>
                </a:cubicBezTo>
                <a:cubicBezTo>
                  <a:pt x="140" y="155"/>
                  <a:pt x="140" y="155"/>
                  <a:pt x="140" y="155"/>
                </a:cubicBezTo>
                <a:cubicBezTo>
                  <a:pt x="142" y="159"/>
                  <a:pt x="139" y="160"/>
                  <a:pt x="139" y="160"/>
                </a:cubicBezTo>
                <a:cubicBezTo>
                  <a:pt x="118" y="161"/>
                  <a:pt x="118" y="161"/>
                  <a:pt x="118" y="161"/>
                </a:cubicBezTo>
                <a:cubicBezTo>
                  <a:pt x="119" y="168"/>
                  <a:pt x="119" y="168"/>
                  <a:pt x="119" y="168"/>
                </a:cubicBezTo>
                <a:cubicBezTo>
                  <a:pt x="130" y="179"/>
                  <a:pt x="130" y="179"/>
                  <a:pt x="130" y="179"/>
                </a:cubicBezTo>
                <a:cubicBezTo>
                  <a:pt x="115" y="195"/>
                  <a:pt x="115" y="195"/>
                  <a:pt x="115" y="195"/>
                </a:cubicBezTo>
                <a:cubicBezTo>
                  <a:pt x="129" y="211"/>
                  <a:pt x="129" y="211"/>
                  <a:pt x="129" y="211"/>
                </a:cubicBezTo>
                <a:cubicBezTo>
                  <a:pt x="129" y="220"/>
                  <a:pt x="129" y="220"/>
                  <a:pt x="129" y="220"/>
                </a:cubicBezTo>
                <a:cubicBezTo>
                  <a:pt x="115" y="235"/>
                  <a:pt x="115" y="235"/>
                  <a:pt x="115" y="235"/>
                </a:cubicBezTo>
                <a:cubicBezTo>
                  <a:pt x="124" y="248"/>
                  <a:pt x="124" y="248"/>
                  <a:pt x="124" y="248"/>
                </a:cubicBezTo>
                <a:cubicBezTo>
                  <a:pt x="124" y="260"/>
                  <a:pt x="124" y="260"/>
                  <a:pt x="124" y="260"/>
                </a:cubicBezTo>
                <a:cubicBezTo>
                  <a:pt x="102" y="284"/>
                  <a:pt x="102" y="284"/>
                  <a:pt x="102" y="284"/>
                </a:cubicBezTo>
                <a:cubicBezTo>
                  <a:pt x="94" y="283"/>
                  <a:pt x="86" y="264"/>
                  <a:pt x="86" y="264"/>
                </a:cubicBezTo>
                <a:cubicBezTo>
                  <a:pt x="85" y="163"/>
                  <a:pt x="85" y="163"/>
                  <a:pt x="85" y="163"/>
                </a:cubicBezTo>
                <a:cubicBezTo>
                  <a:pt x="85" y="160"/>
                  <a:pt x="83" y="160"/>
                  <a:pt x="83" y="160"/>
                </a:cubicBezTo>
                <a:cubicBezTo>
                  <a:pt x="71" y="159"/>
                  <a:pt x="71" y="159"/>
                  <a:pt x="71" y="159"/>
                </a:cubicBezTo>
                <a:cubicBezTo>
                  <a:pt x="64" y="159"/>
                  <a:pt x="68" y="152"/>
                  <a:pt x="68" y="152"/>
                </a:cubicBezTo>
                <a:cubicBezTo>
                  <a:pt x="77" y="140"/>
                  <a:pt x="77" y="140"/>
                  <a:pt x="77" y="140"/>
                </a:cubicBezTo>
                <a:cubicBezTo>
                  <a:pt x="78" y="139"/>
                  <a:pt x="78" y="137"/>
                  <a:pt x="78" y="136"/>
                </a:cubicBezTo>
                <a:cubicBezTo>
                  <a:pt x="76" y="136"/>
                  <a:pt x="74" y="135"/>
                  <a:pt x="73" y="134"/>
                </a:cubicBezTo>
                <a:cubicBezTo>
                  <a:pt x="40" y="134"/>
                  <a:pt x="40" y="134"/>
                  <a:pt x="40" y="134"/>
                </a:cubicBezTo>
                <a:cubicBezTo>
                  <a:pt x="40" y="134"/>
                  <a:pt x="25" y="133"/>
                  <a:pt x="25" y="112"/>
                </a:cubicBezTo>
                <a:close/>
              </a:path>
            </a:pathLst>
          </a:custGeom>
          <a:solidFill>
            <a:schemeClr val="bg1"/>
          </a:solidFill>
          <a:ln>
            <a:noFill/>
          </a:ln>
        </p:spPr>
        <p:txBody>
          <a:bodyPr vert="horz" wrap="square" lIns="68583" tIns="34292" rIns="68583" bIns="34292" numCol="1" anchor="t" anchorCtr="0" compatLnSpc="1">
            <a:prstTxWarp prst="textNoShape">
              <a:avLst/>
            </a:prstTxWarp>
          </a:bodyPr>
          <a:lstStyle/>
          <a:p>
            <a:pPr algn="just">
              <a:lnSpc>
                <a:spcPct val="120000"/>
              </a:lnSpc>
            </a:pPr>
            <a:endParaRPr lang="en-GB" sz="700" dirty="0">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8" name="Group 62"/>
          <p:cNvGrpSpPr/>
          <p:nvPr/>
        </p:nvGrpSpPr>
        <p:grpSpPr>
          <a:xfrm>
            <a:off x="6337180" y="3890422"/>
            <a:ext cx="566814" cy="566845"/>
            <a:chOff x="6895745" y="6076124"/>
            <a:chExt cx="755703" cy="755703"/>
          </a:xfrm>
        </p:grpSpPr>
        <p:sp>
          <p:nvSpPr>
            <p:cNvPr id="64" name="Oval 63"/>
            <p:cNvSpPr/>
            <p:nvPr/>
          </p:nvSpPr>
          <p:spPr>
            <a:xfrm>
              <a:off x="6895745" y="6076124"/>
              <a:ext cx="755703" cy="75570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700" dirty="0">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9" name="Group 64"/>
            <p:cNvGrpSpPr/>
            <p:nvPr/>
          </p:nvGrpSpPr>
          <p:grpSpPr>
            <a:xfrm>
              <a:off x="7162147" y="6226696"/>
              <a:ext cx="212181" cy="457727"/>
              <a:chOff x="4395788" y="2198688"/>
              <a:chExt cx="344488" cy="742951"/>
            </a:xfrm>
            <a:solidFill>
              <a:schemeClr val="bg2"/>
            </a:solidFill>
          </p:grpSpPr>
          <p:sp>
            <p:nvSpPr>
              <p:cNvPr id="66" name="Oval 65"/>
              <p:cNvSpPr>
                <a:spLocks noChangeArrowheads="1"/>
              </p:cNvSpPr>
              <p:nvPr/>
            </p:nvSpPr>
            <p:spPr bwMode="auto">
              <a:xfrm>
                <a:off x="4511675" y="2198688"/>
                <a:ext cx="109538" cy="112713"/>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8224" tIns="24112" rIns="48224" bIns="24112" numCol="1" anchor="t" anchorCtr="0" compatLnSpc="1">
                <a:prstTxWarp prst="textNoShape">
                  <a:avLst/>
                </a:prstTxWarp>
              </a:bodyPr>
              <a:lstStyle/>
              <a:p>
                <a:pPr algn="just">
                  <a:lnSpc>
                    <a:spcPct val="120000"/>
                  </a:lnSpc>
                </a:pPr>
                <a:endParaRPr lang="en-US" sz="7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7" name="Freeform 7"/>
              <p:cNvSpPr>
                <a:spLocks/>
              </p:cNvSpPr>
              <p:nvPr/>
            </p:nvSpPr>
            <p:spPr bwMode="auto">
              <a:xfrm>
                <a:off x="4395788" y="2333626"/>
                <a:ext cx="344488" cy="608013"/>
              </a:xfrm>
              <a:custGeom>
                <a:avLst/>
                <a:gdLst>
                  <a:gd name="T0" fmla="*/ 91 w 92"/>
                  <a:gd name="T1" fmla="*/ 60 h 162"/>
                  <a:gd name="T2" fmla="*/ 75 w 92"/>
                  <a:gd name="T3" fmla="*/ 10 h 162"/>
                  <a:gd name="T4" fmla="*/ 64 w 92"/>
                  <a:gd name="T5" fmla="*/ 0 h 162"/>
                  <a:gd name="T6" fmla="*/ 28 w 92"/>
                  <a:gd name="T7" fmla="*/ 0 h 162"/>
                  <a:gd name="T8" fmla="*/ 19 w 92"/>
                  <a:gd name="T9" fmla="*/ 5 h 162"/>
                  <a:gd name="T10" fmla="*/ 18 w 92"/>
                  <a:gd name="T11" fmla="*/ 7 h 162"/>
                  <a:gd name="T12" fmla="*/ 18 w 92"/>
                  <a:gd name="T13" fmla="*/ 7 h 162"/>
                  <a:gd name="T14" fmla="*/ 17 w 92"/>
                  <a:gd name="T15" fmla="*/ 8 h 162"/>
                  <a:gd name="T16" fmla="*/ 1 w 92"/>
                  <a:gd name="T17" fmla="*/ 60 h 162"/>
                  <a:gd name="T18" fmla="*/ 5 w 92"/>
                  <a:gd name="T19" fmla="*/ 68 h 162"/>
                  <a:gd name="T20" fmla="*/ 14 w 92"/>
                  <a:gd name="T21" fmla="*/ 64 h 162"/>
                  <a:gd name="T22" fmla="*/ 26 w 92"/>
                  <a:gd name="T23" fmla="*/ 23 h 162"/>
                  <a:gd name="T24" fmla="*/ 28 w 92"/>
                  <a:gd name="T25" fmla="*/ 23 h 162"/>
                  <a:gd name="T26" fmla="*/ 29 w 92"/>
                  <a:gd name="T27" fmla="*/ 23 h 162"/>
                  <a:gd name="T28" fmla="*/ 9 w 92"/>
                  <a:gd name="T29" fmla="*/ 96 h 162"/>
                  <a:gd name="T30" fmla="*/ 29 w 92"/>
                  <a:gd name="T31" fmla="*/ 96 h 162"/>
                  <a:gd name="T32" fmla="*/ 29 w 92"/>
                  <a:gd name="T33" fmla="*/ 154 h 162"/>
                  <a:gd name="T34" fmla="*/ 37 w 92"/>
                  <a:gd name="T35" fmla="*/ 162 h 162"/>
                  <a:gd name="T36" fmla="*/ 44 w 92"/>
                  <a:gd name="T37" fmla="*/ 154 h 162"/>
                  <a:gd name="T38" fmla="*/ 44 w 92"/>
                  <a:gd name="T39" fmla="*/ 96 h 162"/>
                  <a:gd name="T40" fmla="*/ 49 w 92"/>
                  <a:gd name="T41" fmla="*/ 96 h 162"/>
                  <a:gd name="T42" fmla="*/ 49 w 92"/>
                  <a:gd name="T43" fmla="*/ 154 h 162"/>
                  <a:gd name="T44" fmla="*/ 56 w 92"/>
                  <a:gd name="T45" fmla="*/ 162 h 162"/>
                  <a:gd name="T46" fmla="*/ 64 w 92"/>
                  <a:gd name="T47" fmla="*/ 154 h 162"/>
                  <a:gd name="T48" fmla="*/ 64 w 92"/>
                  <a:gd name="T49" fmla="*/ 96 h 162"/>
                  <a:gd name="T50" fmla="*/ 83 w 92"/>
                  <a:gd name="T51" fmla="*/ 96 h 162"/>
                  <a:gd name="T52" fmla="*/ 63 w 92"/>
                  <a:gd name="T53" fmla="*/ 23 h 162"/>
                  <a:gd name="T54" fmla="*/ 64 w 92"/>
                  <a:gd name="T55" fmla="*/ 23 h 162"/>
                  <a:gd name="T56" fmla="*/ 65 w 92"/>
                  <a:gd name="T57" fmla="*/ 23 h 162"/>
                  <a:gd name="T58" fmla="*/ 79 w 92"/>
                  <a:gd name="T59" fmla="*/ 64 h 162"/>
                  <a:gd name="T60" fmla="*/ 87 w 92"/>
                  <a:gd name="T61" fmla="*/ 68 h 162"/>
                  <a:gd name="T62" fmla="*/ 91 w 92"/>
                  <a:gd name="T63" fmla="*/ 6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2" h="162">
                    <a:moveTo>
                      <a:pt x="91" y="60"/>
                    </a:moveTo>
                    <a:cubicBezTo>
                      <a:pt x="75" y="10"/>
                      <a:pt x="75" y="10"/>
                      <a:pt x="75" y="10"/>
                    </a:cubicBezTo>
                    <a:cubicBezTo>
                      <a:pt x="74" y="4"/>
                      <a:pt x="70" y="0"/>
                      <a:pt x="64" y="0"/>
                    </a:cubicBezTo>
                    <a:cubicBezTo>
                      <a:pt x="28" y="0"/>
                      <a:pt x="28" y="0"/>
                      <a:pt x="28" y="0"/>
                    </a:cubicBezTo>
                    <a:cubicBezTo>
                      <a:pt x="24" y="0"/>
                      <a:pt x="21" y="2"/>
                      <a:pt x="19" y="5"/>
                    </a:cubicBezTo>
                    <a:cubicBezTo>
                      <a:pt x="18" y="5"/>
                      <a:pt x="18" y="6"/>
                      <a:pt x="18" y="7"/>
                    </a:cubicBezTo>
                    <a:cubicBezTo>
                      <a:pt x="18" y="7"/>
                      <a:pt x="18" y="7"/>
                      <a:pt x="18" y="7"/>
                    </a:cubicBezTo>
                    <a:cubicBezTo>
                      <a:pt x="18" y="7"/>
                      <a:pt x="17" y="8"/>
                      <a:pt x="17" y="8"/>
                    </a:cubicBezTo>
                    <a:cubicBezTo>
                      <a:pt x="1" y="60"/>
                      <a:pt x="1" y="60"/>
                      <a:pt x="1" y="60"/>
                    </a:cubicBezTo>
                    <a:cubicBezTo>
                      <a:pt x="0" y="63"/>
                      <a:pt x="2" y="67"/>
                      <a:pt x="5" y="68"/>
                    </a:cubicBezTo>
                    <a:cubicBezTo>
                      <a:pt x="9" y="69"/>
                      <a:pt x="13" y="67"/>
                      <a:pt x="14" y="64"/>
                    </a:cubicBezTo>
                    <a:cubicBezTo>
                      <a:pt x="26" y="23"/>
                      <a:pt x="26" y="23"/>
                      <a:pt x="26" y="23"/>
                    </a:cubicBezTo>
                    <a:cubicBezTo>
                      <a:pt x="27" y="23"/>
                      <a:pt x="27" y="23"/>
                      <a:pt x="28" y="23"/>
                    </a:cubicBezTo>
                    <a:cubicBezTo>
                      <a:pt x="29" y="23"/>
                      <a:pt x="29" y="23"/>
                      <a:pt x="29" y="23"/>
                    </a:cubicBezTo>
                    <a:cubicBezTo>
                      <a:pt x="9" y="96"/>
                      <a:pt x="9" y="96"/>
                      <a:pt x="9" y="96"/>
                    </a:cubicBezTo>
                    <a:cubicBezTo>
                      <a:pt x="29" y="96"/>
                      <a:pt x="29" y="96"/>
                      <a:pt x="29" y="96"/>
                    </a:cubicBezTo>
                    <a:cubicBezTo>
                      <a:pt x="29" y="154"/>
                      <a:pt x="29" y="154"/>
                      <a:pt x="29" y="154"/>
                    </a:cubicBezTo>
                    <a:cubicBezTo>
                      <a:pt x="29" y="159"/>
                      <a:pt x="33" y="162"/>
                      <a:pt x="37" y="162"/>
                    </a:cubicBezTo>
                    <a:cubicBezTo>
                      <a:pt x="41" y="162"/>
                      <a:pt x="44" y="159"/>
                      <a:pt x="44" y="154"/>
                    </a:cubicBezTo>
                    <a:cubicBezTo>
                      <a:pt x="44" y="96"/>
                      <a:pt x="44" y="96"/>
                      <a:pt x="44" y="96"/>
                    </a:cubicBezTo>
                    <a:cubicBezTo>
                      <a:pt x="49" y="96"/>
                      <a:pt x="49" y="96"/>
                      <a:pt x="49" y="96"/>
                    </a:cubicBezTo>
                    <a:cubicBezTo>
                      <a:pt x="49" y="154"/>
                      <a:pt x="49" y="154"/>
                      <a:pt x="49" y="154"/>
                    </a:cubicBezTo>
                    <a:cubicBezTo>
                      <a:pt x="49" y="159"/>
                      <a:pt x="52" y="162"/>
                      <a:pt x="56" y="162"/>
                    </a:cubicBezTo>
                    <a:cubicBezTo>
                      <a:pt x="60" y="162"/>
                      <a:pt x="64" y="159"/>
                      <a:pt x="64" y="154"/>
                    </a:cubicBezTo>
                    <a:cubicBezTo>
                      <a:pt x="64" y="96"/>
                      <a:pt x="64" y="96"/>
                      <a:pt x="64" y="96"/>
                    </a:cubicBezTo>
                    <a:cubicBezTo>
                      <a:pt x="83" y="96"/>
                      <a:pt x="83" y="96"/>
                      <a:pt x="83" y="96"/>
                    </a:cubicBezTo>
                    <a:cubicBezTo>
                      <a:pt x="63" y="23"/>
                      <a:pt x="63" y="23"/>
                      <a:pt x="63" y="23"/>
                    </a:cubicBezTo>
                    <a:cubicBezTo>
                      <a:pt x="64" y="23"/>
                      <a:pt x="64" y="23"/>
                      <a:pt x="64" y="23"/>
                    </a:cubicBezTo>
                    <a:cubicBezTo>
                      <a:pt x="65" y="23"/>
                      <a:pt x="65" y="23"/>
                      <a:pt x="65" y="23"/>
                    </a:cubicBezTo>
                    <a:cubicBezTo>
                      <a:pt x="79" y="64"/>
                      <a:pt x="79" y="64"/>
                      <a:pt x="79" y="64"/>
                    </a:cubicBezTo>
                    <a:cubicBezTo>
                      <a:pt x="80" y="67"/>
                      <a:pt x="84" y="69"/>
                      <a:pt x="87" y="68"/>
                    </a:cubicBezTo>
                    <a:cubicBezTo>
                      <a:pt x="91" y="67"/>
                      <a:pt x="92" y="63"/>
                      <a:pt x="91" y="6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8224" tIns="24112" rIns="48224" bIns="24112" numCol="1" anchor="t" anchorCtr="0" compatLnSpc="1">
                <a:prstTxWarp prst="textNoShape">
                  <a:avLst/>
                </a:prstTxWarp>
              </a:bodyPr>
              <a:lstStyle/>
              <a:p>
                <a:pPr algn="just">
                  <a:lnSpc>
                    <a:spcPct val="120000"/>
                  </a:lnSpc>
                </a:pPr>
                <a:endParaRPr lang="en-US" sz="7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grpSp>
        <p:nvGrpSpPr>
          <p:cNvPr id="10" name="Group 67"/>
          <p:cNvGrpSpPr/>
          <p:nvPr/>
        </p:nvGrpSpPr>
        <p:grpSpPr>
          <a:xfrm>
            <a:off x="6330152" y="3220243"/>
            <a:ext cx="566814" cy="566845"/>
            <a:chOff x="1354194" y="5911456"/>
            <a:chExt cx="755703" cy="755703"/>
          </a:xfrm>
        </p:grpSpPr>
        <p:sp>
          <p:nvSpPr>
            <p:cNvPr id="69" name="Oval 68"/>
            <p:cNvSpPr/>
            <p:nvPr/>
          </p:nvSpPr>
          <p:spPr>
            <a:xfrm>
              <a:off x="1354194" y="5911456"/>
              <a:ext cx="755703" cy="75570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700" dirty="0">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11" name="Group 69"/>
            <p:cNvGrpSpPr/>
            <p:nvPr/>
          </p:nvGrpSpPr>
          <p:grpSpPr>
            <a:xfrm>
              <a:off x="1639245" y="6058413"/>
              <a:ext cx="185600" cy="472193"/>
              <a:chOff x="4422775" y="2198688"/>
              <a:chExt cx="292100" cy="742950"/>
            </a:xfrm>
            <a:solidFill>
              <a:schemeClr val="bg2"/>
            </a:solidFill>
          </p:grpSpPr>
          <p:sp>
            <p:nvSpPr>
              <p:cNvPr id="71" name="Freeform 12"/>
              <p:cNvSpPr>
                <a:spLocks/>
              </p:cNvSpPr>
              <p:nvPr/>
            </p:nvSpPr>
            <p:spPr bwMode="auto">
              <a:xfrm>
                <a:off x="4422775" y="2325688"/>
                <a:ext cx="292100" cy="615950"/>
              </a:xfrm>
              <a:custGeom>
                <a:avLst/>
                <a:gdLst>
                  <a:gd name="T0" fmla="*/ 59 w 78"/>
                  <a:gd name="T1" fmla="*/ 0 h 164"/>
                  <a:gd name="T2" fmla="*/ 20 w 78"/>
                  <a:gd name="T3" fmla="*/ 0 h 164"/>
                  <a:gd name="T4" fmla="*/ 0 w 78"/>
                  <a:gd name="T5" fmla="*/ 16 h 164"/>
                  <a:gd name="T6" fmla="*/ 0 w 78"/>
                  <a:gd name="T7" fmla="*/ 16 h 164"/>
                  <a:gd name="T8" fmla="*/ 0 w 78"/>
                  <a:gd name="T9" fmla="*/ 19 h 164"/>
                  <a:gd name="T10" fmla="*/ 0 w 78"/>
                  <a:gd name="T11" fmla="*/ 74 h 164"/>
                  <a:gd name="T12" fmla="*/ 7 w 78"/>
                  <a:gd name="T13" fmla="*/ 80 h 164"/>
                  <a:gd name="T14" fmla="*/ 13 w 78"/>
                  <a:gd name="T15" fmla="*/ 74 h 164"/>
                  <a:gd name="T16" fmla="*/ 13 w 78"/>
                  <a:gd name="T17" fmla="*/ 26 h 164"/>
                  <a:gd name="T18" fmla="*/ 19 w 78"/>
                  <a:gd name="T19" fmla="*/ 26 h 164"/>
                  <a:gd name="T20" fmla="*/ 19 w 78"/>
                  <a:gd name="T21" fmla="*/ 72 h 164"/>
                  <a:gd name="T22" fmla="*/ 19 w 78"/>
                  <a:gd name="T23" fmla="*/ 73 h 164"/>
                  <a:gd name="T24" fmla="*/ 19 w 78"/>
                  <a:gd name="T25" fmla="*/ 154 h 164"/>
                  <a:gd name="T26" fmla="*/ 28 w 78"/>
                  <a:gd name="T27" fmla="*/ 164 h 164"/>
                  <a:gd name="T28" fmla="*/ 37 w 78"/>
                  <a:gd name="T29" fmla="*/ 154 h 164"/>
                  <a:gd name="T30" fmla="*/ 37 w 78"/>
                  <a:gd name="T31" fmla="*/ 83 h 164"/>
                  <a:gd name="T32" fmla="*/ 41 w 78"/>
                  <a:gd name="T33" fmla="*/ 83 h 164"/>
                  <a:gd name="T34" fmla="*/ 41 w 78"/>
                  <a:gd name="T35" fmla="*/ 154 h 164"/>
                  <a:gd name="T36" fmla="*/ 50 w 78"/>
                  <a:gd name="T37" fmla="*/ 164 h 164"/>
                  <a:gd name="T38" fmla="*/ 59 w 78"/>
                  <a:gd name="T39" fmla="*/ 154 h 164"/>
                  <a:gd name="T40" fmla="*/ 59 w 78"/>
                  <a:gd name="T41" fmla="*/ 72 h 164"/>
                  <a:gd name="T42" fmla="*/ 59 w 78"/>
                  <a:gd name="T43" fmla="*/ 71 h 164"/>
                  <a:gd name="T44" fmla="*/ 59 w 78"/>
                  <a:gd name="T45" fmla="*/ 26 h 164"/>
                  <a:gd name="T46" fmla="*/ 64 w 78"/>
                  <a:gd name="T47" fmla="*/ 26 h 164"/>
                  <a:gd name="T48" fmla="*/ 64 w 78"/>
                  <a:gd name="T49" fmla="*/ 74 h 164"/>
                  <a:gd name="T50" fmla="*/ 71 w 78"/>
                  <a:gd name="T51" fmla="*/ 80 h 164"/>
                  <a:gd name="T52" fmla="*/ 78 w 78"/>
                  <a:gd name="T53" fmla="*/ 74 h 164"/>
                  <a:gd name="T54" fmla="*/ 78 w 78"/>
                  <a:gd name="T55" fmla="*/ 19 h 164"/>
                  <a:gd name="T56" fmla="*/ 78 w 78"/>
                  <a:gd name="T57" fmla="*/ 16 h 164"/>
                  <a:gd name="T58" fmla="*/ 78 w 78"/>
                  <a:gd name="T59" fmla="*/ 15 h 164"/>
                  <a:gd name="T60" fmla="*/ 59 w 78"/>
                  <a:gd name="T61"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8" h="164">
                    <a:moveTo>
                      <a:pt x="59" y="0"/>
                    </a:moveTo>
                    <a:cubicBezTo>
                      <a:pt x="20" y="0"/>
                      <a:pt x="20" y="0"/>
                      <a:pt x="20" y="0"/>
                    </a:cubicBezTo>
                    <a:cubicBezTo>
                      <a:pt x="6" y="0"/>
                      <a:pt x="0" y="12"/>
                      <a:pt x="0" y="16"/>
                    </a:cubicBezTo>
                    <a:cubicBezTo>
                      <a:pt x="0" y="16"/>
                      <a:pt x="0" y="16"/>
                      <a:pt x="0" y="16"/>
                    </a:cubicBezTo>
                    <a:cubicBezTo>
                      <a:pt x="0" y="19"/>
                      <a:pt x="0" y="19"/>
                      <a:pt x="0" y="19"/>
                    </a:cubicBezTo>
                    <a:cubicBezTo>
                      <a:pt x="0" y="74"/>
                      <a:pt x="0" y="74"/>
                      <a:pt x="0" y="74"/>
                    </a:cubicBezTo>
                    <a:cubicBezTo>
                      <a:pt x="0" y="77"/>
                      <a:pt x="3" y="80"/>
                      <a:pt x="7" y="80"/>
                    </a:cubicBezTo>
                    <a:cubicBezTo>
                      <a:pt x="10" y="80"/>
                      <a:pt x="13" y="77"/>
                      <a:pt x="13" y="74"/>
                    </a:cubicBezTo>
                    <a:cubicBezTo>
                      <a:pt x="13" y="26"/>
                      <a:pt x="13" y="26"/>
                      <a:pt x="13" y="26"/>
                    </a:cubicBezTo>
                    <a:cubicBezTo>
                      <a:pt x="19" y="26"/>
                      <a:pt x="19" y="26"/>
                      <a:pt x="19" y="26"/>
                    </a:cubicBezTo>
                    <a:cubicBezTo>
                      <a:pt x="19" y="72"/>
                      <a:pt x="19" y="72"/>
                      <a:pt x="19" y="72"/>
                    </a:cubicBezTo>
                    <a:cubicBezTo>
                      <a:pt x="19" y="72"/>
                      <a:pt x="19" y="73"/>
                      <a:pt x="19" y="73"/>
                    </a:cubicBezTo>
                    <a:cubicBezTo>
                      <a:pt x="19" y="154"/>
                      <a:pt x="19" y="154"/>
                      <a:pt x="19" y="154"/>
                    </a:cubicBezTo>
                    <a:cubicBezTo>
                      <a:pt x="19" y="159"/>
                      <a:pt x="23" y="164"/>
                      <a:pt x="28" y="164"/>
                    </a:cubicBezTo>
                    <a:cubicBezTo>
                      <a:pt x="33" y="164"/>
                      <a:pt x="37" y="159"/>
                      <a:pt x="37" y="154"/>
                    </a:cubicBezTo>
                    <a:cubicBezTo>
                      <a:pt x="37" y="83"/>
                      <a:pt x="37" y="83"/>
                      <a:pt x="37" y="83"/>
                    </a:cubicBezTo>
                    <a:cubicBezTo>
                      <a:pt x="41" y="83"/>
                      <a:pt x="41" y="83"/>
                      <a:pt x="41" y="83"/>
                    </a:cubicBezTo>
                    <a:cubicBezTo>
                      <a:pt x="41" y="154"/>
                      <a:pt x="41" y="154"/>
                      <a:pt x="41" y="154"/>
                    </a:cubicBezTo>
                    <a:cubicBezTo>
                      <a:pt x="41" y="159"/>
                      <a:pt x="45" y="164"/>
                      <a:pt x="50" y="164"/>
                    </a:cubicBezTo>
                    <a:cubicBezTo>
                      <a:pt x="55" y="164"/>
                      <a:pt x="59" y="159"/>
                      <a:pt x="59" y="154"/>
                    </a:cubicBezTo>
                    <a:cubicBezTo>
                      <a:pt x="59" y="72"/>
                      <a:pt x="59" y="72"/>
                      <a:pt x="59" y="72"/>
                    </a:cubicBezTo>
                    <a:cubicBezTo>
                      <a:pt x="59" y="71"/>
                      <a:pt x="59" y="71"/>
                      <a:pt x="59" y="71"/>
                    </a:cubicBezTo>
                    <a:cubicBezTo>
                      <a:pt x="59" y="26"/>
                      <a:pt x="59" y="26"/>
                      <a:pt x="59" y="26"/>
                    </a:cubicBezTo>
                    <a:cubicBezTo>
                      <a:pt x="64" y="26"/>
                      <a:pt x="64" y="26"/>
                      <a:pt x="64" y="26"/>
                    </a:cubicBezTo>
                    <a:cubicBezTo>
                      <a:pt x="64" y="74"/>
                      <a:pt x="64" y="74"/>
                      <a:pt x="64" y="74"/>
                    </a:cubicBezTo>
                    <a:cubicBezTo>
                      <a:pt x="64" y="77"/>
                      <a:pt x="67" y="80"/>
                      <a:pt x="71" y="80"/>
                    </a:cubicBezTo>
                    <a:cubicBezTo>
                      <a:pt x="75" y="80"/>
                      <a:pt x="78" y="77"/>
                      <a:pt x="78" y="74"/>
                    </a:cubicBezTo>
                    <a:cubicBezTo>
                      <a:pt x="78" y="19"/>
                      <a:pt x="78" y="19"/>
                      <a:pt x="78" y="19"/>
                    </a:cubicBezTo>
                    <a:cubicBezTo>
                      <a:pt x="78" y="16"/>
                      <a:pt x="78" y="16"/>
                      <a:pt x="78" y="16"/>
                    </a:cubicBezTo>
                    <a:cubicBezTo>
                      <a:pt x="78" y="15"/>
                      <a:pt x="78" y="15"/>
                      <a:pt x="78" y="15"/>
                    </a:cubicBezTo>
                    <a:cubicBezTo>
                      <a:pt x="78" y="10"/>
                      <a:pt x="72" y="0"/>
                      <a:pt x="59"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8224" tIns="24112" rIns="48224" bIns="24112" numCol="1" anchor="t" anchorCtr="0" compatLnSpc="1">
                <a:prstTxWarp prst="textNoShape">
                  <a:avLst/>
                </a:prstTxWarp>
              </a:bodyPr>
              <a:lstStyle/>
              <a:p>
                <a:pPr algn="just">
                  <a:lnSpc>
                    <a:spcPct val="120000"/>
                  </a:lnSpc>
                </a:pPr>
                <a:endParaRPr lang="en-US" sz="7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2" name="Oval 13"/>
              <p:cNvSpPr>
                <a:spLocks noChangeArrowheads="1"/>
              </p:cNvSpPr>
              <p:nvPr/>
            </p:nvSpPr>
            <p:spPr bwMode="auto">
              <a:xfrm>
                <a:off x="4511675" y="2198688"/>
                <a:ext cx="115888" cy="115888"/>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8224" tIns="24112" rIns="48224" bIns="24112" numCol="1" anchor="t" anchorCtr="0" compatLnSpc="1">
                <a:prstTxWarp prst="textNoShape">
                  <a:avLst/>
                </a:prstTxWarp>
              </a:bodyPr>
              <a:lstStyle/>
              <a:p>
                <a:pPr algn="just">
                  <a:lnSpc>
                    <a:spcPct val="120000"/>
                  </a:lnSpc>
                </a:pPr>
                <a:endParaRPr lang="en-US" sz="7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sp>
        <p:nvSpPr>
          <p:cNvPr id="73" name="TextBox 72"/>
          <p:cNvSpPr txBox="1"/>
          <p:nvPr/>
        </p:nvSpPr>
        <p:spPr>
          <a:xfrm>
            <a:off x="6940327" y="3323564"/>
            <a:ext cx="503300" cy="231896"/>
          </a:xfrm>
          <a:prstGeom prst="rect">
            <a:avLst/>
          </a:prstGeom>
          <a:noFill/>
        </p:spPr>
        <p:txBody>
          <a:bodyPr wrap="none" lIns="65034" tIns="32517" rIns="65034" bIns="32517" rtlCol="0">
            <a:spAutoFit/>
          </a:bodyPr>
          <a:lstStyle/>
          <a:p>
            <a:pPr>
              <a:lnSpc>
                <a:spcPct val="120000"/>
              </a:lnSpc>
            </a:pPr>
            <a:r>
              <a:rPr lang="en-US" sz="900" b="1"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1.234K</a:t>
            </a:r>
            <a:endParaRPr lang="en-GB" sz="900" b="1"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4" name="TextBox 73"/>
          <p:cNvSpPr txBox="1"/>
          <p:nvPr/>
        </p:nvSpPr>
        <p:spPr>
          <a:xfrm>
            <a:off x="6940607" y="3510056"/>
            <a:ext cx="714933" cy="231896"/>
          </a:xfrm>
          <a:prstGeom prst="rect">
            <a:avLst/>
          </a:prstGeom>
          <a:noFill/>
        </p:spPr>
        <p:txBody>
          <a:bodyPr wrap="none" lIns="65034" tIns="32517" rIns="65034" bIns="32517" rtlCol="0">
            <a:spAutoFit/>
          </a:bodyPr>
          <a:lstStyle/>
          <a:p>
            <a:pPr>
              <a:lnSpc>
                <a:spcPct val="120000"/>
              </a:lnSpc>
            </a:pPr>
            <a:r>
              <a:rPr lang="en-US" sz="9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Male Users</a:t>
            </a:r>
            <a:endParaRPr lang="en-GB" sz="9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5" name="TextBox 74"/>
          <p:cNvSpPr txBox="1"/>
          <p:nvPr/>
        </p:nvSpPr>
        <p:spPr>
          <a:xfrm>
            <a:off x="6953305" y="3993745"/>
            <a:ext cx="503300" cy="231896"/>
          </a:xfrm>
          <a:prstGeom prst="rect">
            <a:avLst/>
          </a:prstGeom>
          <a:noFill/>
        </p:spPr>
        <p:txBody>
          <a:bodyPr wrap="none" lIns="65034" tIns="32517" rIns="65034" bIns="32517" rtlCol="0">
            <a:spAutoFit/>
          </a:bodyPr>
          <a:lstStyle/>
          <a:p>
            <a:pPr>
              <a:lnSpc>
                <a:spcPct val="120000"/>
              </a:lnSpc>
            </a:pPr>
            <a:r>
              <a:rPr lang="en-US" sz="900" b="1"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1.234K</a:t>
            </a:r>
            <a:endParaRPr lang="en-GB" sz="900" b="1"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6" name="TextBox 75"/>
          <p:cNvSpPr txBox="1"/>
          <p:nvPr/>
        </p:nvSpPr>
        <p:spPr>
          <a:xfrm>
            <a:off x="6953919" y="4180235"/>
            <a:ext cx="849608" cy="231896"/>
          </a:xfrm>
          <a:prstGeom prst="rect">
            <a:avLst/>
          </a:prstGeom>
          <a:noFill/>
        </p:spPr>
        <p:txBody>
          <a:bodyPr wrap="none" lIns="65034" tIns="32517" rIns="65034" bIns="32517" rtlCol="0">
            <a:spAutoFit/>
          </a:bodyPr>
          <a:lstStyle/>
          <a:p>
            <a:pPr>
              <a:lnSpc>
                <a:spcPct val="120000"/>
              </a:lnSpc>
            </a:pPr>
            <a:r>
              <a:rPr lang="en-US" sz="9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Female Users</a:t>
            </a:r>
            <a:endParaRPr lang="en-GB" sz="9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54" name="图片 5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37905" y="61236"/>
            <a:ext cx="979629" cy="909108"/>
          </a:xfrm>
          <a:prstGeom prst="rect">
            <a:avLst/>
          </a:prstGeom>
        </p:spPr>
      </p:pic>
    </p:spTree>
    <p:extLst>
      <p:ext uri="{BB962C8B-B14F-4D97-AF65-F5344CB8AC3E}">
        <p14:creationId xmlns:p14="http://schemas.microsoft.com/office/powerpoint/2010/main" val="4270151557"/>
      </p:ext>
    </p:extLst>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childTnLst>
                          </p:cTn>
                        </p:par>
                        <p:par>
                          <p:cTn id="10" fill="hold">
                            <p:stCondLst>
                              <p:cond delay="500"/>
                            </p:stCondLst>
                            <p:childTnLst>
                              <p:par>
                                <p:cTn id="11" presetID="22" presetClass="entr" presetSubtype="8"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childTnLst>
                          </p:cTn>
                        </p:par>
                        <p:par>
                          <p:cTn id="14" fill="hold">
                            <p:stCondLst>
                              <p:cond delay="1000"/>
                            </p:stCondLst>
                            <p:childTnLst>
                              <p:par>
                                <p:cTn id="15" presetID="53" presetClass="entr" presetSubtype="16" fill="hold" grpId="0" nodeType="after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p:cTn id="17" dur="500" fill="hold"/>
                                        <p:tgtEl>
                                          <p:spTgt spid="21"/>
                                        </p:tgtEl>
                                        <p:attrNameLst>
                                          <p:attrName>ppt_w</p:attrName>
                                        </p:attrNameLst>
                                      </p:cBhvr>
                                      <p:tavLst>
                                        <p:tav tm="0">
                                          <p:val>
                                            <p:fltVal val="0"/>
                                          </p:val>
                                        </p:tav>
                                        <p:tav tm="100000">
                                          <p:val>
                                            <p:strVal val="#ppt_w"/>
                                          </p:val>
                                        </p:tav>
                                      </p:tavLst>
                                    </p:anim>
                                    <p:anim calcmode="lin" valueType="num">
                                      <p:cBhvr>
                                        <p:cTn id="18" dur="500" fill="hold"/>
                                        <p:tgtEl>
                                          <p:spTgt spid="21"/>
                                        </p:tgtEl>
                                        <p:attrNameLst>
                                          <p:attrName>ppt_h</p:attrName>
                                        </p:attrNameLst>
                                      </p:cBhvr>
                                      <p:tavLst>
                                        <p:tav tm="0">
                                          <p:val>
                                            <p:fltVal val="0"/>
                                          </p:val>
                                        </p:tav>
                                        <p:tav tm="100000">
                                          <p:val>
                                            <p:strVal val="#ppt_h"/>
                                          </p:val>
                                        </p:tav>
                                      </p:tavLst>
                                    </p:anim>
                                    <p:animEffect transition="in" filter="fade">
                                      <p:cBhvr>
                                        <p:cTn id="19" dur="500"/>
                                        <p:tgtEl>
                                          <p:spTgt spid="21"/>
                                        </p:tgtEl>
                                      </p:cBhvr>
                                    </p:animEffect>
                                  </p:childTnLst>
                                </p:cTn>
                              </p:par>
                            </p:childTnLst>
                          </p:cTn>
                        </p:par>
                        <p:par>
                          <p:cTn id="20" fill="hold">
                            <p:stCondLst>
                              <p:cond delay="1500"/>
                            </p:stCondLst>
                            <p:childTnLst>
                              <p:par>
                                <p:cTn id="21" presetID="53" presetClass="entr" presetSubtype="16" fill="hold" grpId="0" nodeType="afterEffect">
                                  <p:stCondLst>
                                    <p:cond delay="0"/>
                                  </p:stCondLst>
                                  <p:childTnLst>
                                    <p:set>
                                      <p:cBhvr>
                                        <p:cTn id="22" dur="1" fill="hold">
                                          <p:stCondLst>
                                            <p:cond delay="0"/>
                                          </p:stCondLst>
                                        </p:cTn>
                                        <p:tgtEl>
                                          <p:spTgt spid="25"/>
                                        </p:tgtEl>
                                        <p:attrNameLst>
                                          <p:attrName>style.visibility</p:attrName>
                                        </p:attrNameLst>
                                      </p:cBhvr>
                                      <p:to>
                                        <p:strVal val="visible"/>
                                      </p:to>
                                    </p:set>
                                    <p:anim calcmode="lin" valueType="num">
                                      <p:cBhvr>
                                        <p:cTn id="23" dur="500" fill="hold"/>
                                        <p:tgtEl>
                                          <p:spTgt spid="25"/>
                                        </p:tgtEl>
                                        <p:attrNameLst>
                                          <p:attrName>ppt_w</p:attrName>
                                        </p:attrNameLst>
                                      </p:cBhvr>
                                      <p:tavLst>
                                        <p:tav tm="0">
                                          <p:val>
                                            <p:fltVal val="0"/>
                                          </p:val>
                                        </p:tav>
                                        <p:tav tm="100000">
                                          <p:val>
                                            <p:strVal val="#ppt_w"/>
                                          </p:val>
                                        </p:tav>
                                      </p:tavLst>
                                    </p:anim>
                                    <p:anim calcmode="lin" valueType="num">
                                      <p:cBhvr>
                                        <p:cTn id="24" dur="500" fill="hold"/>
                                        <p:tgtEl>
                                          <p:spTgt spid="25"/>
                                        </p:tgtEl>
                                        <p:attrNameLst>
                                          <p:attrName>ppt_h</p:attrName>
                                        </p:attrNameLst>
                                      </p:cBhvr>
                                      <p:tavLst>
                                        <p:tav tm="0">
                                          <p:val>
                                            <p:fltVal val="0"/>
                                          </p:val>
                                        </p:tav>
                                        <p:tav tm="100000">
                                          <p:val>
                                            <p:strVal val="#ppt_h"/>
                                          </p:val>
                                        </p:tav>
                                      </p:tavLst>
                                    </p:anim>
                                    <p:animEffect transition="in" filter="fade">
                                      <p:cBhvr>
                                        <p:cTn id="25" dur="500"/>
                                        <p:tgtEl>
                                          <p:spTgt spid="25"/>
                                        </p:tgtEl>
                                      </p:cBhvr>
                                    </p:animEffect>
                                  </p:childTnLst>
                                </p:cTn>
                              </p:par>
                            </p:childTnLst>
                          </p:cTn>
                        </p:par>
                        <p:par>
                          <p:cTn id="26" fill="hold">
                            <p:stCondLst>
                              <p:cond delay="2000"/>
                            </p:stCondLst>
                            <p:childTnLst>
                              <p:par>
                                <p:cTn id="27" presetID="22" presetClass="entr" presetSubtype="8" fill="hold" nodeType="after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wipe(left)">
                                      <p:cBhvr>
                                        <p:cTn id="29" dur="500"/>
                                        <p:tgtEl>
                                          <p:spTgt spid="3"/>
                                        </p:tgtEl>
                                      </p:cBhvr>
                                    </p:animEffect>
                                  </p:childTnLst>
                                </p:cTn>
                              </p:par>
                            </p:childTnLst>
                          </p:cTn>
                        </p:par>
                        <p:par>
                          <p:cTn id="30" fill="hold">
                            <p:stCondLst>
                              <p:cond delay="2500"/>
                            </p:stCondLst>
                            <p:childTnLst>
                              <p:par>
                                <p:cTn id="31" presetID="22" presetClass="entr" presetSubtype="8" fill="hold" nodeType="after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wipe(left)">
                                      <p:cBhvr>
                                        <p:cTn id="33" dur="500"/>
                                        <p:tgtEl>
                                          <p:spTgt spid="4"/>
                                        </p:tgtEl>
                                      </p:cBhvr>
                                    </p:animEffect>
                                  </p:childTnLst>
                                </p:cTn>
                              </p:par>
                            </p:childTnLst>
                          </p:cTn>
                        </p:par>
                        <p:par>
                          <p:cTn id="34" fill="hold">
                            <p:stCondLst>
                              <p:cond delay="3000"/>
                            </p:stCondLst>
                            <p:childTnLst>
                              <p:par>
                                <p:cTn id="35" presetID="49" presetClass="entr" presetSubtype="0" decel="100000" fill="hold" nodeType="afterEffect">
                                  <p:stCondLst>
                                    <p:cond delay="0"/>
                                  </p:stCondLst>
                                  <p:childTnLst>
                                    <p:set>
                                      <p:cBhvr>
                                        <p:cTn id="36" dur="1" fill="hold">
                                          <p:stCondLst>
                                            <p:cond delay="0"/>
                                          </p:stCondLst>
                                        </p:cTn>
                                        <p:tgtEl>
                                          <p:spTgt spid="5"/>
                                        </p:tgtEl>
                                        <p:attrNameLst>
                                          <p:attrName>style.visibility</p:attrName>
                                        </p:attrNameLst>
                                      </p:cBhvr>
                                      <p:to>
                                        <p:strVal val="visible"/>
                                      </p:to>
                                    </p:set>
                                    <p:anim calcmode="lin" valueType="num">
                                      <p:cBhvr>
                                        <p:cTn id="37" dur="500" fill="hold"/>
                                        <p:tgtEl>
                                          <p:spTgt spid="5"/>
                                        </p:tgtEl>
                                        <p:attrNameLst>
                                          <p:attrName>ppt_w</p:attrName>
                                        </p:attrNameLst>
                                      </p:cBhvr>
                                      <p:tavLst>
                                        <p:tav tm="0">
                                          <p:val>
                                            <p:fltVal val="0"/>
                                          </p:val>
                                        </p:tav>
                                        <p:tav tm="100000">
                                          <p:val>
                                            <p:strVal val="#ppt_w"/>
                                          </p:val>
                                        </p:tav>
                                      </p:tavLst>
                                    </p:anim>
                                    <p:anim calcmode="lin" valueType="num">
                                      <p:cBhvr>
                                        <p:cTn id="38" dur="500" fill="hold"/>
                                        <p:tgtEl>
                                          <p:spTgt spid="5"/>
                                        </p:tgtEl>
                                        <p:attrNameLst>
                                          <p:attrName>ppt_h</p:attrName>
                                        </p:attrNameLst>
                                      </p:cBhvr>
                                      <p:tavLst>
                                        <p:tav tm="0">
                                          <p:val>
                                            <p:fltVal val="0"/>
                                          </p:val>
                                        </p:tav>
                                        <p:tav tm="100000">
                                          <p:val>
                                            <p:strVal val="#ppt_h"/>
                                          </p:val>
                                        </p:tav>
                                      </p:tavLst>
                                    </p:anim>
                                    <p:anim calcmode="lin" valueType="num">
                                      <p:cBhvr>
                                        <p:cTn id="39" dur="500" fill="hold"/>
                                        <p:tgtEl>
                                          <p:spTgt spid="5"/>
                                        </p:tgtEl>
                                        <p:attrNameLst>
                                          <p:attrName>style.rotation</p:attrName>
                                        </p:attrNameLst>
                                      </p:cBhvr>
                                      <p:tavLst>
                                        <p:tav tm="0">
                                          <p:val>
                                            <p:fltVal val="360"/>
                                          </p:val>
                                        </p:tav>
                                        <p:tav tm="100000">
                                          <p:val>
                                            <p:fltVal val="0"/>
                                          </p:val>
                                        </p:tav>
                                      </p:tavLst>
                                    </p:anim>
                                    <p:animEffect transition="in" filter="fade">
                                      <p:cBhvr>
                                        <p:cTn id="40" dur="500"/>
                                        <p:tgtEl>
                                          <p:spTgt spid="5"/>
                                        </p:tgtEl>
                                      </p:cBhvr>
                                    </p:animEffect>
                                  </p:childTnLst>
                                </p:cTn>
                              </p:par>
                            </p:childTnLst>
                          </p:cTn>
                        </p:par>
                        <p:par>
                          <p:cTn id="41" fill="hold">
                            <p:stCondLst>
                              <p:cond delay="3500"/>
                            </p:stCondLst>
                            <p:childTnLst>
                              <p:par>
                                <p:cTn id="42" presetID="49" presetClass="entr" presetSubtype="0" decel="100000" fill="hold" nodeType="afterEffect">
                                  <p:stCondLst>
                                    <p:cond delay="0"/>
                                  </p:stCondLst>
                                  <p:childTnLst>
                                    <p:set>
                                      <p:cBhvr>
                                        <p:cTn id="43" dur="1" fill="hold">
                                          <p:stCondLst>
                                            <p:cond delay="0"/>
                                          </p:stCondLst>
                                        </p:cTn>
                                        <p:tgtEl>
                                          <p:spTgt spid="6"/>
                                        </p:tgtEl>
                                        <p:attrNameLst>
                                          <p:attrName>style.visibility</p:attrName>
                                        </p:attrNameLst>
                                      </p:cBhvr>
                                      <p:to>
                                        <p:strVal val="visible"/>
                                      </p:to>
                                    </p:set>
                                    <p:anim calcmode="lin" valueType="num">
                                      <p:cBhvr>
                                        <p:cTn id="44" dur="500" fill="hold"/>
                                        <p:tgtEl>
                                          <p:spTgt spid="6"/>
                                        </p:tgtEl>
                                        <p:attrNameLst>
                                          <p:attrName>ppt_w</p:attrName>
                                        </p:attrNameLst>
                                      </p:cBhvr>
                                      <p:tavLst>
                                        <p:tav tm="0">
                                          <p:val>
                                            <p:fltVal val="0"/>
                                          </p:val>
                                        </p:tav>
                                        <p:tav tm="100000">
                                          <p:val>
                                            <p:strVal val="#ppt_w"/>
                                          </p:val>
                                        </p:tav>
                                      </p:tavLst>
                                    </p:anim>
                                    <p:anim calcmode="lin" valueType="num">
                                      <p:cBhvr>
                                        <p:cTn id="45" dur="500" fill="hold"/>
                                        <p:tgtEl>
                                          <p:spTgt spid="6"/>
                                        </p:tgtEl>
                                        <p:attrNameLst>
                                          <p:attrName>ppt_h</p:attrName>
                                        </p:attrNameLst>
                                      </p:cBhvr>
                                      <p:tavLst>
                                        <p:tav tm="0">
                                          <p:val>
                                            <p:fltVal val="0"/>
                                          </p:val>
                                        </p:tav>
                                        <p:tav tm="100000">
                                          <p:val>
                                            <p:strVal val="#ppt_h"/>
                                          </p:val>
                                        </p:tav>
                                      </p:tavLst>
                                    </p:anim>
                                    <p:anim calcmode="lin" valueType="num">
                                      <p:cBhvr>
                                        <p:cTn id="46" dur="500" fill="hold"/>
                                        <p:tgtEl>
                                          <p:spTgt spid="6"/>
                                        </p:tgtEl>
                                        <p:attrNameLst>
                                          <p:attrName>style.rotation</p:attrName>
                                        </p:attrNameLst>
                                      </p:cBhvr>
                                      <p:tavLst>
                                        <p:tav tm="0">
                                          <p:val>
                                            <p:fltVal val="360"/>
                                          </p:val>
                                        </p:tav>
                                        <p:tav tm="100000">
                                          <p:val>
                                            <p:fltVal val="0"/>
                                          </p:val>
                                        </p:tav>
                                      </p:tavLst>
                                    </p:anim>
                                    <p:animEffect transition="in" filter="fade">
                                      <p:cBhvr>
                                        <p:cTn id="47" dur="500"/>
                                        <p:tgtEl>
                                          <p:spTgt spid="6"/>
                                        </p:tgtEl>
                                      </p:cBhvr>
                                    </p:animEffect>
                                  </p:childTnLst>
                                </p:cTn>
                              </p:par>
                            </p:childTnLst>
                          </p:cTn>
                        </p:par>
                        <p:par>
                          <p:cTn id="48" fill="hold">
                            <p:stCondLst>
                              <p:cond delay="4000"/>
                            </p:stCondLst>
                            <p:childTnLst>
                              <p:par>
                                <p:cTn id="49" presetID="49" presetClass="entr" presetSubtype="0" decel="100000" fill="hold" grpId="0" nodeType="afterEffect">
                                  <p:stCondLst>
                                    <p:cond delay="0"/>
                                  </p:stCondLst>
                                  <p:childTnLst>
                                    <p:set>
                                      <p:cBhvr>
                                        <p:cTn id="50" dur="1" fill="hold">
                                          <p:stCondLst>
                                            <p:cond delay="0"/>
                                          </p:stCondLst>
                                        </p:cTn>
                                        <p:tgtEl>
                                          <p:spTgt spid="51"/>
                                        </p:tgtEl>
                                        <p:attrNameLst>
                                          <p:attrName>style.visibility</p:attrName>
                                        </p:attrNameLst>
                                      </p:cBhvr>
                                      <p:to>
                                        <p:strVal val="visible"/>
                                      </p:to>
                                    </p:set>
                                    <p:anim calcmode="lin" valueType="num">
                                      <p:cBhvr>
                                        <p:cTn id="51" dur="500" fill="hold"/>
                                        <p:tgtEl>
                                          <p:spTgt spid="51"/>
                                        </p:tgtEl>
                                        <p:attrNameLst>
                                          <p:attrName>ppt_w</p:attrName>
                                        </p:attrNameLst>
                                      </p:cBhvr>
                                      <p:tavLst>
                                        <p:tav tm="0">
                                          <p:val>
                                            <p:fltVal val="0"/>
                                          </p:val>
                                        </p:tav>
                                        <p:tav tm="100000">
                                          <p:val>
                                            <p:strVal val="#ppt_w"/>
                                          </p:val>
                                        </p:tav>
                                      </p:tavLst>
                                    </p:anim>
                                    <p:anim calcmode="lin" valueType="num">
                                      <p:cBhvr>
                                        <p:cTn id="52" dur="500" fill="hold"/>
                                        <p:tgtEl>
                                          <p:spTgt spid="51"/>
                                        </p:tgtEl>
                                        <p:attrNameLst>
                                          <p:attrName>ppt_h</p:attrName>
                                        </p:attrNameLst>
                                      </p:cBhvr>
                                      <p:tavLst>
                                        <p:tav tm="0">
                                          <p:val>
                                            <p:fltVal val="0"/>
                                          </p:val>
                                        </p:tav>
                                        <p:tav tm="100000">
                                          <p:val>
                                            <p:strVal val="#ppt_h"/>
                                          </p:val>
                                        </p:tav>
                                      </p:tavLst>
                                    </p:anim>
                                    <p:anim calcmode="lin" valueType="num">
                                      <p:cBhvr>
                                        <p:cTn id="53" dur="500" fill="hold"/>
                                        <p:tgtEl>
                                          <p:spTgt spid="51"/>
                                        </p:tgtEl>
                                        <p:attrNameLst>
                                          <p:attrName>style.rotation</p:attrName>
                                        </p:attrNameLst>
                                      </p:cBhvr>
                                      <p:tavLst>
                                        <p:tav tm="0">
                                          <p:val>
                                            <p:fltVal val="360"/>
                                          </p:val>
                                        </p:tav>
                                        <p:tav tm="100000">
                                          <p:val>
                                            <p:fltVal val="0"/>
                                          </p:val>
                                        </p:tav>
                                      </p:tavLst>
                                    </p:anim>
                                    <p:animEffect transition="in" filter="fade">
                                      <p:cBhvr>
                                        <p:cTn id="54" dur="500"/>
                                        <p:tgtEl>
                                          <p:spTgt spid="51"/>
                                        </p:tgtEl>
                                      </p:cBhvr>
                                    </p:animEffect>
                                  </p:childTnLst>
                                </p:cTn>
                              </p:par>
                            </p:childTnLst>
                          </p:cTn>
                        </p:par>
                        <p:par>
                          <p:cTn id="55" fill="hold">
                            <p:stCondLst>
                              <p:cond delay="4500"/>
                            </p:stCondLst>
                            <p:childTnLst>
                              <p:par>
                                <p:cTn id="56" presetID="49" presetClass="entr" presetSubtype="0" decel="100000" fill="hold" grpId="0" nodeType="afterEffect">
                                  <p:stCondLst>
                                    <p:cond delay="0"/>
                                  </p:stCondLst>
                                  <p:childTnLst>
                                    <p:set>
                                      <p:cBhvr>
                                        <p:cTn id="57" dur="1" fill="hold">
                                          <p:stCondLst>
                                            <p:cond delay="0"/>
                                          </p:stCondLst>
                                        </p:cTn>
                                        <p:tgtEl>
                                          <p:spTgt spid="46"/>
                                        </p:tgtEl>
                                        <p:attrNameLst>
                                          <p:attrName>style.visibility</p:attrName>
                                        </p:attrNameLst>
                                      </p:cBhvr>
                                      <p:to>
                                        <p:strVal val="visible"/>
                                      </p:to>
                                    </p:set>
                                    <p:anim calcmode="lin" valueType="num">
                                      <p:cBhvr>
                                        <p:cTn id="58" dur="500" fill="hold"/>
                                        <p:tgtEl>
                                          <p:spTgt spid="46"/>
                                        </p:tgtEl>
                                        <p:attrNameLst>
                                          <p:attrName>ppt_w</p:attrName>
                                        </p:attrNameLst>
                                      </p:cBhvr>
                                      <p:tavLst>
                                        <p:tav tm="0">
                                          <p:val>
                                            <p:fltVal val="0"/>
                                          </p:val>
                                        </p:tav>
                                        <p:tav tm="100000">
                                          <p:val>
                                            <p:strVal val="#ppt_w"/>
                                          </p:val>
                                        </p:tav>
                                      </p:tavLst>
                                    </p:anim>
                                    <p:anim calcmode="lin" valueType="num">
                                      <p:cBhvr>
                                        <p:cTn id="59" dur="500" fill="hold"/>
                                        <p:tgtEl>
                                          <p:spTgt spid="46"/>
                                        </p:tgtEl>
                                        <p:attrNameLst>
                                          <p:attrName>ppt_h</p:attrName>
                                        </p:attrNameLst>
                                      </p:cBhvr>
                                      <p:tavLst>
                                        <p:tav tm="0">
                                          <p:val>
                                            <p:fltVal val="0"/>
                                          </p:val>
                                        </p:tav>
                                        <p:tav tm="100000">
                                          <p:val>
                                            <p:strVal val="#ppt_h"/>
                                          </p:val>
                                        </p:tav>
                                      </p:tavLst>
                                    </p:anim>
                                    <p:anim calcmode="lin" valueType="num">
                                      <p:cBhvr>
                                        <p:cTn id="60" dur="500" fill="hold"/>
                                        <p:tgtEl>
                                          <p:spTgt spid="46"/>
                                        </p:tgtEl>
                                        <p:attrNameLst>
                                          <p:attrName>style.rotation</p:attrName>
                                        </p:attrNameLst>
                                      </p:cBhvr>
                                      <p:tavLst>
                                        <p:tav tm="0">
                                          <p:val>
                                            <p:fltVal val="360"/>
                                          </p:val>
                                        </p:tav>
                                        <p:tav tm="100000">
                                          <p:val>
                                            <p:fltVal val="0"/>
                                          </p:val>
                                        </p:tav>
                                      </p:tavLst>
                                    </p:anim>
                                    <p:animEffect transition="in" filter="fade">
                                      <p:cBhvr>
                                        <p:cTn id="61" dur="500"/>
                                        <p:tgtEl>
                                          <p:spTgt spid="46"/>
                                        </p:tgtEl>
                                      </p:cBhvr>
                                    </p:animEffect>
                                  </p:childTnLst>
                                </p:cTn>
                              </p:par>
                            </p:childTnLst>
                          </p:cTn>
                        </p:par>
                        <p:par>
                          <p:cTn id="62" fill="hold">
                            <p:stCondLst>
                              <p:cond delay="5000"/>
                            </p:stCondLst>
                            <p:childTnLst>
                              <p:par>
                                <p:cTn id="63" presetID="10" presetClass="entr" presetSubtype="0" fill="hold" nodeType="afterEffect">
                                  <p:stCondLst>
                                    <p:cond delay="0"/>
                                  </p:stCondLst>
                                  <p:childTnLst>
                                    <p:set>
                                      <p:cBhvr>
                                        <p:cTn id="64" dur="1" fill="hold">
                                          <p:stCondLst>
                                            <p:cond delay="0"/>
                                          </p:stCondLst>
                                        </p:cTn>
                                        <p:tgtEl>
                                          <p:spTgt spid="10"/>
                                        </p:tgtEl>
                                        <p:attrNameLst>
                                          <p:attrName>style.visibility</p:attrName>
                                        </p:attrNameLst>
                                      </p:cBhvr>
                                      <p:to>
                                        <p:strVal val="visible"/>
                                      </p:to>
                                    </p:set>
                                    <p:animEffect transition="in" filter="fade">
                                      <p:cBhvr>
                                        <p:cTn id="65" dur="500"/>
                                        <p:tgtEl>
                                          <p:spTgt spid="10"/>
                                        </p:tgtEl>
                                      </p:cBhvr>
                                    </p:animEffect>
                                  </p:childTnLst>
                                </p:cTn>
                              </p:par>
                            </p:childTnLst>
                          </p:cTn>
                        </p:par>
                        <p:par>
                          <p:cTn id="66" fill="hold">
                            <p:stCondLst>
                              <p:cond delay="5500"/>
                            </p:stCondLst>
                            <p:childTnLst>
                              <p:par>
                                <p:cTn id="67" presetID="10" presetClass="entr" presetSubtype="0" fill="hold" grpId="0" nodeType="afterEffect">
                                  <p:stCondLst>
                                    <p:cond delay="0"/>
                                  </p:stCondLst>
                                  <p:childTnLst>
                                    <p:set>
                                      <p:cBhvr>
                                        <p:cTn id="68" dur="1" fill="hold">
                                          <p:stCondLst>
                                            <p:cond delay="0"/>
                                          </p:stCondLst>
                                        </p:cTn>
                                        <p:tgtEl>
                                          <p:spTgt spid="73"/>
                                        </p:tgtEl>
                                        <p:attrNameLst>
                                          <p:attrName>style.visibility</p:attrName>
                                        </p:attrNameLst>
                                      </p:cBhvr>
                                      <p:to>
                                        <p:strVal val="visible"/>
                                      </p:to>
                                    </p:set>
                                    <p:animEffect transition="in" filter="fade">
                                      <p:cBhvr>
                                        <p:cTn id="69" dur="500"/>
                                        <p:tgtEl>
                                          <p:spTgt spid="73"/>
                                        </p:tgtEl>
                                      </p:cBhvr>
                                    </p:animEffect>
                                  </p:childTnLst>
                                </p:cTn>
                              </p:par>
                            </p:childTnLst>
                          </p:cTn>
                        </p:par>
                        <p:par>
                          <p:cTn id="70" fill="hold">
                            <p:stCondLst>
                              <p:cond delay="6000"/>
                            </p:stCondLst>
                            <p:childTnLst>
                              <p:par>
                                <p:cTn id="71" presetID="10" presetClass="entr" presetSubtype="0" fill="hold" grpId="0" nodeType="afterEffect">
                                  <p:stCondLst>
                                    <p:cond delay="0"/>
                                  </p:stCondLst>
                                  <p:childTnLst>
                                    <p:set>
                                      <p:cBhvr>
                                        <p:cTn id="72" dur="1" fill="hold">
                                          <p:stCondLst>
                                            <p:cond delay="0"/>
                                          </p:stCondLst>
                                        </p:cTn>
                                        <p:tgtEl>
                                          <p:spTgt spid="74"/>
                                        </p:tgtEl>
                                        <p:attrNameLst>
                                          <p:attrName>style.visibility</p:attrName>
                                        </p:attrNameLst>
                                      </p:cBhvr>
                                      <p:to>
                                        <p:strVal val="visible"/>
                                      </p:to>
                                    </p:set>
                                    <p:animEffect transition="in" filter="fade">
                                      <p:cBhvr>
                                        <p:cTn id="73" dur="500"/>
                                        <p:tgtEl>
                                          <p:spTgt spid="74"/>
                                        </p:tgtEl>
                                      </p:cBhvr>
                                    </p:animEffect>
                                  </p:childTnLst>
                                </p:cTn>
                              </p:par>
                            </p:childTnLst>
                          </p:cTn>
                        </p:par>
                        <p:par>
                          <p:cTn id="74" fill="hold">
                            <p:stCondLst>
                              <p:cond delay="6500"/>
                            </p:stCondLst>
                            <p:childTnLst>
                              <p:par>
                                <p:cTn id="75" presetID="10" presetClass="entr" presetSubtype="0" fill="hold" nodeType="afterEffect">
                                  <p:stCondLst>
                                    <p:cond delay="0"/>
                                  </p:stCondLst>
                                  <p:childTnLst>
                                    <p:set>
                                      <p:cBhvr>
                                        <p:cTn id="76" dur="1" fill="hold">
                                          <p:stCondLst>
                                            <p:cond delay="0"/>
                                          </p:stCondLst>
                                        </p:cTn>
                                        <p:tgtEl>
                                          <p:spTgt spid="8"/>
                                        </p:tgtEl>
                                        <p:attrNameLst>
                                          <p:attrName>style.visibility</p:attrName>
                                        </p:attrNameLst>
                                      </p:cBhvr>
                                      <p:to>
                                        <p:strVal val="visible"/>
                                      </p:to>
                                    </p:set>
                                    <p:animEffect transition="in" filter="fade">
                                      <p:cBhvr>
                                        <p:cTn id="77" dur="500"/>
                                        <p:tgtEl>
                                          <p:spTgt spid="8"/>
                                        </p:tgtEl>
                                      </p:cBhvr>
                                    </p:animEffect>
                                  </p:childTnLst>
                                </p:cTn>
                              </p:par>
                            </p:childTnLst>
                          </p:cTn>
                        </p:par>
                        <p:par>
                          <p:cTn id="78" fill="hold">
                            <p:stCondLst>
                              <p:cond delay="7000"/>
                            </p:stCondLst>
                            <p:childTnLst>
                              <p:par>
                                <p:cTn id="79" presetID="10" presetClass="entr" presetSubtype="0" fill="hold" grpId="0" nodeType="afterEffect">
                                  <p:stCondLst>
                                    <p:cond delay="0"/>
                                  </p:stCondLst>
                                  <p:childTnLst>
                                    <p:set>
                                      <p:cBhvr>
                                        <p:cTn id="80" dur="1" fill="hold">
                                          <p:stCondLst>
                                            <p:cond delay="0"/>
                                          </p:stCondLst>
                                        </p:cTn>
                                        <p:tgtEl>
                                          <p:spTgt spid="75"/>
                                        </p:tgtEl>
                                        <p:attrNameLst>
                                          <p:attrName>style.visibility</p:attrName>
                                        </p:attrNameLst>
                                      </p:cBhvr>
                                      <p:to>
                                        <p:strVal val="visible"/>
                                      </p:to>
                                    </p:set>
                                    <p:animEffect transition="in" filter="fade">
                                      <p:cBhvr>
                                        <p:cTn id="81" dur="500"/>
                                        <p:tgtEl>
                                          <p:spTgt spid="75"/>
                                        </p:tgtEl>
                                      </p:cBhvr>
                                    </p:animEffect>
                                  </p:childTnLst>
                                </p:cTn>
                              </p:par>
                            </p:childTnLst>
                          </p:cTn>
                        </p:par>
                        <p:par>
                          <p:cTn id="82" fill="hold">
                            <p:stCondLst>
                              <p:cond delay="7500"/>
                            </p:stCondLst>
                            <p:childTnLst>
                              <p:par>
                                <p:cTn id="83" presetID="10" presetClass="entr" presetSubtype="0" fill="hold" grpId="0" nodeType="afterEffect">
                                  <p:stCondLst>
                                    <p:cond delay="0"/>
                                  </p:stCondLst>
                                  <p:childTnLst>
                                    <p:set>
                                      <p:cBhvr>
                                        <p:cTn id="84" dur="1" fill="hold">
                                          <p:stCondLst>
                                            <p:cond delay="0"/>
                                          </p:stCondLst>
                                        </p:cTn>
                                        <p:tgtEl>
                                          <p:spTgt spid="76"/>
                                        </p:tgtEl>
                                        <p:attrNameLst>
                                          <p:attrName>style.visibility</p:attrName>
                                        </p:attrNameLst>
                                      </p:cBhvr>
                                      <p:to>
                                        <p:strVal val="visible"/>
                                      </p:to>
                                    </p:set>
                                    <p:animEffect transition="in" filter="fade">
                                      <p:cBhvr>
                                        <p:cTn id="85" dur="500"/>
                                        <p:tgtEl>
                                          <p:spTgt spid="76"/>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47"/>
                                        </p:tgtEl>
                                        <p:attrNameLst>
                                          <p:attrName>style.visibility</p:attrName>
                                        </p:attrNameLst>
                                      </p:cBhvr>
                                      <p:to>
                                        <p:strVal val="visible"/>
                                      </p:to>
                                    </p:set>
                                    <p:animEffect transition="in" filter="wipe(left)">
                                      <p:cBhvr>
                                        <p:cTn id="90" dur="500"/>
                                        <p:tgtEl>
                                          <p:spTgt spid="47"/>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53"/>
                                        </p:tgtEl>
                                        <p:attrNameLst>
                                          <p:attrName>style.visibility</p:attrName>
                                        </p:attrNameLst>
                                      </p:cBhvr>
                                      <p:to>
                                        <p:strVal val="visible"/>
                                      </p:to>
                                    </p:set>
                                    <p:animEffect transition="in" filter="wipe(left)">
                                      <p:cBhvr>
                                        <p:cTn id="95" dur="500"/>
                                        <p:tgtEl>
                                          <p:spTgt spid="53"/>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grpId="0" nodeType="clickEffect">
                                  <p:stCondLst>
                                    <p:cond delay="0"/>
                                  </p:stCondLst>
                                  <p:childTnLst>
                                    <p:set>
                                      <p:cBhvr>
                                        <p:cTn id="99" dur="1" fill="hold">
                                          <p:stCondLst>
                                            <p:cond delay="0"/>
                                          </p:stCondLst>
                                        </p:cTn>
                                        <p:tgtEl>
                                          <p:spTgt spid="52"/>
                                        </p:tgtEl>
                                        <p:attrNameLst>
                                          <p:attrName>style.visibility</p:attrName>
                                        </p:attrNameLst>
                                      </p:cBhvr>
                                      <p:to>
                                        <p:strVal val="visible"/>
                                      </p:to>
                                    </p:set>
                                    <p:animEffect transition="in" filter="wipe(left)">
                                      <p:cBhvr>
                                        <p:cTn id="100"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52" grpId="0" animBg="1"/>
      <p:bldP spid="47" grpId="0" animBg="1"/>
      <p:bldP spid="17" grpId="0"/>
      <p:bldP spid="21" grpId="0"/>
      <p:bldP spid="25" grpId="0"/>
      <p:bldP spid="46" grpId="0" animBg="1"/>
      <p:bldP spid="51" grpId="0" animBg="1"/>
      <p:bldP spid="73" grpId="0"/>
      <p:bldP spid="74" grpId="0"/>
      <p:bldP spid="75" grpId="0"/>
      <p:bldP spid="7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xmlns="" id="{D49E64B1-842D-4219-8021-A95FCD05CB47}"/>
              </a:ext>
            </a:extLst>
          </p:cNvPr>
          <p:cNvSpPr/>
          <p:nvPr/>
        </p:nvSpPr>
        <p:spPr>
          <a:xfrm rot="1400643">
            <a:off x="7138708" y="2513178"/>
            <a:ext cx="4409840" cy="1009813"/>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矩形 19">
            <a:extLst>
              <a:ext uri="{FF2B5EF4-FFF2-40B4-BE49-F238E27FC236}">
                <a16:creationId xmlns:a16="http://schemas.microsoft.com/office/drawing/2014/main" xmlns="" id="{34B68B05-CD0D-4921-9F1A-0C326B5B7453}"/>
              </a:ext>
            </a:extLst>
          </p:cNvPr>
          <p:cNvSpPr/>
          <p:nvPr/>
        </p:nvSpPr>
        <p:spPr>
          <a:xfrm rot="1400643">
            <a:off x="5343724" y="2523105"/>
            <a:ext cx="4409840" cy="1009813"/>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矩形 18">
            <a:extLst>
              <a:ext uri="{FF2B5EF4-FFF2-40B4-BE49-F238E27FC236}">
                <a16:creationId xmlns:a16="http://schemas.microsoft.com/office/drawing/2014/main" xmlns="" id="{81A18361-4DAC-428C-8A59-3042C1C30AF6}"/>
              </a:ext>
            </a:extLst>
          </p:cNvPr>
          <p:cNvSpPr/>
          <p:nvPr/>
        </p:nvSpPr>
        <p:spPr>
          <a:xfrm rot="1400643">
            <a:off x="3440246" y="2468813"/>
            <a:ext cx="4409840" cy="1009813"/>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17">
            <a:extLst>
              <a:ext uri="{FF2B5EF4-FFF2-40B4-BE49-F238E27FC236}">
                <a16:creationId xmlns:a16="http://schemas.microsoft.com/office/drawing/2014/main" xmlns="" id="{CB515B31-EE0F-4829-917D-DDB97B935C7C}"/>
              </a:ext>
            </a:extLst>
          </p:cNvPr>
          <p:cNvSpPr/>
          <p:nvPr/>
        </p:nvSpPr>
        <p:spPr>
          <a:xfrm rot="1400643">
            <a:off x="1654933" y="2456901"/>
            <a:ext cx="4409840" cy="1009813"/>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7" name="Oval 54"/>
          <p:cNvSpPr/>
          <p:nvPr/>
        </p:nvSpPr>
        <p:spPr bwMode="auto">
          <a:xfrm>
            <a:off x="6770478" y="1617137"/>
            <a:ext cx="1008524" cy="1008524"/>
          </a:xfrm>
          <a:prstGeom prst="ellipse">
            <a:avLst/>
          </a:prstGeom>
          <a:solidFill>
            <a:schemeClr val="accent4"/>
          </a:solidFill>
          <a:ln w="9525" cap="flat" cmpd="sng" algn="ctr">
            <a:noFill/>
            <a:prstDash val="solid"/>
            <a:headEnd type="none" w="med" len="med"/>
            <a:tailEnd type="none" w="med" len="med"/>
          </a:ln>
          <a:effectLst/>
        </p:spPr>
        <p:txBody>
          <a:bodyPr rot="0" spcFirstLastPara="0" vertOverflow="overflow" horzOverflow="overflow" vert="horz" wrap="square" lIns="134451" tIns="107561" rIns="134451" bIns="107561" numCol="1" spcCol="0" rtlCol="0" fromWordArt="0" anchor="t" anchorCtr="0" forceAA="0" compatLnSpc="1">
            <a:noAutofit/>
          </a:bodyPr>
          <a:lstStyle/>
          <a:p>
            <a:pPr algn="ctr" defTabSz="685367">
              <a:lnSpc>
                <a:spcPct val="90000"/>
              </a:lnSpc>
              <a:defRPr/>
            </a:pPr>
            <a:endParaRPr lang="en-US" sz="1700" kern="0" dirty="0" err="1">
              <a:gradFill>
                <a:gsLst>
                  <a:gs pos="0">
                    <a:srgbClr val="FFFFFF"/>
                  </a:gs>
                  <a:gs pos="100000">
                    <a:srgbClr val="FFFFFF"/>
                  </a:gs>
                </a:gsLst>
                <a:lin ang="5400000" scaled="0"/>
              </a:gradFill>
              <a:latin typeface="Segoe UI" panose="020B0502040204020203"/>
              <a:ea typeface="Segoe UI" panose="020B0502040204020203" pitchFamily="34" charset="0"/>
              <a:cs typeface="Segoe UI" panose="020B0502040204020203" pitchFamily="34" charset="0"/>
            </a:endParaRPr>
          </a:p>
        </p:txBody>
      </p:sp>
      <p:sp>
        <p:nvSpPr>
          <p:cNvPr id="58" name="Oval 32"/>
          <p:cNvSpPr/>
          <p:nvPr/>
        </p:nvSpPr>
        <p:spPr bwMode="auto">
          <a:xfrm>
            <a:off x="4977868" y="1617137"/>
            <a:ext cx="1008524" cy="1008524"/>
          </a:xfrm>
          <a:prstGeom prst="ellipse">
            <a:avLst/>
          </a:prstGeom>
          <a:solidFill>
            <a:schemeClr val="accent3"/>
          </a:solidFill>
          <a:ln w="9525" cap="flat" cmpd="sng" algn="ctr">
            <a:noFill/>
            <a:prstDash val="solid"/>
            <a:headEnd type="none" w="med" len="med"/>
            <a:tailEnd type="none" w="med" len="med"/>
          </a:ln>
          <a:effectLst/>
        </p:spPr>
        <p:txBody>
          <a:bodyPr rot="0" spcFirstLastPara="0" vertOverflow="overflow" horzOverflow="overflow" vert="horz" wrap="square" lIns="134451" tIns="107561" rIns="134451" bIns="107561" numCol="1" spcCol="0" rtlCol="0" fromWordArt="0" anchor="t" anchorCtr="0" forceAA="0" compatLnSpc="1">
            <a:noAutofit/>
          </a:bodyPr>
          <a:lstStyle/>
          <a:p>
            <a:pPr algn="ctr" defTabSz="685367">
              <a:lnSpc>
                <a:spcPct val="90000"/>
              </a:lnSpc>
              <a:defRPr/>
            </a:pPr>
            <a:endParaRPr lang="en-US" sz="1700" kern="0" dirty="0" err="1">
              <a:gradFill>
                <a:gsLst>
                  <a:gs pos="0">
                    <a:srgbClr val="FFFFFF"/>
                  </a:gs>
                  <a:gs pos="100000">
                    <a:srgbClr val="FFFFFF"/>
                  </a:gs>
                </a:gsLst>
                <a:lin ang="5400000" scaled="0"/>
              </a:gradFill>
              <a:latin typeface="Segoe UI" panose="020B0502040204020203"/>
              <a:ea typeface="Segoe UI" panose="020B0502040204020203" pitchFamily="34" charset="0"/>
              <a:cs typeface="Segoe UI" panose="020B0502040204020203" pitchFamily="34" charset="0"/>
            </a:endParaRPr>
          </a:p>
        </p:txBody>
      </p:sp>
      <p:sp>
        <p:nvSpPr>
          <p:cNvPr id="59" name="Oval 36"/>
          <p:cNvSpPr/>
          <p:nvPr/>
        </p:nvSpPr>
        <p:spPr bwMode="auto">
          <a:xfrm>
            <a:off x="1392648" y="1617137"/>
            <a:ext cx="1008524" cy="1008524"/>
          </a:xfrm>
          <a:prstGeom prst="ellipse">
            <a:avLst/>
          </a:prstGeom>
          <a:solidFill>
            <a:schemeClr val="accent1"/>
          </a:solidFill>
          <a:ln w="9525" cap="flat" cmpd="sng" algn="ctr">
            <a:noFill/>
            <a:prstDash val="solid"/>
            <a:headEnd type="none" w="med" len="med"/>
            <a:tailEnd type="none" w="med" len="med"/>
          </a:ln>
          <a:effectLst/>
        </p:spPr>
        <p:txBody>
          <a:bodyPr rot="0" spcFirstLastPara="0" vertOverflow="overflow" horzOverflow="overflow" vert="horz" wrap="square" lIns="134451" tIns="107561" rIns="134451" bIns="107561" numCol="1" spcCol="0" rtlCol="0" fromWordArt="0" anchor="t" anchorCtr="0" forceAA="0" compatLnSpc="1">
            <a:noAutofit/>
          </a:bodyPr>
          <a:lstStyle/>
          <a:p>
            <a:pPr algn="ctr" defTabSz="685367">
              <a:lnSpc>
                <a:spcPct val="90000"/>
              </a:lnSpc>
              <a:defRPr/>
            </a:pPr>
            <a:endParaRPr lang="en-US" sz="1700" kern="0" dirty="0" err="1">
              <a:gradFill>
                <a:gsLst>
                  <a:gs pos="0">
                    <a:srgbClr val="FFFFFF"/>
                  </a:gs>
                  <a:gs pos="100000">
                    <a:srgbClr val="FFFFFF"/>
                  </a:gs>
                </a:gsLst>
                <a:lin ang="5400000" scaled="0"/>
              </a:gradFill>
              <a:latin typeface="Segoe UI" panose="020B0502040204020203"/>
              <a:ea typeface="Segoe UI" panose="020B0502040204020203" pitchFamily="34" charset="0"/>
              <a:cs typeface="Segoe UI" panose="020B0502040204020203" pitchFamily="34" charset="0"/>
            </a:endParaRPr>
          </a:p>
        </p:txBody>
      </p:sp>
      <p:sp>
        <p:nvSpPr>
          <p:cNvPr id="60" name="Oval 50"/>
          <p:cNvSpPr/>
          <p:nvPr/>
        </p:nvSpPr>
        <p:spPr bwMode="auto">
          <a:xfrm>
            <a:off x="3185257" y="1617137"/>
            <a:ext cx="1008524" cy="1008524"/>
          </a:xfrm>
          <a:prstGeom prst="ellipse">
            <a:avLst/>
          </a:prstGeom>
          <a:solidFill>
            <a:schemeClr val="accent2"/>
          </a:solidFill>
          <a:ln w="9525" cap="flat" cmpd="sng" algn="ctr">
            <a:noFill/>
            <a:prstDash val="solid"/>
            <a:headEnd type="none" w="med" len="med"/>
            <a:tailEnd type="none" w="med" len="med"/>
          </a:ln>
          <a:effectLst/>
        </p:spPr>
        <p:txBody>
          <a:bodyPr rot="0" spcFirstLastPara="0" vertOverflow="overflow" horzOverflow="overflow" vert="horz" wrap="square" lIns="134451" tIns="107561" rIns="134451" bIns="107561" numCol="1" spcCol="0" rtlCol="0" fromWordArt="0" anchor="t" anchorCtr="0" forceAA="0" compatLnSpc="1">
            <a:noAutofit/>
          </a:bodyPr>
          <a:lstStyle/>
          <a:p>
            <a:pPr algn="ctr" defTabSz="685367">
              <a:lnSpc>
                <a:spcPct val="90000"/>
              </a:lnSpc>
              <a:defRPr/>
            </a:pPr>
            <a:endParaRPr lang="en-US" sz="1700" kern="0" dirty="0" err="1">
              <a:gradFill>
                <a:gsLst>
                  <a:gs pos="0">
                    <a:srgbClr val="FFFFFF"/>
                  </a:gs>
                  <a:gs pos="100000">
                    <a:srgbClr val="FFFFFF"/>
                  </a:gs>
                </a:gsLst>
                <a:lin ang="5400000" scaled="0"/>
              </a:gradFill>
              <a:latin typeface="Segoe UI" panose="020B0502040204020203"/>
              <a:ea typeface="Segoe UI" panose="020B0502040204020203" pitchFamily="34" charset="0"/>
              <a:cs typeface="Segoe UI" panose="020B0502040204020203" pitchFamily="34" charset="0"/>
            </a:endParaRPr>
          </a:p>
        </p:txBody>
      </p:sp>
      <p:sp>
        <p:nvSpPr>
          <p:cNvPr id="61" name="Freeform 19"/>
          <p:cNvSpPr>
            <a:spLocks noEditPoints="1"/>
          </p:cNvSpPr>
          <p:nvPr/>
        </p:nvSpPr>
        <p:spPr bwMode="auto">
          <a:xfrm>
            <a:off x="1578143" y="1824731"/>
            <a:ext cx="637533" cy="593336"/>
          </a:xfrm>
          <a:custGeom>
            <a:avLst/>
            <a:gdLst>
              <a:gd name="T0" fmla="*/ 1446 w 2030"/>
              <a:gd name="T1" fmla="*/ 1047 h 1877"/>
              <a:gd name="T2" fmla="*/ 1218 w 2030"/>
              <a:gd name="T3" fmla="*/ 583 h 1877"/>
              <a:gd name="T4" fmla="*/ 901 w 2030"/>
              <a:gd name="T5" fmla="*/ 375 h 1877"/>
              <a:gd name="T6" fmla="*/ 773 w 2030"/>
              <a:gd name="T7" fmla="*/ 109 h 1877"/>
              <a:gd name="T8" fmla="*/ 555 w 2030"/>
              <a:gd name="T9" fmla="*/ 109 h 1877"/>
              <a:gd name="T10" fmla="*/ 317 w 2030"/>
              <a:gd name="T11" fmla="*/ 593 h 1877"/>
              <a:gd name="T12" fmla="*/ 0 w 2030"/>
              <a:gd name="T13" fmla="*/ 810 h 1877"/>
              <a:gd name="T14" fmla="*/ 317 w 2030"/>
              <a:gd name="T15" fmla="*/ 1027 h 1877"/>
              <a:gd name="T16" fmla="*/ 327 w 2030"/>
              <a:gd name="T17" fmla="*/ 1531 h 1877"/>
              <a:gd name="T18" fmla="*/ 1010 w 2030"/>
              <a:gd name="T19" fmla="*/ 1531 h 1877"/>
              <a:gd name="T20" fmla="*/ 1297 w 2030"/>
              <a:gd name="T21" fmla="*/ 1462 h 1877"/>
              <a:gd name="T22" fmla="*/ 2030 w 2030"/>
              <a:gd name="T23" fmla="*/ 1353 h 1877"/>
              <a:gd name="T24" fmla="*/ 703 w 2030"/>
              <a:gd name="T25" fmla="*/ 1195 h 1877"/>
              <a:gd name="T26" fmla="*/ 783 w 2030"/>
              <a:gd name="T27" fmla="*/ 1067 h 1877"/>
              <a:gd name="T28" fmla="*/ 703 w 2030"/>
              <a:gd name="T29" fmla="*/ 1195 h 1877"/>
              <a:gd name="T30" fmla="*/ 703 w 2030"/>
              <a:gd name="T31" fmla="*/ 711 h 1877"/>
              <a:gd name="T32" fmla="*/ 882 w 2030"/>
              <a:gd name="T33" fmla="*/ 770 h 1877"/>
              <a:gd name="T34" fmla="*/ 703 w 2030"/>
              <a:gd name="T35" fmla="*/ 948 h 1877"/>
              <a:gd name="T36" fmla="*/ 466 w 2030"/>
              <a:gd name="T37" fmla="*/ 780 h 1877"/>
              <a:gd name="T38" fmla="*/ 624 w 2030"/>
              <a:gd name="T39" fmla="*/ 919 h 1877"/>
              <a:gd name="T40" fmla="*/ 466 w 2030"/>
              <a:gd name="T41" fmla="*/ 810 h 1877"/>
              <a:gd name="T42" fmla="*/ 703 w 2030"/>
              <a:gd name="T43" fmla="*/ 227 h 1877"/>
              <a:gd name="T44" fmla="*/ 773 w 2030"/>
              <a:gd name="T45" fmla="*/ 583 h 1877"/>
              <a:gd name="T46" fmla="*/ 703 w 2030"/>
              <a:gd name="T47" fmla="*/ 632 h 1877"/>
              <a:gd name="T48" fmla="*/ 703 w 2030"/>
              <a:gd name="T49" fmla="*/ 227 h 1877"/>
              <a:gd name="T50" fmla="*/ 1000 w 2030"/>
              <a:gd name="T51" fmla="*/ 800 h 1877"/>
              <a:gd name="T52" fmla="*/ 1387 w 2030"/>
              <a:gd name="T53" fmla="*/ 1096 h 1877"/>
              <a:gd name="T54" fmla="*/ 882 w 2030"/>
              <a:gd name="T55" fmla="*/ 1017 h 1877"/>
              <a:gd name="T56" fmla="*/ 961 w 2030"/>
              <a:gd name="T57" fmla="*/ 800 h 1877"/>
              <a:gd name="T58" fmla="*/ 624 w 2030"/>
              <a:gd name="T59" fmla="*/ 652 h 1877"/>
              <a:gd name="T60" fmla="*/ 387 w 2030"/>
              <a:gd name="T61" fmla="*/ 642 h 1877"/>
              <a:gd name="T62" fmla="*/ 624 w 2030"/>
              <a:gd name="T63" fmla="*/ 247 h 1877"/>
              <a:gd name="T64" fmla="*/ 436 w 2030"/>
              <a:gd name="T65" fmla="*/ 928 h 1877"/>
              <a:gd name="T66" fmla="*/ 624 w 2030"/>
              <a:gd name="T67" fmla="*/ 1195 h 1877"/>
              <a:gd name="T68" fmla="*/ 387 w 2030"/>
              <a:gd name="T69" fmla="*/ 988 h 1877"/>
              <a:gd name="T70" fmla="*/ 990 w 2030"/>
              <a:gd name="T71" fmla="*/ 1432 h 1877"/>
              <a:gd name="T72" fmla="*/ 862 w 2030"/>
              <a:gd name="T73" fmla="*/ 1096 h 1877"/>
              <a:gd name="T74" fmla="*/ 1278 w 2030"/>
              <a:gd name="T75" fmla="*/ 1353 h 1877"/>
              <a:gd name="T76" fmla="*/ 990 w 2030"/>
              <a:gd name="T77" fmla="*/ 1432 h 1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030" h="1877">
                <a:moveTo>
                  <a:pt x="1654" y="978"/>
                </a:moveTo>
                <a:cubicBezTo>
                  <a:pt x="1575" y="978"/>
                  <a:pt x="1505" y="1007"/>
                  <a:pt x="1446" y="1047"/>
                </a:cubicBezTo>
                <a:cubicBezTo>
                  <a:pt x="1169" y="721"/>
                  <a:pt x="1169" y="721"/>
                  <a:pt x="1169" y="721"/>
                </a:cubicBezTo>
                <a:cubicBezTo>
                  <a:pt x="1198" y="681"/>
                  <a:pt x="1218" y="632"/>
                  <a:pt x="1218" y="583"/>
                </a:cubicBezTo>
                <a:cubicBezTo>
                  <a:pt x="1218" y="454"/>
                  <a:pt x="1119" y="355"/>
                  <a:pt x="1000" y="355"/>
                </a:cubicBezTo>
                <a:cubicBezTo>
                  <a:pt x="961" y="355"/>
                  <a:pt x="931" y="365"/>
                  <a:pt x="901" y="375"/>
                </a:cubicBezTo>
                <a:cubicBezTo>
                  <a:pt x="753" y="168"/>
                  <a:pt x="753" y="168"/>
                  <a:pt x="753" y="168"/>
                </a:cubicBezTo>
                <a:cubicBezTo>
                  <a:pt x="763" y="148"/>
                  <a:pt x="773" y="128"/>
                  <a:pt x="773" y="109"/>
                </a:cubicBezTo>
                <a:cubicBezTo>
                  <a:pt x="773" y="49"/>
                  <a:pt x="723" y="0"/>
                  <a:pt x="664" y="0"/>
                </a:cubicBezTo>
                <a:cubicBezTo>
                  <a:pt x="604" y="0"/>
                  <a:pt x="555" y="49"/>
                  <a:pt x="555" y="109"/>
                </a:cubicBezTo>
                <a:cubicBezTo>
                  <a:pt x="555" y="128"/>
                  <a:pt x="565" y="158"/>
                  <a:pt x="575" y="168"/>
                </a:cubicBezTo>
                <a:cubicBezTo>
                  <a:pt x="317" y="593"/>
                  <a:pt x="317" y="593"/>
                  <a:pt x="317" y="593"/>
                </a:cubicBezTo>
                <a:cubicBezTo>
                  <a:pt x="287" y="583"/>
                  <a:pt x="268" y="583"/>
                  <a:pt x="238" y="583"/>
                </a:cubicBezTo>
                <a:cubicBezTo>
                  <a:pt x="109" y="583"/>
                  <a:pt x="0" y="681"/>
                  <a:pt x="0" y="810"/>
                </a:cubicBezTo>
                <a:cubicBezTo>
                  <a:pt x="0" y="938"/>
                  <a:pt x="109" y="1047"/>
                  <a:pt x="238" y="1047"/>
                </a:cubicBezTo>
                <a:cubicBezTo>
                  <a:pt x="258" y="1047"/>
                  <a:pt x="287" y="1037"/>
                  <a:pt x="317" y="1027"/>
                </a:cubicBezTo>
                <a:cubicBezTo>
                  <a:pt x="456" y="1264"/>
                  <a:pt x="456" y="1264"/>
                  <a:pt x="456" y="1264"/>
                </a:cubicBezTo>
                <a:cubicBezTo>
                  <a:pt x="377" y="1323"/>
                  <a:pt x="327" y="1422"/>
                  <a:pt x="327" y="1531"/>
                </a:cubicBezTo>
                <a:cubicBezTo>
                  <a:pt x="327" y="1719"/>
                  <a:pt x="476" y="1877"/>
                  <a:pt x="664" y="1877"/>
                </a:cubicBezTo>
                <a:cubicBezTo>
                  <a:pt x="852" y="1877"/>
                  <a:pt x="1010" y="1719"/>
                  <a:pt x="1010" y="1531"/>
                </a:cubicBezTo>
                <a:cubicBezTo>
                  <a:pt x="1010" y="1531"/>
                  <a:pt x="1000" y="1521"/>
                  <a:pt x="1000" y="1511"/>
                </a:cubicBezTo>
                <a:cubicBezTo>
                  <a:pt x="1297" y="1462"/>
                  <a:pt x="1297" y="1462"/>
                  <a:pt x="1297" y="1462"/>
                </a:cubicBezTo>
                <a:cubicBezTo>
                  <a:pt x="1337" y="1620"/>
                  <a:pt x="1486" y="1728"/>
                  <a:pt x="1654" y="1728"/>
                </a:cubicBezTo>
                <a:cubicBezTo>
                  <a:pt x="1862" y="1728"/>
                  <a:pt x="2030" y="1561"/>
                  <a:pt x="2030" y="1353"/>
                </a:cubicBezTo>
                <a:cubicBezTo>
                  <a:pt x="2030" y="1146"/>
                  <a:pt x="1862" y="978"/>
                  <a:pt x="1654" y="978"/>
                </a:cubicBezTo>
                <a:close/>
                <a:moveTo>
                  <a:pt x="703" y="1195"/>
                </a:moveTo>
                <a:cubicBezTo>
                  <a:pt x="703" y="1037"/>
                  <a:pt x="703" y="1037"/>
                  <a:pt x="703" y="1037"/>
                </a:cubicBezTo>
                <a:cubicBezTo>
                  <a:pt x="783" y="1067"/>
                  <a:pt x="783" y="1067"/>
                  <a:pt x="783" y="1067"/>
                </a:cubicBezTo>
                <a:cubicBezTo>
                  <a:pt x="733" y="1205"/>
                  <a:pt x="733" y="1205"/>
                  <a:pt x="733" y="1205"/>
                </a:cubicBezTo>
                <a:cubicBezTo>
                  <a:pt x="723" y="1195"/>
                  <a:pt x="713" y="1195"/>
                  <a:pt x="703" y="1195"/>
                </a:cubicBezTo>
                <a:close/>
                <a:moveTo>
                  <a:pt x="703" y="948"/>
                </a:moveTo>
                <a:cubicBezTo>
                  <a:pt x="703" y="711"/>
                  <a:pt x="703" y="711"/>
                  <a:pt x="703" y="711"/>
                </a:cubicBezTo>
                <a:cubicBezTo>
                  <a:pt x="802" y="681"/>
                  <a:pt x="802" y="681"/>
                  <a:pt x="802" y="681"/>
                </a:cubicBezTo>
                <a:cubicBezTo>
                  <a:pt x="822" y="721"/>
                  <a:pt x="852" y="751"/>
                  <a:pt x="882" y="770"/>
                </a:cubicBezTo>
                <a:cubicBezTo>
                  <a:pt x="812" y="988"/>
                  <a:pt x="812" y="988"/>
                  <a:pt x="812" y="988"/>
                </a:cubicBezTo>
                <a:cubicBezTo>
                  <a:pt x="703" y="948"/>
                  <a:pt x="703" y="948"/>
                  <a:pt x="703" y="948"/>
                </a:cubicBezTo>
                <a:cubicBezTo>
                  <a:pt x="703" y="948"/>
                  <a:pt x="703" y="948"/>
                  <a:pt x="703" y="948"/>
                </a:cubicBezTo>
                <a:close/>
                <a:moveTo>
                  <a:pt x="466" y="780"/>
                </a:moveTo>
                <a:cubicBezTo>
                  <a:pt x="624" y="731"/>
                  <a:pt x="624" y="731"/>
                  <a:pt x="624" y="731"/>
                </a:cubicBezTo>
                <a:cubicBezTo>
                  <a:pt x="624" y="919"/>
                  <a:pt x="624" y="919"/>
                  <a:pt x="624" y="919"/>
                </a:cubicBezTo>
                <a:cubicBezTo>
                  <a:pt x="466" y="859"/>
                  <a:pt x="466" y="859"/>
                  <a:pt x="466" y="859"/>
                </a:cubicBezTo>
                <a:cubicBezTo>
                  <a:pt x="466" y="839"/>
                  <a:pt x="466" y="830"/>
                  <a:pt x="466" y="810"/>
                </a:cubicBezTo>
                <a:cubicBezTo>
                  <a:pt x="466" y="800"/>
                  <a:pt x="466" y="790"/>
                  <a:pt x="466" y="780"/>
                </a:cubicBezTo>
                <a:close/>
                <a:moveTo>
                  <a:pt x="703" y="227"/>
                </a:moveTo>
                <a:cubicBezTo>
                  <a:pt x="842" y="425"/>
                  <a:pt x="842" y="425"/>
                  <a:pt x="842" y="425"/>
                </a:cubicBezTo>
                <a:cubicBezTo>
                  <a:pt x="802" y="464"/>
                  <a:pt x="773" y="523"/>
                  <a:pt x="773" y="583"/>
                </a:cubicBezTo>
                <a:cubicBezTo>
                  <a:pt x="773" y="593"/>
                  <a:pt x="773" y="602"/>
                  <a:pt x="773" y="602"/>
                </a:cubicBezTo>
                <a:cubicBezTo>
                  <a:pt x="703" y="632"/>
                  <a:pt x="703" y="632"/>
                  <a:pt x="703" y="632"/>
                </a:cubicBezTo>
                <a:cubicBezTo>
                  <a:pt x="703" y="227"/>
                  <a:pt x="703" y="227"/>
                  <a:pt x="703" y="227"/>
                </a:cubicBezTo>
                <a:cubicBezTo>
                  <a:pt x="703" y="227"/>
                  <a:pt x="703" y="227"/>
                  <a:pt x="703" y="227"/>
                </a:cubicBezTo>
                <a:close/>
                <a:moveTo>
                  <a:pt x="961" y="800"/>
                </a:moveTo>
                <a:cubicBezTo>
                  <a:pt x="971" y="800"/>
                  <a:pt x="981" y="800"/>
                  <a:pt x="1000" y="800"/>
                </a:cubicBezTo>
                <a:cubicBezTo>
                  <a:pt x="1040" y="800"/>
                  <a:pt x="1070" y="790"/>
                  <a:pt x="1109" y="770"/>
                </a:cubicBezTo>
                <a:cubicBezTo>
                  <a:pt x="1387" y="1096"/>
                  <a:pt x="1387" y="1096"/>
                  <a:pt x="1387" y="1096"/>
                </a:cubicBezTo>
                <a:cubicBezTo>
                  <a:pt x="1357" y="1126"/>
                  <a:pt x="1337" y="1156"/>
                  <a:pt x="1317" y="1185"/>
                </a:cubicBezTo>
                <a:cubicBezTo>
                  <a:pt x="882" y="1017"/>
                  <a:pt x="882" y="1017"/>
                  <a:pt x="882" y="1017"/>
                </a:cubicBezTo>
                <a:cubicBezTo>
                  <a:pt x="961" y="800"/>
                  <a:pt x="961" y="800"/>
                  <a:pt x="961" y="800"/>
                </a:cubicBezTo>
                <a:cubicBezTo>
                  <a:pt x="961" y="800"/>
                  <a:pt x="961" y="800"/>
                  <a:pt x="961" y="800"/>
                </a:cubicBezTo>
                <a:close/>
                <a:moveTo>
                  <a:pt x="624" y="247"/>
                </a:moveTo>
                <a:cubicBezTo>
                  <a:pt x="624" y="652"/>
                  <a:pt x="624" y="652"/>
                  <a:pt x="624" y="652"/>
                </a:cubicBezTo>
                <a:cubicBezTo>
                  <a:pt x="436" y="711"/>
                  <a:pt x="436" y="711"/>
                  <a:pt x="436" y="711"/>
                </a:cubicBezTo>
                <a:cubicBezTo>
                  <a:pt x="426" y="681"/>
                  <a:pt x="406" y="662"/>
                  <a:pt x="387" y="642"/>
                </a:cubicBezTo>
                <a:cubicBezTo>
                  <a:pt x="624" y="247"/>
                  <a:pt x="624" y="247"/>
                  <a:pt x="624" y="247"/>
                </a:cubicBezTo>
                <a:cubicBezTo>
                  <a:pt x="624" y="247"/>
                  <a:pt x="624" y="247"/>
                  <a:pt x="624" y="247"/>
                </a:cubicBezTo>
                <a:close/>
                <a:moveTo>
                  <a:pt x="387" y="988"/>
                </a:moveTo>
                <a:cubicBezTo>
                  <a:pt x="406" y="968"/>
                  <a:pt x="416" y="948"/>
                  <a:pt x="436" y="928"/>
                </a:cubicBezTo>
                <a:cubicBezTo>
                  <a:pt x="624" y="1007"/>
                  <a:pt x="624" y="1007"/>
                  <a:pt x="624" y="1007"/>
                </a:cubicBezTo>
                <a:cubicBezTo>
                  <a:pt x="624" y="1195"/>
                  <a:pt x="624" y="1195"/>
                  <a:pt x="624" y="1195"/>
                </a:cubicBezTo>
                <a:cubicBezTo>
                  <a:pt x="585" y="1195"/>
                  <a:pt x="555" y="1205"/>
                  <a:pt x="525" y="1225"/>
                </a:cubicBezTo>
                <a:cubicBezTo>
                  <a:pt x="387" y="988"/>
                  <a:pt x="387" y="988"/>
                  <a:pt x="387" y="988"/>
                </a:cubicBezTo>
                <a:cubicBezTo>
                  <a:pt x="387" y="988"/>
                  <a:pt x="387" y="988"/>
                  <a:pt x="387" y="988"/>
                </a:cubicBezTo>
                <a:close/>
                <a:moveTo>
                  <a:pt x="990" y="1432"/>
                </a:moveTo>
                <a:cubicBezTo>
                  <a:pt x="961" y="1343"/>
                  <a:pt x="901" y="1264"/>
                  <a:pt x="812" y="1225"/>
                </a:cubicBezTo>
                <a:cubicBezTo>
                  <a:pt x="862" y="1096"/>
                  <a:pt x="862" y="1096"/>
                  <a:pt x="862" y="1096"/>
                </a:cubicBezTo>
                <a:cubicBezTo>
                  <a:pt x="1288" y="1254"/>
                  <a:pt x="1288" y="1254"/>
                  <a:pt x="1288" y="1254"/>
                </a:cubicBezTo>
                <a:cubicBezTo>
                  <a:pt x="1278" y="1294"/>
                  <a:pt x="1278" y="1323"/>
                  <a:pt x="1278" y="1353"/>
                </a:cubicBezTo>
                <a:cubicBezTo>
                  <a:pt x="1278" y="1363"/>
                  <a:pt x="1278" y="1373"/>
                  <a:pt x="1278" y="1383"/>
                </a:cubicBezTo>
                <a:cubicBezTo>
                  <a:pt x="990" y="1432"/>
                  <a:pt x="990" y="1432"/>
                  <a:pt x="990" y="1432"/>
                </a:cubicBezTo>
                <a:cubicBezTo>
                  <a:pt x="990" y="1432"/>
                  <a:pt x="990" y="1432"/>
                  <a:pt x="990" y="1432"/>
                </a:cubicBezTo>
                <a:close/>
              </a:path>
            </a:pathLst>
          </a:custGeom>
          <a:solidFill>
            <a:srgbClr val="FFFFFF"/>
          </a:solidFill>
          <a:ln>
            <a:noFill/>
          </a:ln>
        </p:spPr>
        <p:txBody>
          <a:bodyPr vert="horz" wrap="square" lIns="65912" tIns="32957" rIns="65912" bIns="3295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72031">
              <a:defRPr/>
            </a:pPr>
            <a:endParaRPr lang="en-US" sz="1000" b="1" kern="0" dirty="0">
              <a:solidFill>
                <a:sysClr val="windowText" lastClr="000000"/>
              </a:solidFill>
              <a:latin typeface="Segoe UI" panose="020B0502040204020203"/>
            </a:endParaRPr>
          </a:p>
        </p:txBody>
      </p:sp>
      <p:pic>
        <p:nvPicPr>
          <p:cNvPr id="62" name="Picture 28"/>
          <p:cNvPicPr>
            <a:picLocks noChangeAspect="1"/>
          </p:cNvPicPr>
          <p:nvPr/>
        </p:nvPicPr>
        <p:blipFill>
          <a:blip r:embed="rId3" cstate="print"/>
          <a:stretch>
            <a:fillRect/>
          </a:stretch>
        </p:blipFill>
        <p:spPr>
          <a:xfrm>
            <a:off x="3454208" y="1864976"/>
            <a:ext cx="470621" cy="512844"/>
          </a:xfrm>
          <a:prstGeom prst="rect">
            <a:avLst/>
          </a:prstGeom>
        </p:spPr>
      </p:pic>
      <p:pic>
        <p:nvPicPr>
          <p:cNvPr id="63" name="Picture 29"/>
          <p:cNvPicPr>
            <a:picLocks noChangeAspect="1"/>
          </p:cNvPicPr>
          <p:nvPr/>
        </p:nvPicPr>
        <p:blipFill>
          <a:blip r:embed="rId4" cstate="print"/>
          <a:stretch>
            <a:fillRect/>
          </a:stretch>
        </p:blipFill>
        <p:spPr>
          <a:xfrm>
            <a:off x="5184596" y="1880156"/>
            <a:ext cx="595063" cy="482485"/>
          </a:xfrm>
          <a:prstGeom prst="rect">
            <a:avLst/>
          </a:prstGeom>
        </p:spPr>
      </p:pic>
      <p:sp>
        <p:nvSpPr>
          <p:cNvPr id="64" name="Freeform 15"/>
          <p:cNvSpPr>
            <a:spLocks noChangeAspect="1" noEditPoints="1"/>
          </p:cNvSpPr>
          <p:nvPr/>
        </p:nvSpPr>
        <p:spPr bwMode="auto">
          <a:xfrm>
            <a:off x="7076748" y="1852425"/>
            <a:ext cx="395983" cy="537948"/>
          </a:xfrm>
          <a:custGeom>
            <a:avLst/>
            <a:gdLst>
              <a:gd name="T0" fmla="*/ 114 w 214"/>
              <a:gd name="T1" fmla="*/ 53 h 268"/>
              <a:gd name="T2" fmla="*/ 114 w 214"/>
              <a:gd name="T3" fmla="*/ 0 h 268"/>
              <a:gd name="T4" fmla="*/ 95 w 214"/>
              <a:gd name="T5" fmla="*/ 0 h 268"/>
              <a:gd name="T6" fmla="*/ 95 w 214"/>
              <a:gd name="T7" fmla="*/ 53 h 268"/>
              <a:gd name="T8" fmla="*/ 0 w 214"/>
              <a:gd name="T9" fmla="*/ 53 h 268"/>
              <a:gd name="T10" fmla="*/ 0 w 214"/>
              <a:gd name="T11" fmla="*/ 268 h 268"/>
              <a:gd name="T12" fmla="*/ 214 w 214"/>
              <a:gd name="T13" fmla="*/ 268 h 268"/>
              <a:gd name="T14" fmla="*/ 214 w 214"/>
              <a:gd name="T15" fmla="*/ 53 h 268"/>
              <a:gd name="T16" fmla="*/ 114 w 214"/>
              <a:gd name="T17" fmla="*/ 53 h 268"/>
              <a:gd name="T18" fmla="*/ 195 w 214"/>
              <a:gd name="T19" fmla="*/ 248 h 268"/>
              <a:gd name="T20" fmla="*/ 19 w 214"/>
              <a:gd name="T21" fmla="*/ 248 h 268"/>
              <a:gd name="T22" fmla="*/ 19 w 214"/>
              <a:gd name="T23" fmla="*/ 71 h 268"/>
              <a:gd name="T24" fmla="*/ 95 w 214"/>
              <a:gd name="T25" fmla="*/ 71 h 268"/>
              <a:gd name="T26" fmla="*/ 95 w 214"/>
              <a:gd name="T27" fmla="*/ 182 h 268"/>
              <a:gd name="T28" fmla="*/ 63 w 214"/>
              <a:gd name="T29" fmla="*/ 151 h 268"/>
              <a:gd name="T30" fmla="*/ 51 w 214"/>
              <a:gd name="T31" fmla="*/ 165 h 268"/>
              <a:gd name="T32" fmla="*/ 105 w 214"/>
              <a:gd name="T33" fmla="*/ 221 h 268"/>
              <a:gd name="T34" fmla="*/ 161 w 214"/>
              <a:gd name="T35" fmla="*/ 165 h 268"/>
              <a:gd name="T36" fmla="*/ 149 w 214"/>
              <a:gd name="T37" fmla="*/ 151 h 268"/>
              <a:gd name="T38" fmla="*/ 114 w 214"/>
              <a:gd name="T39" fmla="*/ 182 h 268"/>
              <a:gd name="T40" fmla="*/ 114 w 214"/>
              <a:gd name="T41" fmla="*/ 71 h 268"/>
              <a:gd name="T42" fmla="*/ 195 w 214"/>
              <a:gd name="T43" fmla="*/ 71 h 268"/>
              <a:gd name="T44" fmla="*/ 195 w 214"/>
              <a:gd name="T45" fmla="*/ 248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4" h="268">
                <a:moveTo>
                  <a:pt x="114" y="53"/>
                </a:moveTo>
                <a:lnTo>
                  <a:pt x="114" y="0"/>
                </a:lnTo>
                <a:lnTo>
                  <a:pt x="95" y="0"/>
                </a:lnTo>
                <a:lnTo>
                  <a:pt x="95" y="53"/>
                </a:lnTo>
                <a:lnTo>
                  <a:pt x="0" y="53"/>
                </a:lnTo>
                <a:lnTo>
                  <a:pt x="0" y="268"/>
                </a:lnTo>
                <a:lnTo>
                  <a:pt x="214" y="268"/>
                </a:lnTo>
                <a:lnTo>
                  <a:pt x="214" y="53"/>
                </a:lnTo>
                <a:lnTo>
                  <a:pt x="114" y="53"/>
                </a:lnTo>
                <a:close/>
                <a:moveTo>
                  <a:pt x="195" y="248"/>
                </a:moveTo>
                <a:lnTo>
                  <a:pt x="19" y="248"/>
                </a:lnTo>
                <a:lnTo>
                  <a:pt x="19" y="71"/>
                </a:lnTo>
                <a:lnTo>
                  <a:pt x="95" y="71"/>
                </a:lnTo>
                <a:lnTo>
                  <a:pt x="95" y="182"/>
                </a:lnTo>
                <a:lnTo>
                  <a:pt x="63" y="151"/>
                </a:lnTo>
                <a:lnTo>
                  <a:pt x="51" y="165"/>
                </a:lnTo>
                <a:lnTo>
                  <a:pt x="105" y="221"/>
                </a:lnTo>
                <a:lnTo>
                  <a:pt x="161" y="165"/>
                </a:lnTo>
                <a:lnTo>
                  <a:pt x="149" y="151"/>
                </a:lnTo>
                <a:lnTo>
                  <a:pt x="114" y="182"/>
                </a:lnTo>
                <a:lnTo>
                  <a:pt x="114" y="71"/>
                </a:lnTo>
                <a:lnTo>
                  <a:pt x="195" y="71"/>
                </a:lnTo>
                <a:lnTo>
                  <a:pt x="195" y="248"/>
                </a:lnTo>
                <a:close/>
              </a:path>
            </a:pathLst>
          </a:custGeom>
          <a:solidFill>
            <a:srgbClr val="FFFFFF"/>
          </a:solidFill>
          <a:ln w="9525">
            <a:noFill/>
            <a:miter lim="800000"/>
          </a:ln>
        </p:spPr>
        <p:txBody>
          <a:bodyPr vert="horz" wrap="square" lIns="67234" tIns="33617" rIns="67234" bIns="33617" numCol="1" anchor="t" anchorCtr="0" compatLnSpc="1"/>
          <a:lstStyle/>
          <a:p>
            <a:pPr defTabSz="685367">
              <a:defRPr/>
            </a:pPr>
            <a:endParaRPr lang="en-US" kern="0" dirty="0">
              <a:solidFill>
                <a:srgbClr val="505050"/>
              </a:solidFill>
              <a:latin typeface="Segoe UI" panose="020B0502040204020203"/>
            </a:endParaRPr>
          </a:p>
        </p:txBody>
      </p:sp>
      <p:sp>
        <p:nvSpPr>
          <p:cNvPr id="65" name="矩形 64"/>
          <p:cNvSpPr>
            <a:spLocks noChangeArrowheads="1"/>
          </p:cNvSpPr>
          <p:nvPr/>
        </p:nvSpPr>
        <p:spPr bwMode="auto">
          <a:xfrm>
            <a:off x="1223000" y="2852813"/>
            <a:ext cx="1351595" cy="257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2" tIns="34292" rIns="68582" bIns="34292">
            <a:spAutoFit/>
          </a:bodyPr>
          <a:lstStyle/>
          <a:p>
            <a:pPr lvl="0" algn="ctr"/>
            <a:r>
              <a:rPr lang="zh-CN" altLang="en-US" sz="1200" b="1" dirty="0">
                <a:solidFill>
                  <a:schemeClr val="bg1">
                    <a:lumMod val="50000"/>
                  </a:schemeClr>
                </a:solidFill>
                <a:latin typeface="微软雅黑" panose="020B0503020204020204" pitchFamily="34" charset="-122"/>
                <a:ea typeface="微软雅黑" panose="020B0503020204020204" pitchFamily="34" charset="-122"/>
              </a:rPr>
              <a:t>单击添加标题</a:t>
            </a:r>
            <a:endParaRPr lang="en-US" altLang="zh-CN" sz="1100" dirty="0">
              <a:solidFill>
                <a:schemeClr val="bg1">
                  <a:lumMod val="50000"/>
                </a:schemeClr>
              </a:solidFill>
              <a:latin typeface="Bebas Neue" panose="020B0606020202050201" pitchFamily="34" charset="0"/>
              <a:ea typeface="微软雅黑" panose="020B0503020204020204" pitchFamily="34" charset="-122"/>
            </a:endParaRPr>
          </a:p>
        </p:txBody>
      </p:sp>
      <p:sp>
        <p:nvSpPr>
          <p:cNvPr id="66" name="文本框 40"/>
          <p:cNvSpPr txBox="1"/>
          <p:nvPr/>
        </p:nvSpPr>
        <p:spPr>
          <a:xfrm>
            <a:off x="1098790" y="3106773"/>
            <a:ext cx="1596873" cy="945884"/>
          </a:xfrm>
          <a:prstGeom prst="rect">
            <a:avLst/>
          </a:prstGeom>
          <a:noFill/>
          <a:ln w="9525">
            <a:noFill/>
          </a:ln>
        </p:spPr>
        <p:txBody>
          <a:bodyPr wrap="square" lIns="68582" tIns="34292" rIns="68582" bIns="34292">
            <a:spAutoFit/>
          </a:bodyPr>
          <a:lstStyle/>
          <a:p>
            <a:pPr algn="ctr" defTabSz="913981">
              <a:spcBef>
                <a:spcPct val="20000"/>
              </a:spcBef>
              <a:defRPr/>
            </a:pPr>
            <a:r>
              <a:rPr lang="zh-CN" altLang="en-US" sz="900" dirty="0">
                <a:solidFill>
                  <a:schemeClr val="bg1">
                    <a:lumMod val="50000"/>
                  </a:schemeClr>
                </a:solidFill>
              </a:rPr>
              <a:t>单击此处可编辑内容单击此处可编辑内容单击此处可编辑内容单击此处可编辑内容单击此处可编辑内容单击此处可编辑内容</a:t>
            </a:r>
            <a:endParaRPr lang="en-US" altLang="zh-CN" sz="900" dirty="0">
              <a:solidFill>
                <a:schemeClr val="bg1">
                  <a:lumMod val="50000"/>
                </a:schemeClr>
              </a:solidFill>
            </a:endParaRPr>
          </a:p>
          <a:p>
            <a:pPr algn="ctr" defTabSz="913981">
              <a:spcBef>
                <a:spcPct val="20000"/>
              </a:spcBef>
              <a:defRPr/>
            </a:pPr>
            <a:endParaRPr lang="en-US" altLang="zh-CN" sz="900" dirty="0">
              <a:solidFill>
                <a:schemeClr val="bg1">
                  <a:lumMod val="50000"/>
                </a:schemeClr>
              </a:solidFill>
            </a:endParaRPr>
          </a:p>
        </p:txBody>
      </p:sp>
      <p:sp>
        <p:nvSpPr>
          <p:cNvPr id="67" name="矩形 66"/>
          <p:cNvSpPr>
            <a:spLocks noChangeArrowheads="1"/>
          </p:cNvSpPr>
          <p:nvPr/>
        </p:nvSpPr>
        <p:spPr bwMode="auto">
          <a:xfrm>
            <a:off x="3015534" y="2852813"/>
            <a:ext cx="1351595" cy="257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2" tIns="34292" rIns="68582" bIns="34292">
            <a:spAutoFit/>
          </a:bodyPr>
          <a:lstStyle/>
          <a:p>
            <a:pPr lvl="0" algn="ctr"/>
            <a:r>
              <a:rPr lang="zh-CN" altLang="en-US" sz="1200" b="1" dirty="0">
                <a:solidFill>
                  <a:schemeClr val="bg1">
                    <a:lumMod val="50000"/>
                  </a:schemeClr>
                </a:solidFill>
                <a:latin typeface="微软雅黑" panose="020B0503020204020204" pitchFamily="34" charset="-122"/>
                <a:ea typeface="微软雅黑" panose="020B0503020204020204" pitchFamily="34" charset="-122"/>
              </a:rPr>
              <a:t>单击添加标题</a:t>
            </a:r>
            <a:endParaRPr lang="en-US" altLang="zh-CN" sz="1100" dirty="0">
              <a:solidFill>
                <a:schemeClr val="bg1">
                  <a:lumMod val="50000"/>
                </a:schemeClr>
              </a:solidFill>
              <a:latin typeface="Bebas Neue" panose="020B0606020202050201" pitchFamily="34" charset="0"/>
              <a:ea typeface="微软雅黑" panose="020B0503020204020204" pitchFamily="34" charset="-122"/>
            </a:endParaRPr>
          </a:p>
        </p:txBody>
      </p:sp>
      <p:sp>
        <p:nvSpPr>
          <p:cNvPr id="68" name="文本框 40"/>
          <p:cNvSpPr txBox="1"/>
          <p:nvPr/>
        </p:nvSpPr>
        <p:spPr>
          <a:xfrm>
            <a:off x="2891325" y="3106773"/>
            <a:ext cx="1596873" cy="945884"/>
          </a:xfrm>
          <a:prstGeom prst="rect">
            <a:avLst/>
          </a:prstGeom>
          <a:noFill/>
          <a:ln w="9525">
            <a:noFill/>
          </a:ln>
        </p:spPr>
        <p:txBody>
          <a:bodyPr wrap="square" lIns="68582" tIns="34292" rIns="68582" bIns="34292">
            <a:spAutoFit/>
          </a:bodyPr>
          <a:lstStyle/>
          <a:p>
            <a:pPr algn="ctr" defTabSz="913981">
              <a:spcBef>
                <a:spcPct val="20000"/>
              </a:spcBef>
              <a:defRPr/>
            </a:pPr>
            <a:r>
              <a:rPr lang="zh-CN" altLang="en-US" sz="900" dirty="0">
                <a:solidFill>
                  <a:schemeClr val="bg1">
                    <a:lumMod val="50000"/>
                  </a:schemeClr>
                </a:solidFill>
              </a:rPr>
              <a:t>单击此处可编辑内容单击此处可编辑内容单击此处可编辑内容单击此处可编辑内容单击此处可编辑内容单击此处可编辑内容</a:t>
            </a:r>
            <a:endParaRPr lang="en-US" altLang="zh-CN" sz="900" dirty="0">
              <a:solidFill>
                <a:schemeClr val="bg1">
                  <a:lumMod val="50000"/>
                </a:schemeClr>
              </a:solidFill>
            </a:endParaRPr>
          </a:p>
          <a:p>
            <a:pPr algn="ctr" defTabSz="913981">
              <a:spcBef>
                <a:spcPct val="20000"/>
              </a:spcBef>
              <a:defRPr/>
            </a:pPr>
            <a:endParaRPr lang="en-US" altLang="zh-CN" sz="900" dirty="0">
              <a:solidFill>
                <a:schemeClr val="bg1">
                  <a:lumMod val="50000"/>
                </a:schemeClr>
              </a:solidFill>
            </a:endParaRPr>
          </a:p>
        </p:txBody>
      </p:sp>
      <p:sp>
        <p:nvSpPr>
          <p:cNvPr id="69" name="矩形 68"/>
          <p:cNvSpPr>
            <a:spLocks noChangeArrowheads="1"/>
          </p:cNvSpPr>
          <p:nvPr/>
        </p:nvSpPr>
        <p:spPr bwMode="auto">
          <a:xfrm>
            <a:off x="4808071" y="2852813"/>
            <a:ext cx="1351595" cy="257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2" tIns="34292" rIns="68582" bIns="34292">
            <a:spAutoFit/>
          </a:bodyPr>
          <a:lstStyle/>
          <a:p>
            <a:pPr lvl="0" algn="ctr"/>
            <a:r>
              <a:rPr lang="zh-CN" altLang="en-US" sz="1200" b="1" dirty="0">
                <a:solidFill>
                  <a:schemeClr val="bg1">
                    <a:lumMod val="50000"/>
                  </a:schemeClr>
                </a:solidFill>
                <a:latin typeface="微软雅黑" panose="020B0503020204020204" pitchFamily="34" charset="-122"/>
                <a:ea typeface="微软雅黑" panose="020B0503020204020204" pitchFamily="34" charset="-122"/>
              </a:rPr>
              <a:t>单击添加标题</a:t>
            </a:r>
            <a:endParaRPr lang="en-US" altLang="zh-CN" sz="1100" dirty="0">
              <a:solidFill>
                <a:schemeClr val="bg1">
                  <a:lumMod val="50000"/>
                </a:schemeClr>
              </a:solidFill>
              <a:latin typeface="Bebas Neue" panose="020B0606020202050201" pitchFamily="34" charset="0"/>
              <a:ea typeface="微软雅黑" panose="020B0503020204020204" pitchFamily="34" charset="-122"/>
            </a:endParaRPr>
          </a:p>
        </p:txBody>
      </p:sp>
      <p:sp>
        <p:nvSpPr>
          <p:cNvPr id="70" name="文本框 40"/>
          <p:cNvSpPr txBox="1"/>
          <p:nvPr/>
        </p:nvSpPr>
        <p:spPr>
          <a:xfrm>
            <a:off x="4683860" y="3106773"/>
            <a:ext cx="1596873" cy="945884"/>
          </a:xfrm>
          <a:prstGeom prst="rect">
            <a:avLst/>
          </a:prstGeom>
          <a:noFill/>
          <a:ln w="9525">
            <a:noFill/>
          </a:ln>
        </p:spPr>
        <p:txBody>
          <a:bodyPr wrap="square" lIns="68582" tIns="34292" rIns="68582" bIns="34292">
            <a:spAutoFit/>
          </a:bodyPr>
          <a:lstStyle/>
          <a:p>
            <a:pPr algn="ctr" defTabSz="913981">
              <a:spcBef>
                <a:spcPct val="20000"/>
              </a:spcBef>
              <a:defRPr/>
            </a:pPr>
            <a:r>
              <a:rPr lang="zh-CN" altLang="en-US" sz="900" dirty="0">
                <a:solidFill>
                  <a:schemeClr val="bg1">
                    <a:lumMod val="50000"/>
                  </a:schemeClr>
                </a:solidFill>
              </a:rPr>
              <a:t>单击此处可编辑内容单击此处可编辑内容单击此处可编辑内容单击此处可编辑内容单击此处可编辑内容单击此处可编辑内容</a:t>
            </a:r>
            <a:endParaRPr lang="en-US" altLang="zh-CN" sz="900" dirty="0">
              <a:solidFill>
                <a:schemeClr val="bg1">
                  <a:lumMod val="50000"/>
                </a:schemeClr>
              </a:solidFill>
            </a:endParaRPr>
          </a:p>
          <a:p>
            <a:pPr algn="ctr" defTabSz="913981">
              <a:spcBef>
                <a:spcPct val="20000"/>
              </a:spcBef>
              <a:defRPr/>
            </a:pPr>
            <a:endParaRPr lang="en-US" altLang="zh-CN" sz="900" dirty="0">
              <a:solidFill>
                <a:schemeClr val="bg1">
                  <a:lumMod val="50000"/>
                </a:schemeClr>
              </a:solidFill>
            </a:endParaRPr>
          </a:p>
        </p:txBody>
      </p:sp>
      <p:sp>
        <p:nvSpPr>
          <p:cNvPr id="71" name="矩形 70"/>
          <p:cNvSpPr>
            <a:spLocks noChangeArrowheads="1"/>
          </p:cNvSpPr>
          <p:nvPr/>
        </p:nvSpPr>
        <p:spPr bwMode="auto">
          <a:xfrm>
            <a:off x="6600605" y="2852813"/>
            <a:ext cx="1351595" cy="257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2" tIns="34292" rIns="68582" bIns="34292">
            <a:spAutoFit/>
          </a:bodyPr>
          <a:lstStyle/>
          <a:p>
            <a:pPr lvl="0" algn="ctr"/>
            <a:r>
              <a:rPr lang="zh-CN" altLang="en-US" sz="1200" b="1" dirty="0">
                <a:solidFill>
                  <a:schemeClr val="bg1">
                    <a:lumMod val="50000"/>
                  </a:schemeClr>
                </a:solidFill>
                <a:latin typeface="微软雅黑" panose="020B0503020204020204" pitchFamily="34" charset="-122"/>
                <a:ea typeface="微软雅黑" panose="020B0503020204020204" pitchFamily="34" charset="-122"/>
              </a:rPr>
              <a:t>单击添加标题</a:t>
            </a:r>
            <a:endParaRPr lang="en-US" altLang="zh-CN" sz="1100" dirty="0">
              <a:solidFill>
                <a:schemeClr val="bg1">
                  <a:lumMod val="50000"/>
                </a:schemeClr>
              </a:solidFill>
              <a:latin typeface="Bebas Neue" panose="020B0606020202050201" pitchFamily="34" charset="0"/>
              <a:ea typeface="微软雅黑" panose="020B0503020204020204" pitchFamily="34" charset="-122"/>
            </a:endParaRPr>
          </a:p>
        </p:txBody>
      </p:sp>
      <p:sp>
        <p:nvSpPr>
          <p:cNvPr id="72" name="文本框 40"/>
          <p:cNvSpPr txBox="1"/>
          <p:nvPr/>
        </p:nvSpPr>
        <p:spPr>
          <a:xfrm>
            <a:off x="6476396" y="3106773"/>
            <a:ext cx="1596873" cy="945884"/>
          </a:xfrm>
          <a:prstGeom prst="rect">
            <a:avLst/>
          </a:prstGeom>
          <a:noFill/>
          <a:ln w="9525">
            <a:noFill/>
          </a:ln>
        </p:spPr>
        <p:txBody>
          <a:bodyPr wrap="square" lIns="68582" tIns="34292" rIns="68582" bIns="34292">
            <a:spAutoFit/>
          </a:bodyPr>
          <a:lstStyle/>
          <a:p>
            <a:pPr algn="ctr" defTabSz="913981">
              <a:spcBef>
                <a:spcPct val="20000"/>
              </a:spcBef>
              <a:defRPr/>
            </a:pPr>
            <a:r>
              <a:rPr lang="zh-CN" altLang="en-US" sz="900" dirty="0">
                <a:solidFill>
                  <a:schemeClr val="bg1">
                    <a:lumMod val="50000"/>
                  </a:schemeClr>
                </a:solidFill>
              </a:rPr>
              <a:t>单击此处可编辑内容单击此处可编辑内容单击此处可编辑内容单击此处可编辑内容单击此处可编辑内容单击此处可编辑内容</a:t>
            </a:r>
            <a:endParaRPr lang="en-US" altLang="zh-CN" sz="900" dirty="0">
              <a:solidFill>
                <a:schemeClr val="bg1">
                  <a:lumMod val="50000"/>
                </a:schemeClr>
              </a:solidFill>
            </a:endParaRPr>
          </a:p>
          <a:p>
            <a:pPr algn="ctr" defTabSz="913981">
              <a:spcBef>
                <a:spcPct val="20000"/>
              </a:spcBef>
              <a:defRPr/>
            </a:pPr>
            <a:endParaRPr lang="en-US" altLang="zh-CN" sz="900" dirty="0">
              <a:solidFill>
                <a:schemeClr val="bg1">
                  <a:lumMod val="50000"/>
                </a:schemeClr>
              </a:solidFill>
            </a:endParaRPr>
          </a:p>
        </p:txBody>
      </p:sp>
      <p:pic>
        <p:nvPicPr>
          <p:cNvPr id="22" name="图片 2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37905" y="61236"/>
            <a:ext cx="979629" cy="909108"/>
          </a:xfrm>
          <a:prstGeom prst="rect">
            <a:avLst/>
          </a:prstGeom>
        </p:spPr>
      </p:pic>
    </p:spTree>
    <p:extLst>
      <p:ext uri="{BB962C8B-B14F-4D97-AF65-F5344CB8AC3E}">
        <p14:creationId xmlns:p14="http://schemas.microsoft.com/office/powerpoint/2010/main" val="1121114607"/>
      </p:ext>
    </p:extLst>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p:cTn id="7" dur="500" fill="hold"/>
                                        <p:tgtEl>
                                          <p:spTgt spid="57"/>
                                        </p:tgtEl>
                                        <p:attrNameLst>
                                          <p:attrName>ppt_w</p:attrName>
                                        </p:attrNameLst>
                                      </p:cBhvr>
                                      <p:tavLst>
                                        <p:tav tm="0">
                                          <p:val>
                                            <p:fltVal val="0"/>
                                          </p:val>
                                        </p:tav>
                                        <p:tav tm="100000">
                                          <p:val>
                                            <p:strVal val="#ppt_w"/>
                                          </p:val>
                                        </p:tav>
                                      </p:tavLst>
                                    </p:anim>
                                    <p:anim calcmode="lin" valueType="num">
                                      <p:cBhvr>
                                        <p:cTn id="8" dur="500" fill="hold"/>
                                        <p:tgtEl>
                                          <p:spTgt spid="57"/>
                                        </p:tgtEl>
                                        <p:attrNameLst>
                                          <p:attrName>ppt_h</p:attrName>
                                        </p:attrNameLst>
                                      </p:cBhvr>
                                      <p:tavLst>
                                        <p:tav tm="0">
                                          <p:val>
                                            <p:fltVal val="0"/>
                                          </p:val>
                                        </p:tav>
                                        <p:tav tm="100000">
                                          <p:val>
                                            <p:strVal val="#ppt_h"/>
                                          </p:val>
                                        </p:tav>
                                      </p:tavLst>
                                    </p:anim>
                                    <p:animEffect transition="in" filter="fade">
                                      <p:cBhvr>
                                        <p:cTn id="9" dur="500"/>
                                        <p:tgtEl>
                                          <p:spTgt spid="5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58"/>
                                        </p:tgtEl>
                                        <p:attrNameLst>
                                          <p:attrName>style.visibility</p:attrName>
                                        </p:attrNameLst>
                                      </p:cBhvr>
                                      <p:to>
                                        <p:strVal val="visible"/>
                                      </p:to>
                                    </p:set>
                                    <p:anim calcmode="lin" valueType="num">
                                      <p:cBhvr>
                                        <p:cTn id="13" dur="500" fill="hold"/>
                                        <p:tgtEl>
                                          <p:spTgt spid="58"/>
                                        </p:tgtEl>
                                        <p:attrNameLst>
                                          <p:attrName>ppt_w</p:attrName>
                                        </p:attrNameLst>
                                      </p:cBhvr>
                                      <p:tavLst>
                                        <p:tav tm="0">
                                          <p:val>
                                            <p:fltVal val="0"/>
                                          </p:val>
                                        </p:tav>
                                        <p:tav tm="100000">
                                          <p:val>
                                            <p:strVal val="#ppt_w"/>
                                          </p:val>
                                        </p:tav>
                                      </p:tavLst>
                                    </p:anim>
                                    <p:anim calcmode="lin" valueType="num">
                                      <p:cBhvr>
                                        <p:cTn id="14" dur="500" fill="hold"/>
                                        <p:tgtEl>
                                          <p:spTgt spid="58"/>
                                        </p:tgtEl>
                                        <p:attrNameLst>
                                          <p:attrName>ppt_h</p:attrName>
                                        </p:attrNameLst>
                                      </p:cBhvr>
                                      <p:tavLst>
                                        <p:tav tm="0">
                                          <p:val>
                                            <p:fltVal val="0"/>
                                          </p:val>
                                        </p:tav>
                                        <p:tav tm="100000">
                                          <p:val>
                                            <p:strVal val="#ppt_h"/>
                                          </p:val>
                                        </p:tav>
                                      </p:tavLst>
                                    </p:anim>
                                    <p:animEffect transition="in" filter="fade">
                                      <p:cBhvr>
                                        <p:cTn id="15" dur="500"/>
                                        <p:tgtEl>
                                          <p:spTgt spid="58"/>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59"/>
                                        </p:tgtEl>
                                        <p:attrNameLst>
                                          <p:attrName>style.visibility</p:attrName>
                                        </p:attrNameLst>
                                      </p:cBhvr>
                                      <p:to>
                                        <p:strVal val="visible"/>
                                      </p:to>
                                    </p:set>
                                    <p:anim calcmode="lin" valueType="num">
                                      <p:cBhvr>
                                        <p:cTn id="19" dur="500" fill="hold"/>
                                        <p:tgtEl>
                                          <p:spTgt spid="59"/>
                                        </p:tgtEl>
                                        <p:attrNameLst>
                                          <p:attrName>ppt_w</p:attrName>
                                        </p:attrNameLst>
                                      </p:cBhvr>
                                      <p:tavLst>
                                        <p:tav tm="0">
                                          <p:val>
                                            <p:fltVal val="0"/>
                                          </p:val>
                                        </p:tav>
                                        <p:tav tm="100000">
                                          <p:val>
                                            <p:strVal val="#ppt_w"/>
                                          </p:val>
                                        </p:tav>
                                      </p:tavLst>
                                    </p:anim>
                                    <p:anim calcmode="lin" valueType="num">
                                      <p:cBhvr>
                                        <p:cTn id="20" dur="500" fill="hold"/>
                                        <p:tgtEl>
                                          <p:spTgt spid="59"/>
                                        </p:tgtEl>
                                        <p:attrNameLst>
                                          <p:attrName>ppt_h</p:attrName>
                                        </p:attrNameLst>
                                      </p:cBhvr>
                                      <p:tavLst>
                                        <p:tav tm="0">
                                          <p:val>
                                            <p:fltVal val="0"/>
                                          </p:val>
                                        </p:tav>
                                        <p:tav tm="100000">
                                          <p:val>
                                            <p:strVal val="#ppt_h"/>
                                          </p:val>
                                        </p:tav>
                                      </p:tavLst>
                                    </p:anim>
                                    <p:animEffect transition="in" filter="fade">
                                      <p:cBhvr>
                                        <p:cTn id="21" dur="500"/>
                                        <p:tgtEl>
                                          <p:spTgt spid="59"/>
                                        </p:tgtEl>
                                      </p:cBhvr>
                                    </p:animEffect>
                                  </p:childTnLst>
                                </p:cTn>
                              </p:par>
                            </p:childTnLst>
                          </p:cTn>
                        </p:par>
                        <p:par>
                          <p:cTn id="22" fill="hold">
                            <p:stCondLst>
                              <p:cond delay="1500"/>
                            </p:stCondLst>
                            <p:childTnLst>
                              <p:par>
                                <p:cTn id="23" presetID="53" presetClass="entr" presetSubtype="16" fill="hold" grpId="0" nodeType="afterEffect">
                                  <p:stCondLst>
                                    <p:cond delay="0"/>
                                  </p:stCondLst>
                                  <p:childTnLst>
                                    <p:set>
                                      <p:cBhvr>
                                        <p:cTn id="24" dur="1" fill="hold">
                                          <p:stCondLst>
                                            <p:cond delay="0"/>
                                          </p:stCondLst>
                                        </p:cTn>
                                        <p:tgtEl>
                                          <p:spTgt spid="60"/>
                                        </p:tgtEl>
                                        <p:attrNameLst>
                                          <p:attrName>style.visibility</p:attrName>
                                        </p:attrNameLst>
                                      </p:cBhvr>
                                      <p:to>
                                        <p:strVal val="visible"/>
                                      </p:to>
                                    </p:set>
                                    <p:anim calcmode="lin" valueType="num">
                                      <p:cBhvr>
                                        <p:cTn id="25" dur="500" fill="hold"/>
                                        <p:tgtEl>
                                          <p:spTgt spid="60"/>
                                        </p:tgtEl>
                                        <p:attrNameLst>
                                          <p:attrName>ppt_w</p:attrName>
                                        </p:attrNameLst>
                                      </p:cBhvr>
                                      <p:tavLst>
                                        <p:tav tm="0">
                                          <p:val>
                                            <p:fltVal val="0"/>
                                          </p:val>
                                        </p:tav>
                                        <p:tav tm="100000">
                                          <p:val>
                                            <p:strVal val="#ppt_w"/>
                                          </p:val>
                                        </p:tav>
                                      </p:tavLst>
                                    </p:anim>
                                    <p:anim calcmode="lin" valueType="num">
                                      <p:cBhvr>
                                        <p:cTn id="26" dur="500" fill="hold"/>
                                        <p:tgtEl>
                                          <p:spTgt spid="60"/>
                                        </p:tgtEl>
                                        <p:attrNameLst>
                                          <p:attrName>ppt_h</p:attrName>
                                        </p:attrNameLst>
                                      </p:cBhvr>
                                      <p:tavLst>
                                        <p:tav tm="0">
                                          <p:val>
                                            <p:fltVal val="0"/>
                                          </p:val>
                                        </p:tav>
                                        <p:tav tm="100000">
                                          <p:val>
                                            <p:strVal val="#ppt_h"/>
                                          </p:val>
                                        </p:tav>
                                      </p:tavLst>
                                    </p:anim>
                                    <p:animEffect transition="in" filter="fade">
                                      <p:cBhvr>
                                        <p:cTn id="27" dur="500"/>
                                        <p:tgtEl>
                                          <p:spTgt spid="60"/>
                                        </p:tgtEl>
                                      </p:cBhvr>
                                    </p:animEffect>
                                  </p:childTnLst>
                                </p:cTn>
                              </p:par>
                            </p:childTnLst>
                          </p:cTn>
                        </p:par>
                        <p:par>
                          <p:cTn id="28" fill="hold">
                            <p:stCondLst>
                              <p:cond delay="2000"/>
                            </p:stCondLst>
                            <p:childTnLst>
                              <p:par>
                                <p:cTn id="29" presetID="53" presetClass="entr" presetSubtype="16" fill="hold" grpId="0" nodeType="afterEffect">
                                  <p:stCondLst>
                                    <p:cond delay="0"/>
                                  </p:stCondLst>
                                  <p:childTnLst>
                                    <p:set>
                                      <p:cBhvr>
                                        <p:cTn id="30" dur="1" fill="hold">
                                          <p:stCondLst>
                                            <p:cond delay="0"/>
                                          </p:stCondLst>
                                        </p:cTn>
                                        <p:tgtEl>
                                          <p:spTgt spid="61"/>
                                        </p:tgtEl>
                                        <p:attrNameLst>
                                          <p:attrName>style.visibility</p:attrName>
                                        </p:attrNameLst>
                                      </p:cBhvr>
                                      <p:to>
                                        <p:strVal val="visible"/>
                                      </p:to>
                                    </p:set>
                                    <p:anim calcmode="lin" valueType="num">
                                      <p:cBhvr>
                                        <p:cTn id="31" dur="500" fill="hold"/>
                                        <p:tgtEl>
                                          <p:spTgt spid="61"/>
                                        </p:tgtEl>
                                        <p:attrNameLst>
                                          <p:attrName>ppt_w</p:attrName>
                                        </p:attrNameLst>
                                      </p:cBhvr>
                                      <p:tavLst>
                                        <p:tav tm="0">
                                          <p:val>
                                            <p:fltVal val="0"/>
                                          </p:val>
                                        </p:tav>
                                        <p:tav tm="100000">
                                          <p:val>
                                            <p:strVal val="#ppt_w"/>
                                          </p:val>
                                        </p:tav>
                                      </p:tavLst>
                                    </p:anim>
                                    <p:anim calcmode="lin" valueType="num">
                                      <p:cBhvr>
                                        <p:cTn id="32" dur="500" fill="hold"/>
                                        <p:tgtEl>
                                          <p:spTgt spid="61"/>
                                        </p:tgtEl>
                                        <p:attrNameLst>
                                          <p:attrName>ppt_h</p:attrName>
                                        </p:attrNameLst>
                                      </p:cBhvr>
                                      <p:tavLst>
                                        <p:tav tm="0">
                                          <p:val>
                                            <p:fltVal val="0"/>
                                          </p:val>
                                        </p:tav>
                                        <p:tav tm="100000">
                                          <p:val>
                                            <p:strVal val="#ppt_h"/>
                                          </p:val>
                                        </p:tav>
                                      </p:tavLst>
                                    </p:anim>
                                    <p:animEffect transition="in" filter="fade">
                                      <p:cBhvr>
                                        <p:cTn id="33" dur="500"/>
                                        <p:tgtEl>
                                          <p:spTgt spid="61"/>
                                        </p:tgtEl>
                                      </p:cBhvr>
                                    </p:animEffect>
                                  </p:childTnLst>
                                </p:cTn>
                              </p:par>
                            </p:childTnLst>
                          </p:cTn>
                        </p:par>
                        <p:par>
                          <p:cTn id="34" fill="hold">
                            <p:stCondLst>
                              <p:cond delay="2500"/>
                            </p:stCondLst>
                            <p:childTnLst>
                              <p:par>
                                <p:cTn id="35" presetID="53" presetClass="entr" presetSubtype="16" fill="hold" nodeType="afterEffect">
                                  <p:stCondLst>
                                    <p:cond delay="0"/>
                                  </p:stCondLst>
                                  <p:childTnLst>
                                    <p:set>
                                      <p:cBhvr>
                                        <p:cTn id="36" dur="1" fill="hold">
                                          <p:stCondLst>
                                            <p:cond delay="0"/>
                                          </p:stCondLst>
                                        </p:cTn>
                                        <p:tgtEl>
                                          <p:spTgt spid="62"/>
                                        </p:tgtEl>
                                        <p:attrNameLst>
                                          <p:attrName>style.visibility</p:attrName>
                                        </p:attrNameLst>
                                      </p:cBhvr>
                                      <p:to>
                                        <p:strVal val="visible"/>
                                      </p:to>
                                    </p:set>
                                    <p:anim calcmode="lin" valueType="num">
                                      <p:cBhvr>
                                        <p:cTn id="37" dur="500" fill="hold"/>
                                        <p:tgtEl>
                                          <p:spTgt spid="62"/>
                                        </p:tgtEl>
                                        <p:attrNameLst>
                                          <p:attrName>ppt_w</p:attrName>
                                        </p:attrNameLst>
                                      </p:cBhvr>
                                      <p:tavLst>
                                        <p:tav tm="0">
                                          <p:val>
                                            <p:fltVal val="0"/>
                                          </p:val>
                                        </p:tav>
                                        <p:tav tm="100000">
                                          <p:val>
                                            <p:strVal val="#ppt_w"/>
                                          </p:val>
                                        </p:tav>
                                      </p:tavLst>
                                    </p:anim>
                                    <p:anim calcmode="lin" valueType="num">
                                      <p:cBhvr>
                                        <p:cTn id="38" dur="500" fill="hold"/>
                                        <p:tgtEl>
                                          <p:spTgt spid="62"/>
                                        </p:tgtEl>
                                        <p:attrNameLst>
                                          <p:attrName>ppt_h</p:attrName>
                                        </p:attrNameLst>
                                      </p:cBhvr>
                                      <p:tavLst>
                                        <p:tav tm="0">
                                          <p:val>
                                            <p:fltVal val="0"/>
                                          </p:val>
                                        </p:tav>
                                        <p:tav tm="100000">
                                          <p:val>
                                            <p:strVal val="#ppt_h"/>
                                          </p:val>
                                        </p:tav>
                                      </p:tavLst>
                                    </p:anim>
                                    <p:animEffect transition="in" filter="fade">
                                      <p:cBhvr>
                                        <p:cTn id="39" dur="500"/>
                                        <p:tgtEl>
                                          <p:spTgt spid="62"/>
                                        </p:tgtEl>
                                      </p:cBhvr>
                                    </p:animEffect>
                                  </p:childTnLst>
                                </p:cTn>
                              </p:par>
                            </p:childTnLst>
                          </p:cTn>
                        </p:par>
                        <p:par>
                          <p:cTn id="40" fill="hold">
                            <p:stCondLst>
                              <p:cond delay="3000"/>
                            </p:stCondLst>
                            <p:childTnLst>
                              <p:par>
                                <p:cTn id="41" presetID="53" presetClass="entr" presetSubtype="16" fill="hold" nodeType="afterEffect">
                                  <p:stCondLst>
                                    <p:cond delay="0"/>
                                  </p:stCondLst>
                                  <p:childTnLst>
                                    <p:set>
                                      <p:cBhvr>
                                        <p:cTn id="42" dur="1" fill="hold">
                                          <p:stCondLst>
                                            <p:cond delay="0"/>
                                          </p:stCondLst>
                                        </p:cTn>
                                        <p:tgtEl>
                                          <p:spTgt spid="63"/>
                                        </p:tgtEl>
                                        <p:attrNameLst>
                                          <p:attrName>style.visibility</p:attrName>
                                        </p:attrNameLst>
                                      </p:cBhvr>
                                      <p:to>
                                        <p:strVal val="visible"/>
                                      </p:to>
                                    </p:set>
                                    <p:anim calcmode="lin" valueType="num">
                                      <p:cBhvr>
                                        <p:cTn id="43" dur="500" fill="hold"/>
                                        <p:tgtEl>
                                          <p:spTgt spid="63"/>
                                        </p:tgtEl>
                                        <p:attrNameLst>
                                          <p:attrName>ppt_w</p:attrName>
                                        </p:attrNameLst>
                                      </p:cBhvr>
                                      <p:tavLst>
                                        <p:tav tm="0">
                                          <p:val>
                                            <p:fltVal val="0"/>
                                          </p:val>
                                        </p:tav>
                                        <p:tav tm="100000">
                                          <p:val>
                                            <p:strVal val="#ppt_w"/>
                                          </p:val>
                                        </p:tav>
                                      </p:tavLst>
                                    </p:anim>
                                    <p:anim calcmode="lin" valueType="num">
                                      <p:cBhvr>
                                        <p:cTn id="44" dur="500" fill="hold"/>
                                        <p:tgtEl>
                                          <p:spTgt spid="63"/>
                                        </p:tgtEl>
                                        <p:attrNameLst>
                                          <p:attrName>ppt_h</p:attrName>
                                        </p:attrNameLst>
                                      </p:cBhvr>
                                      <p:tavLst>
                                        <p:tav tm="0">
                                          <p:val>
                                            <p:fltVal val="0"/>
                                          </p:val>
                                        </p:tav>
                                        <p:tav tm="100000">
                                          <p:val>
                                            <p:strVal val="#ppt_h"/>
                                          </p:val>
                                        </p:tav>
                                      </p:tavLst>
                                    </p:anim>
                                    <p:animEffect transition="in" filter="fade">
                                      <p:cBhvr>
                                        <p:cTn id="45" dur="500"/>
                                        <p:tgtEl>
                                          <p:spTgt spid="63"/>
                                        </p:tgtEl>
                                      </p:cBhvr>
                                    </p:animEffect>
                                  </p:childTnLst>
                                </p:cTn>
                              </p:par>
                            </p:childTnLst>
                          </p:cTn>
                        </p:par>
                        <p:par>
                          <p:cTn id="46" fill="hold">
                            <p:stCondLst>
                              <p:cond delay="3500"/>
                            </p:stCondLst>
                            <p:childTnLst>
                              <p:par>
                                <p:cTn id="47" presetID="53" presetClass="entr" presetSubtype="16" fill="hold" grpId="0" nodeType="afterEffect">
                                  <p:stCondLst>
                                    <p:cond delay="0"/>
                                  </p:stCondLst>
                                  <p:childTnLst>
                                    <p:set>
                                      <p:cBhvr>
                                        <p:cTn id="48" dur="1" fill="hold">
                                          <p:stCondLst>
                                            <p:cond delay="0"/>
                                          </p:stCondLst>
                                        </p:cTn>
                                        <p:tgtEl>
                                          <p:spTgt spid="64"/>
                                        </p:tgtEl>
                                        <p:attrNameLst>
                                          <p:attrName>style.visibility</p:attrName>
                                        </p:attrNameLst>
                                      </p:cBhvr>
                                      <p:to>
                                        <p:strVal val="visible"/>
                                      </p:to>
                                    </p:set>
                                    <p:anim calcmode="lin" valueType="num">
                                      <p:cBhvr>
                                        <p:cTn id="49" dur="500" fill="hold"/>
                                        <p:tgtEl>
                                          <p:spTgt spid="64"/>
                                        </p:tgtEl>
                                        <p:attrNameLst>
                                          <p:attrName>ppt_w</p:attrName>
                                        </p:attrNameLst>
                                      </p:cBhvr>
                                      <p:tavLst>
                                        <p:tav tm="0">
                                          <p:val>
                                            <p:fltVal val="0"/>
                                          </p:val>
                                        </p:tav>
                                        <p:tav tm="100000">
                                          <p:val>
                                            <p:strVal val="#ppt_w"/>
                                          </p:val>
                                        </p:tav>
                                      </p:tavLst>
                                    </p:anim>
                                    <p:anim calcmode="lin" valueType="num">
                                      <p:cBhvr>
                                        <p:cTn id="50" dur="500" fill="hold"/>
                                        <p:tgtEl>
                                          <p:spTgt spid="64"/>
                                        </p:tgtEl>
                                        <p:attrNameLst>
                                          <p:attrName>ppt_h</p:attrName>
                                        </p:attrNameLst>
                                      </p:cBhvr>
                                      <p:tavLst>
                                        <p:tav tm="0">
                                          <p:val>
                                            <p:fltVal val="0"/>
                                          </p:val>
                                        </p:tav>
                                        <p:tav tm="100000">
                                          <p:val>
                                            <p:strVal val="#ppt_h"/>
                                          </p:val>
                                        </p:tav>
                                      </p:tavLst>
                                    </p:anim>
                                    <p:animEffect transition="in" filter="fade">
                                      <p:cBhvr>
                                        <p:cTn id="51" dur="500"/>
                                        <p:tgtEl>
                                          <p:spTgt spid="64"/>
                                        </p:tgtEl>
                                      </p:cBhvr>
                                    </p:animEffect>
                                  </p:childTnLst>
                                </p:cTn>
                              </p:par>
                            </p:childTnLst>
                          </p:cTn>
                        </p:par>
                        <p:par>
                          <p:cTn id="52" fill="hold">
                            <p:stCondLst>
                              <p:cond delay="4000"/>
                            </p:stCondLst>
                            <p:childTnLst>
                              <p:par>
                                <p:cTn id="53" presetID="42" presetClass="entr" presetSubtype="0" fill="hold" grpId="0" nodeType="afterEffect">
                                  <p:stCondLst>
                                    <p:cond delay="0"/>
                                  </p:stCondLst>
                                  <p:childTnLst>
                                    <p:set>
                                      <p:cBhvr>
                                        <p:cTn id="54" dur="1" fill="hold">
                                          <p:stCondLst>
                                            <p:cond delay="0"/>
                                          </p:stCondLst>
                                        </p:cTn>
                                        <p:tgtEl>
                                          <p:spTgt spid="65"/>
                                        </p:tgtEl>
                                        <p:attrNameLst>
                                          <p:attrName>style.visibility</p:attrName>
                                        </p:attrNameLst>
                                      </p:cBhvr>
                                      <p:to>
                                        <p:strVal val="visible"/>
                                      </p:to>
                                    </p:set>
                                    <p:animEffect transition="in" filter="fade">
                                      <p:cBhvr>
                                        <p:cTn id="55" dur="1000"/>
                                        <p:tgtEl>
                                          <p:spTgt spid="65"/>
                                        </p:tgtEl>
                                      </p:cBhvr>
                                    </p:animEffect>
                                    <p:anim calcmode="lin" valueType="num">
                                      <p:cBhvr>
                                        <p:cTn id="56" dur="1000" fill="hold"/>
                                        <p:tgtEl>
                                          <p:spTgt spid="65"/>
                                        </p:tgtEl>
                                        <p:attrNameLst>
                                          <p:attrName>ppt_x</p:attrName>
                                        </p:attrNameLst>
                                      </p:cBhvr>
                                      <p:tavLst>
                                        <p:tav tm="0">
                                          <p:val>
                                            <p:strVal val="#ppt_x"/>
                                          </p:val>
                                        </p:tav>
                                        <p:tav tm="100000">
                                          <p:val>
                                            <p:strVal val="#ppt_x"/>
                                          </p:val>
                                        </p:tav>
                                      </p:tavLst>
                                    </p:anim>
                                    <p:anim calcmode="lin" valueType="num">
                                      <p:cBhvr>
                                        <p:cTn id="57" dur="1000" fill="hold"/>
                                        <p:tgtEl>
                                          <p:spTgt spid="65"/>
                                        </p:tgtEl>
                                        <p:attrNameLst>
                                          <p:attrName>ppt_y</p:attrName>
                                        </p:attrNameLst>
                                      </p:cBhvr>
                                      <p:tavLst>
                                        <p:tav tm="0">
                                          <p:val>
                                            <p:strVal val="#ppt_y+.1"/>
                                          </p:val>
                                        </p:tav>
                                        <p:tav tm="100000">
                                          <p:val>
                                            <p:strVal val="#ppt_y"/>
                                          </p:val>
                                        </p:tav>
                                      </p:tavLst>
                                    </p:anim>
                                  </p:childTnLst>
                                </p:cTn>
                              </p:par>
                            </p:childTnLst>
                          </p:cTn>
                        </p:par>
                        <p:par>
                          <p:cTn id="58" fill="hold">
                            <p:stCondLst>
                              <p:cond delay="5000"/>
                            </p:stCondLst>
                            <p:childTnLst>
                              <p:par>
                                <p:cTn id="59" presetID="42" presetClass="entr" presetSubtype="0" fill="hold" grpId="0" nodeType="afterEffect">
                                  <p:stCondLst>
                                    <p:cond delay="0"/>
                                  </p:stCondLst>
                                  <p:childTnLst>
                                    <p:set>
                                      <p:cBhvr>
                                        <p:cTn id="60" dur="1" fill="hold">
                                          <p:stCondLst>
                                            <p:cond delay="0"/>
                                          </p:stCondLst>
                                        </p:cTn>
                                        <p:tgtEl>
                                          <p:spTgt spid="66"/>
                                        </p:tgtEl>
                                        <p:attrNameLst>
                                          <p:attrName>style.visibility</p:attrName>
                                        </p:attrNameLst>
                                      </p:cBhvr>
                                      <p:to>
                                        <p:strVal val="visible"/>
                                      </p:to>
                                    </p:set>
                                    <p:animEffect transition="in" filter="fade">
                                      <p:cBhvr>
                                        <p:cTn id="61" dur="1000"/>
                                        <p:tgtEl>
                                          <p:spTgt spid="66"/>
                                        </p:tgtEl>
                                      </p:cBhvr>
                                    </p:animEffect>
                                    <p:anim calcmode="lin" valueType="num">
                                      <p:cBhvr>
                                        <p:cTn id="62" dur="1000" fill="hold"/>
                                        <p:tgtEl>
                                          <p:spTgt spid="66"/>
                                        </p:tgtEl>
                                        <p:attrNameLst>
                                          <p:attrName>ppt_x</p:attrName>
                                        </p:attrNameLst>
                                      </p:cBhvr>
                                      <p:tavLst>
                                        <p:tav tm="0">
                                          <p:val>
                                            <p:strVal val="#ppt_x"/>
                                          </p:val>
                                        </p:tav>
                                        <p:tav tm="100000">
                                          <p:val>
                                            <p:strVal val="#ppt_x"/>
                                          </p:val>
                                        </p:tav>
                                      </p:tavLst>
                                    </p:anim>
                                    <p:anim calcmode="lin" valueType="num">
                                      <p:cBhvr>
                                        <p:cTn id="63" dur="1000" fill="hold"/>
                                        <p:tgtEl>
                                          <p:spTgt spid="66"/>
                                        </p:tgtEl>
                                        <p:attrNameLst>
                                          <p:attrName>ppt_y</p:attrName>
                                        </p:attrNameLst>
                                      </p:cBhvr>
                                      <p:tavLst>
                                        <p:tav tm="0">
                                          <p:val>
                                            <p:strVal val="#ppt_y+.1"/>
                                          </p:val>
                                        </p:tav>
                                        <p:tav tm="100000">
                                          <p:val>
                                            <p:strVal val="#ppt_y"/>
                                          </p:val>
                                        </p:tav>
                                      </p:tavLst>
                                    </p:anim>
                                  </p:childTnLst>
                                </p:cTn>
                              </p:par>
                            </p:childTnLst>
                          </p:cTn>
                        </p:par>
                        <p:par>
                          <p:cTn id="64" fill="hold">
                            <p:stCondLst>
                              <p:cond delay="6000"/>
                            </p:stCondLst>
                            <p:childTnLst>
                              <p:par>
                                <p:cTn id="65" presetID="42" presetClass="entr" presetSubtype="0" fill="hold" grpId="0" nodeType="afterEffect">
                                  <p:stCondLst>
                                    <p:cond delay="0"/>
                                  </p:stCondLst>
                                  <p:childTnLst>
                                    <p:set>
                                      <p:cBhvr>
                                        <p:cTn id="66" dur="1" fill="hold">
                                          <p:stCondLst>
                                            <p:cond delay="0"/>
                                          </p:stCondLst>
                                        </p:cTn>
                                        <p:tgtEl>
                                          <p:spTgt spid="67"/>
                                        </p:tgtEl>
                                        <p:attrNameLst>
                                          <p:attrName>style.visibility</p:attrName>
                                        </p:attrNameLst>
                                      </p:cBhvr>
                                      <p:to>
                                        <p:strVal val="visible"/>
                                      </p:to>
                                    </p:set>
                                    <p:animEffect transition="in" filter="fade">
                                      <p:cBhvr>
                                        <p:cTn id="67" dur="1000"/>
                                        <p:tgtEl>
                                          <p:spTgt spid="67"/>
                                        </p:tgtEl>
                                      </p:cBhvr>
                                    </p:animEffect>
                                    <p:anim calcmode="lin" valueType="num">
                                      <p:cBhvr>
                                        <p:cTn id="68" dur="1000" fill="hold"/>
                                        <p:tgtEl>
                                          <p:spTgt spid="67"/>
                                        </p:tgtEl>
                                        <p:attrNameLst>
                                          <p:attrName>ppt_x</p:attrName>
                                        </p:attrNameLst>
                                      </p:cBhvr>
                                      <p:tavLst>
                                        <p:tav tm="0">
                                          <p:val>
                                            <p:strVal val="#ppt_x"/>
                                          </p:val>
                                        </p:tav>
                                        <p:tav tm="100000">
                                          <p:val>
                                            <p:strVal val="#ppt_x"/>
                                          </p:val>
                                        </p:tav>
                                      </p:tavLst>
                                    </p:anim>
                                    <p:anim calcmode="lin" valueType="num">
                                      <p:cBhvr>
                                        <p:cTn id="69" dur="1000" fill="hold"/>
                                        <p:tgtEl>
                                          <p:spTgt spid="67"/>
                                        </p:tgtEl>
                                        <p:attrNameLst>
                                          <p:attrName>ppt_y</p:attrName>
                                        </p:attrNameLst>
                                      </p:cBhvr>
                                      <p:tavLst>
                                        <p:tav tm="0">
                                          <p:val>
                                            <p:strVal val="#ppt_y+.1"/>
                                          </p:val>
                                        </p:tav>
                                        <p:tav tm="100000">
                                          <p:val>
                                            <p:strVal val="#ppt_y"/>
                                          </p:val>
                                        </p:tav>
                                      </p:tavLst>
                                    </p:anim>
                                  </p:childTnLst>
                                </p:cTn>
                              </p:par>
                            </p:childTnLst>
                          </p:cTn>
                        </p:par>
                        <p:par>
                          <p:cTn id="70" fill="hold">
                            <p:stCondLst>
                              <p:cond delay="7000"/>
                            </p:stCondLst>
                            <p:childTnLst>
                              <p:par>
                                <p:cTn id="71" presetID="42" presetClass="entr" presetSubtype="0" fill="hold" grpId="0" nodeType="afterEffect">
                                  <p:stCondLst>
                                    <p:cond delay="0"/>
                                  </p:stCondLst>
                                  <p:childTnLst>
                                    <p:set>
                                      <p:cBhvr>
                                        <p:cTn id="72" dur="1" fill="hold">
                                          <p:stCondLst>
                                            <p:cond delay="0"/>
                                          </p:stCondLst>
                                        </p:cTn>
                                        <p:tgtEl>
                                          <p:spTgt spid="68"/>
                                        </p:tgtEl>
                                        <p:attrNameLst>
                                          <p:attrName>style.visibility</p:attrName>
                                        </p:attrNameLst>
                                      </p:cBhvr>
                                      <p:to>
                                        <p:strVal val="visible"/>
                                      </p:to>
                                    </p:set>
                                    <p:animEffect transition="in" filter="fade">
                                      <p:cBhvr>
                                        <p:cTn id="73" dur="1000"/>
                                        <p:tgtEl>
                                          <p:spTgt spid="68"/>
                                        </p:tgtEl>
                                      </p:cBhvr>
                                    </p:animEffect>
                                    <p:anim calcmode="lin" valueType="num">
                                      <p:cBhvr>
                                        <p:cTn id="74" dur="1000" fill="hold"/>
                                        <p:tgtEl>
                                          <p:spTgt spid="68"/>
                                        </p:tgtEl>
                                        <p:attrNameLst>
                                          <p:attrName>ppt_x</p:attrName>
                                        </p:attrNameLst>
                                      </p:cBhvr>
                                      <p:tavLst>
                                        <p:tav tm="0">
                                          <p:val>
                                            <p:strVal val="#ppt_x"/>
                                          </p:val>
                                        </p:tav>
                                        <p:tav tm="100000">
                                          <p:val>
                                            <p:strVal val="#ppt_x"/>
                                          </p:val>
                                        </p:tav>
                                      </p:tavLst>
                                    </p:anim>
                                    <p:anim calcmode="lin" valueType="num">
                                      <p:cBhvr>
                                        <p:cTn id="75" dur="1000" fill="hold"/>
                                        <p:tgtEl>
                                          <p:spTgt spid="68"/>
                                        </p:tgtEl>
                                        <p:attrNameLst>
                                          <p:attrName>ppt_y</p:attrName>
                                        </p:attrNameLst>
                                      </p:cBhvr>
                                      <p:tavLst>
                                        <p:tav tm="0">
                                          <p:val>
                                            <p:strVal val="#ppt_y+.1"/>
                                          </p:val>
                                        </p:tav>
                                        <p:tav tm="100000">
                                          <p:val>
                                            <p:strVal val="#ppt_y"/>
                                          </p:val>
                                        </p:tav>
                                      </p:tavLst>
                                    </p:anim>
                                  </p:childTnLst>
                                </p:cTn>
                              </p:par>
                            </p:childTnLst>
                          </p:cTn>
                        </p:par>
                        <p:par>
                          <p:cTn id="76" fill="hold">
                            <p:stCondLst>
                              <p:cond delay="8000"/>
                            </p:stCondLst>
                            <p:childTnLst>
                              <p:par>
                                <p:cTn id="77" presetID="42" presetClass="entr" presetSubtype="0" fill="hold" grpId="0" nodeType="afterEffect">
                                  <p:stCondLst>
                                    <p:cond delay="0"/>
                                  </p:stCondLst>
                                  <p:childTnLst>
                                    <p:set>
                                      <p:cBhvr>
                                        <p:cTn id="78" dur="1" fill="hold">
                                          <p:stCondLst>
                                            <p:cond delay="0"/>
                                          </p:stCondLst>
                                        </p:cTn>
                                        <p:tgtEl>
                                          <p:spTgt spid="69"/>
                                        </p:tgtEl>
                                        <p:attrNameLst>
                                          <p:attrName>style.visibility</p:attrName>
                                        </p:attrNameLst>
                                      </p:cBhvr>
                                      <p:to>
                                        <p:strVal val="visible"/>
                                      </p:to>
                                    </p:set>
                                    <p:animEffect transition="in" filter="fade">
                                      <p:cBhvr>
                                        <p:cTn id="79" dur="1000"/>
                                        <p:tgtEl>
                                          <p:spTgt spid="69"/>
                                        </p:tgtEl>
                                      </p:cBhvr>
                                    </p:animEffect>
                                    <p:anim calcmode="lin" valueType="num">
                                      <p:cBhvr>
                                        <p:cTn id="80" dur="1000" fill="hold"/>
                                        <p:tgtEl>
                                          <p:spTgt spid="69"/>
                                        </p:tgtEl>
                                        <p:attrNameLst>
                                          <p:attrName>ppt_x</p:attrName>
                                        </p:attrNameLst>
                                      </p:cBhvr>
                                      <p:tavLst>
                                        <p:tav tm="0">
                                          <p:val>
                                            <p:strVal val="#ppt_x"/>
                                          </p:val>
                                        </p:tav>
                                        <p:tav tm="100000">
                                          <p:val>
                                            <p:strVal val="#ppt_x"/>
                                          </p:val>
                                        </p:tav>
                                      </p:tavLst>
                                    </p:anim>
                                    <p:anim calcmode="lin" valueType="num">
                                      <p:cBhvr>
                                        <p:cTn id="81" dur="1000" fill="hold"/>
                                        <p:tgtEl>
                                          <p:spTgt spid="69"/>
                                        </p:tgtEl>
                                        <p:attrNameLst>
                                          <p:attrName>ppt_y</p:attrName>
                                        </p:attrNameLst>
                                      </p:cBhvr>
                                      <p:tavLst>
                                        <p:tav tm="0">
                                          <p:val>
                                            <p:strVal val="#ppt_y+.1"/>
                                          </p:val>
                                        </p:tav>
                                        <p:tav tm="100000">
                                          <p:val>
                                            <p:strVal val="#ppt_y"/>
                                          </p:val>
                                        </p:tav>
                                      </p:tavLst>
                                    </p:anim>
                                  </p:childTnLst>
                                </p:cTn>
                              </p:par>
                            </p:childTnLst>
                          </p:cTn>
                        </p:par>
                        <p:par>
                          <p:cTn id="82" fill="hold">
                            <p:stCondLst>
                              <p:cond delay="9000"/>
                            </p:stCondLst>
                            <p:childTnLst>
                              <p:par>
                                <p:cTn id="83" presetID="42" presetClass="entr" presetSubtype="0" fill="hold" grpId="0" nodeType="afterEffect">
                                  <p:stCondLst>
                                    <p:cond delay="0"/>
                                  </p:stCondLst>
                                  <p:childTnLst>
                                    <p:set>
                                      <p:cBhvr>
                                        <p:cTn id="84" dur="1" fill="hold">
                                          <p:stCondLst>
                                            <p:cond delay="0"/>
                                          </p:stCondLst>
                                        </p:cTn>
                                        <p:tgtEl>
                                          <p:spTgt spid="70"/>
                                        </p:tgtEl>
                                        <p:attrNameLst>
                                          <p:attrName>style.visibility</p:attrName>
                                        </p:attrNameLst>
                                      </p:cBhvr>
                                      <p:to>
                                        <p:strVal val="visible"/>
                                      </p:to>
                                    </p:set>
                                    <p:animEffect transition="in" filter="fade">
                                      <p:cBhvr>
                                        <p:cTn id="85" dur="1000"/>
                                        <p:tgtEl>
                                          <p:spTgt spid="70"/>
                                        </p:tgtEl>
                                      </p:cBhvr>
                                    </p:animEffect>
                                    <p:anim calcmode="lin" valueType="num">
                                      <p:cBhvr>
                                        <p:cTn id="86" dur="1000" fill="hold"/>
                                        <p:tgtEl>
                                          <p:spTgt spid="70"/>
                                        </p:tgtEl>
                                        <p:attrNameLst>
                                          <p:attrName>ppt_x</p:attrName>
                                        </p:attrNameLst>
                                      </p:cBhvr>
                                      <p:tavLst>
                                        <p:tav tm="0">
                                          <p:val>
                                            <p:strVal val="#ppt_x"/>
                                          </p:val>
                                        </p:tav>
                                        <p:tav tm="100000">
                                          <p:val>
                                            <p:strVal val="#ppt_x"/>
                                          </p:val>
                                        </p:tav>
                                      </p:tavLst>
                                    </p:anim>
                                    <p:anim calcmode="lin" valueType="num">
                                      <p:cBhvr>
                                        <p:cTn id="87" dur="1000" fill="hold"/>
                                        <p:tgtEl>
                                          <p:spTgt spid="70"/>
                                        </p:tgtEl>
                                        <p:attrNameLst>
                                          <p:attrName>ppt_y</p:attrName>
                                        </p:attrNameLst>
                                      </p:cBhvr>
                                      <p:tavLst>
                                        <p:tav tm="0">
                                          <p:val>
                                            <p:strVal val="#ppt_y+.1"/>
                                          </p:val>
                                        </p:tav>
                                        <p:tav tm="100000">
                                          <p:val>
                                            <p:strVal val="#ppt_y"/>
                                          </p:val>
                                        </p:tav>
                                      </p:tavLst>
                                    </p:anim>
                                  </p:childTnLst>
                                </p:cTn>
                              </p:par>
                            </p:childTnLst>
                          </p:cTn>
                        </p:par>
                        <p:par>
                          <p:cTn id="88" fill="hold">
                            <p:stCondLst>
                              <p:cond delay="10000"/>
                            </p:stCondLst>
                            <p:childTnLst>
                              <p:par>
                                <p:cTn id="89" presetID="42" presetClass="entr" presetSubtype="0" fill="hold" grpId="0" nodeType="afterEffect">
                                  <p:stCondLst>
                                    <p:cond delay="0"/>
                                  </p:stCondLst>
                                  <p:childTnLst>
                                    <p:set>
                                      <p:cBhvr>
                                        <p:cTn id="90" dur="1" fill="hold">
                                          <p:stCondLst>
                                            <p:cond delay="0"/>
                                          </p:stCondLst>
                                        </p:cTn>
                                        <p:tgtEl>
                                          <p:spTgt spid="71"/>
                                        </p:tgtEl>
                                        <p:attrNameLst>
                                          <p:attrName>style.visibility</p:attrName>
                                        </p:attrNameLst>
                                      </p:cBhvr>
                                      <p:to>
                                        <p:strVal val="visible"/>
                                      </p:to>
                                    </p:set>
                                    <p:animEffect transition="in" filter="fade">
                                      <p:cBhvr>
                                        <p:cTn id="91" dur="1000"/>
                                        <p:tgtEl>
                                          <p:spTgt spid="71"/>
                                        </p:tgtEl>
                                      </p:cBhvr>
                                    </p:animEffect>
                                    <p:anim calcmode="lin" valueType="num">
                                      <p:cBhvr>
                                        <p:cTn id="92" dur="1000" fill="hold"/>
                                        <p:tgtEl>
                                          <p:spTgt spid="71"/>
                                        </p:tgtEl>
                                        <p:attrNameLst>
                                          <p:attrName>ppt_x</p:attrName>
                                        </p:attrNameLst>
                                      </p:cBhvr>
                                      <p:tavLst>
                                        <p:tav tm="0">
                                          <p:val>
                                            <p:strVal val="#ppt_x"/>
                                          </p:val>
                                        </p:tav>
                                        <p:tav tm="100000">
                                          <p:val>
                                            <p:strVal val="#ppt_x"/>
                                          </p:val>
                                        </p:tav>
                                      </p:tavLst>
                                    </p:anim>
                                    <p:anim calcmode="lin" valueType="num">
                                      <p:cBhvr>
                                        <p:cTn id="93" dur="1000" fill="hold"/>
                                        <p:tgtEl>
                                          <p:spTgt spid="71"/>
                                        </p:tgtEl>
                                        <p:attrNameLst>
                                          <p:attrName>ppt_y</p:attrName>
                                        </p:attrNameLst>
                                      </p:cBhvr>
                                      <p:tavLst>
                                        <p:tav tm="0">
                                          <p:val>
                                            <p:strVal val="#ppt_y+.1"/>
                                          </p:val>
                                        </p:tav>
                                        <p:tav tm="100000">
                                          <p:val>
                                            <p:strVal val="#ppt_y"/>
                                          </p:val>
                                        </p:tav>
                                      </p:tavLst>
                                    </p:anim>
                                  </p:childTnLst>
                                </p:cTn>
                              </p:par>
                            </p:childTnLst>
                          </p:cTn>
                        </p:par>
                        <p:par>
                          <p:cTn id="94" fill="hold">
                            <p:stCondLst>
                              <p:cond delay="11000"/>
                            </p:stCondLst>
                            <p:childTnLst>
                              <p:par>
                                <p:cTn id="95" presetID="42" presetClass="entr" presetSubtype="0" fill="hold" grpId="0" nodeType="afterEffect">
                                  <p:stCondLst>
                                    <p:cond delay="0"/>
                                  </p:stCondLst>
                                  <p:childTnLst>
                                    <p:set>
                                      <p:cBhvr>
                                        <p:cTn id="96" dur="1" fill="hold">
                                          <p:stCondLst>
                                            <p:cond delay="0"/>
                                          </p:stCondLst>
                                        </p:cTn>
                                        <p:tgtEl>
                                          <p:spTgt spid="72"/>
                                        </p:tgtEl>
                                        <p:attrNameLst>
                                          <p:attrName>style.visibility</p:attrName>
                                        </p:attrNameLst>
                                      </p:cBhvr>
                                      <p:to>
                                        <p:strVal val="visible"/>
                                      </p:to>
                                    </p:set>
                                    <p:animEffect transition="in" filter="fade">
                                      <p:cBhvr>
                                        <p:cTn id="97" dur="1000"/>
                                        <p:tgtEl>
                                          <p:spTgt spid="72"/>
                                        </p:tgtEl>
                                      </p:cBhvr>
                                    </p:animEffect>
                                    <p:anim calcmode="lin" valueType="num">
                                      <p:cBhvr>
                                        <p:cTn id="98" dur="1000" fill="hold"/>
                                        <p:tgtEl>
                                          <p:spTgt spid="72"/>
                                        </p:tgtEl>
                                        <p:attrNameLst>
                                          <p:attrName>ppt_x</p:attrName>
                                        </p:attrNameLst>
                                      </p:cBhvr>
                                      <p:tavLst>
                                        <p:tav tm="0">
                                          <p:val>
                                            <p:strVal val="#ppt_x"/>
                                          </p:val>
                                        </p:tav>
                                        <p:tav tm="100000">
                                          <p:val>
                                            <p:strVal val="#ppt_x"/>
                                          </p:val>
                                        </p:tav>
                                      </p:tavLst>
                                    </p:anim>
                                    <p:anim calcmode="lin" valueType="num">
                                      <p:cBhvr>
                                        <p:cTn id="99" dur="1000" fill="hold"/>
                                        <p:tgtEl>
                                          <p:spTgt spid="72"/>
                                        </p:tgtEl>
                                        <p:attrNameLst>
                                          <p:attrName>ppt_y</p:attrName>
                                        </p:attrNameLst>
                                      </p:cBhvr>
                                      <p:tavLst>
                                        <p:tav tm="0">
                                          <p:val>
                                            <p:strVal val="#ppt_y+.1"/>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18"/>
                                        </p:tgtEl>
                                        <p:attrNameLst>
                                          <p:attrName>style.visibility</p:attrName>
                                        </p:attrNameLst>
                                      </p:cBhvr>
                                      <p:to>
                                        <p:strVal val="visible"/>
                                      </p:to>
                                    </p:set>
                                    <p:animEffect transition="in" filter="wipe(left)">
                                      <p:cBhvr>
                                        <p:cTn id="104" dur="500"/>
                                        <p:tgtEl>
                                          <p:spTgt spid="18"/>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19"/>
                                        </p:tgtEl>
                                        <p:attrNameLst>
                                          <p:attrName>style.visibility</p:attrName>
                                        </p:attrNameLst>
                                      </p:cBhvr>
                                      <p:to>
                                        <p:strVal val="visible"/>
                                      </p:to>
                                    </p:set>
                                    <p:animEffect transition="in" filter="wipe(left)">
                                      <p:cBhvr>
                                        <p:cTn id="109" dur="500"/>
                                        <p:tgtEl>
                                          <p:spTgt spid="19"/>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grpId="0" nodeType="clickEffect">
                                  <p:stCondLst>
                                    <p:cond delay="0"/>
                                  </p:stCondLst>
                                  <p:childTnLst>
                                    <p:set>
                                      <p:cBhvr>
                                        <p:cTn id="113" dur="1" fill="hold">
                                          <p:stCondLst>
                                            <p:cond delay="0"/>
                                          </p:stCondLst>
                                        </p:cTn>
                                        <p:tgtEl>
                                          <p:spTgt spid="20"/>
                                        </p:tgtEl>
                                        <p:attrNameLst>
                                          <p:attrName>style.visibility</p:attrName>
                                        </p:attrNameLst>
                                      </p:cBhvr>
                                      <p:to>
                                        <p:strVal val="visible"/>
                                      </p:to>
                                    </p:set>
                                    <p:animEffect transition="in" filter="wipe(left)">
                                      <p:cBhvr>
                                        <p:cTn id="114" dur="500"/>
                                        <p:tgtEl>
                                          <p:spTgt spid="20"/>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grpId="0" nodeType="clickEffect">
                                  <p:stCondLst>
                                    <p:cond delay="0"/>
                                  </p:stCondLst>
                                  <p:childTnLst>
                                    <p:set>
                                      <p:cBhvr>
                                        <p:cTn id="118" dur="1" fill="hold">
                                          <p:stCondLst>
                                            <p:cond delay="0"/>
                                          </p:stCondLst>
                                        </p:cTn>
                                        <p:tgtEl>
                                          <p:spTgt spid="21"/>
                                        </p:tgtEl>
                                        <p:attrNameLst>
                                          <p:attrName>style.visibility</p:attrName>
                                        </p:attrNameLst>
                                      </p:cBhvr>
                                      <p:to>
                                        <p:strVal val="visible"/>
                                      </p:to>
                                    </p:set>
                                    <p:animEffect transition="in" filter="wipe(left)">
                                      <p:cBhvr>
                                        <p:cTn id="11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0" grpId="0" animBg="1"/>
      <p:bldP spid="19" grpId="0" animBg="1"/>
      <p:bldP spid="18" grpId="0" animBg="1"/>
      <p:bldP spid="57" grpId="0" animBg="1"/>
      <p:bldP spid="58" grpId="0" animBg="1"/>
      <p:bldP spid="59" grpId="0" animBg="1"/>
      <p:bldP spid="60" grpId="0" animBg="1"/>
      <p:bldP spid="61" grpId="0" animBg="1"/>
      <p:bldP spid="64" grpId="0" animBg="1"/>
      <p:bldP spid="65" grpId="0"/>
      <p:bldP spid="66" grpId="0"/>
      <p:bldP spid="67" grpId="0"/>
      <p:bldP spid="68" grpId="0"/>
      <p:bldP spid="69" grpId="0"/>
      <p:bldP spid="70" grpId="0"/>
      <p:bldP spid="71" grpId="0"/>
      <p:bldP spid="7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xmlns="" id="{B41E3B1B-C5D4-42EC-9A72-C4E188A6DD8E}"/>
              </a:ext>
            </a:extLst>
          </p:cNvPr>
          <p:cNvSpPr txBox="1"/>
          <p:nvPr/>
        </p:nvSpPr>
        <p:spPr>
          <a:xfrm>
            <a:off x="3527802" y="1936666"/>
            <a:ext cx="3493264" cy="707886"/>
          </a:xfrm>
          <a:prstGeom prst="rect">
            <a:avLst/>
          </a:prstGeom>
          <a:noFill/>
        </p:spPr>
        <p:txBody>
          <a:bodyPr wrap="none" rtlCol="0">
            <a:spAutoFit/>
          </a:bodyPr>
          <a:lstStyle/>
          <a:p>
            <a:r>
              <a:rPr lang="zh-CN" altLang="en-US" sz="4000" b="1" spc="300" dirty="0">
                <a:solidFill>
                  <a:schemeClr val="accent1"/>
                </a:solidFill>
                <a:latin typeface="微软雅黑" panose="020B0503020204020204" pitchFamily="34" charset="-122"/>
                <a:ea typeface="微软雅黑" panose="020B0503020204020204" pitchFamily="34" charset="-122"/>
              </a:rPr>
              <a:t>成功项目展示</a:t>
            </a:r>
          </a:p>
        </p:txBody>
      </p:sp>
      <p:grpSp>
        <p:nvGrpSpPr>
          <p:cNvPr id="4" name="组合 3"/>
          <p:cNvGrpSpPr/>
          <p:nvPr/>
        </p:nvGrpSpPr>
        <p:grpSpPr>
          <a:xfrm>
            <a:off x="1404442" y="1852083"/>
            <a:ext cx="3991621" cy="2016605"/>
            <a:chOff x="1548458" y="1735524"/>
            <a:chExt cx="3991621" cy="2016605"/>
          </a:xfrm>
        </p:grpSpPr>
        <p:sp>
          <p:nvSpPr>
            <p:cNvPr id="6" name="矩形 5">
              <a:extLst>
                <a:ext uri="{FF2B5EF4-FFF2-40B4-BE49-F238E27FC236}">
                  <a16:creationId xmlns:a16="http://schemas.microsoft.com/office/drawing/2014/main" xmlns="" id="{A03E2D81-A098-4F79-8D6D-60E3B520850D}"/>
                </a:ext>
              </a:extLst>
            </p:cNvPr>
            <p:cNvSpPr/>
            <p:nvPr/>
          </p:nvSpPr>
          <p:spPr>
            <a:xfrm rot="1400643">
              <a:off x="2134121" y="2428055"/>
              <a:ext cx="3405958" cy="1324074"/>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p:cNvGrpSpPr/>
            <p:nvPr/>
          </p:nvGrpSpPr>
          <p:grpSpPr>
            <a:xfrm>
              <a:off x="1548458" y="1735524"/>
              <a:ext cx="1309988" cy="1309988"/>
              <a:chOff x="1174574" y="1234009"/>
              <a:chExt cx="2239520" cy="2239520"/>
            </a:xfrm>
          </p:grpSpPr>
          <p:sp>
            <p:nvSpPr>
              <p:cNvPr id="7" name="椭圆 6">
                <a:extLst>
                  <a:ext uri="{FF2B5EF4-FFF2-40B4-BE49-F238E27FC236}">
                    <a16:creationId xmlns:a16="http://schemas.microsoft.com/office/drawing/2014/main" xmlns="" id="{C4BE6785-D46F-4798-A828-984E2C57DE19}"/>
                  </a:ext>
                </a:extLst>
              </p:cNvPr>
              <p:cNvSpPr/>
              <p:nvPr/>
            </p:nvSpPr>
            <p:spPr>
              <a:xfrm>
                <a:off x="1174574" y="1234009"/>
                <a:ext cx="2239520" cy="223952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8">
                <a:extLst>
                  <a:ext uri="{FF2B5EF4-FFF2-40B4-BE49-F238E27FC236}">
                    <a16:creationId xmlns:a16="http://schemas.microsoft.com/office/drawing/2014/main" xmlns="" id="{04F69230-F3A6-4586-9371-A858F4763E9F}"/>
                  </a:ext>
                </a:extLst>
              </p:cNvPr>
              <p:cNvSpPr txBox="1"/>
              <p:nvPr/>
            </p:nvSpPr>
            <p:spPr>
              <a:xfrm>
                <a:off x="1723249" y="1906094"/>
                <a:ext cx="1029774" cy="895350"/>
              </a:xfrm>
              <a:prstGeom prst="rect">
                <a:avLst/>
              </a:prstGeom>
              <a:noFill/>
              <a:ln w="117475">
                <a:noFill/>
              </a:ln>
              <a:effectLst/>
            </p:spPr>
            <p:txBody>
              <a:bodyPr wrap="none" rtlCol="0">
                <a:prstTxWarp prst="textPlain">
                  <a:avLst/>
                </a:prstTxWarp>
                <a:spAutoFit/>
              </a:bodyPr>
              <a:lstStyle/>
              <a:p>
                <a:pPr algn="ctr"/>
                <a:r>
                  <a:rPr lang="en-US" altLang="zh-CN" spc="100" dirty="0" smtClean="0">
                    <a:solidFill>
                      <a:schemeClr val="bg1"/>
                    </a:solidFill>
                    <a:effectLst>
                      <a:outerShdw blurRad="38100" dist="38100" dir="2700000" algn="tl">
                        <a:srgbClr val="000000">
                          <a:alpha val="43137"/>
                        </a:srgbClr>
                      </a:outerShdw>
                    </a:effectLst>
                    <a:latin typeface="Impact" panose="020B0806030902050204" pitchFamily="34" charset="0"/>
                    <a:cs typeface="Arial" panose="020B0604020202020204" pitchFamily="34" charset="0"/>
                  </a:rPr>
                  <a:t>03</a:t>
                </a:r>
                <a:endParaRPr lang="zh-CN" altLang="en-US" spc="100" dirty="0">
                  <a:solidFill>
                    <a:schemeClr val="bg1"/>
                  </a:solidFill>
                  <a:effectLst>
                    <a:outerShdw blurRad="38100" dist="38100" dir="2700000" algn="tl">
                      <a:srgbClr val="000000">
                        <a:alpha val="43137"/>
                      </a:srgbClr>
                    </a:outerShdw>
                  </a:effectLst>
                  <a:latin typeface="Impact" panose="020B0806030902050204" pitchFamily="34" charset="0"/>
                  <a:cs typeface="Arial" panose="020B0604020202020204" pitchFamily="34" charset="0"/>
                </a:endParaRPr>
              </a:p>
            </p:txBody>
          </p:sp>
        </p:grpSp>
      </p:grpSp>
      <p:sp>
        <p:nvSpPr>
          <p:cNvPr id="10" name="矩形 259"/>
          <p:cNvSpPr>
            <a:spLocks noChangeArrowheads="1"/>
          </p:cNvSpPr>
          <p:nvPr/>
        </p:nvSpPr>
        <p:spPr bwMode="auto">
          <a:xfrm>
            <a:off x="3673440" y="2644552"/>
            <a:ext cx="3707666" cy="698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50000"/>
              </a:lnSpc>
              <a:buNone/>
            </a:pPr>
            <a:r>
              <a:rPr lang="en-US" altLang="zh-CN" sz="1050" dirty="0">
                <a:solidFill>
                  <a:schemeClr val="tx1">
                    <a:lumMod val="65000"/>
                    <a:lumOff val="35000"/>
                  </a:schemeClr>
                </a:solidFill>
                <a:cs typeface="Arial" panose="020B0604020202020204" pitchFamily="34" charset="0"/>
              </a:rPr>
              <a:t>Please replace text, click add relevant headline, modify the text content, also can copy your content to this directly. Please replace text, </a:t>
            </a:r>
            <a:endParaRPr lang="zh-CN" altLang="en-US" sz="1050" dirty="0">
              <a:solidFill>
                <a:schemeClr val="accent1"/>
              </a:solidFill>
              <a:cs typeface="Arial" panose="020B0604020202020204" pitchFamily="34" charset="0"/>
            </a:endParaRPr>
          </a:p>
        </p:txBody>
      </p:sp>
    </p:spTree>
    <p:extLst>
      <p:ext uri="{BB962C8B-B14F-4D97-AF65-F5344CB8AC3E}">
        <p14:creationId xmlns:p14="http://schemas.microsoft.com/office/powerpoint/2010/main" val="2952210020"/>
      </p:ext>
    </p:extLst>
  </p:cSld>
  <p:clrMapOvr>
    <a:masterClrMapping/>
  </p:clrMapOvr>
  <p:transition spd="slow" advTm="3000">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anim calcmode="lin" valueType="num">
                                      <p:cBhvr>
                                        <p:cTn id="8" dur="750" fill="hold"/>
                                        <p:tgtEl>
                                          <p:spTgt spid="4"/>
                                        </p:tgtEl>
                                        <p:attrNameLst>
                                          <p:attrName>ppt_x</p:attrName>
                                        </p:attrNameLst>
                                      </p:cBhvr>
                                      <p:tavLst>
                                        <p:tav tm="0">
                                          <p:val>
                                            <p:strVal val="#ppt_x"/>
                                          </p:val>
                                        </p:tav>
                                        <p:tav tm="100000">
                                          <p:val>
                                            <p:strVal val="#ppt_x"/>
                                          </p:val>
                                        </p:tav>
                                      </p:tavLst>
                                    </p:anim>
                                    <p:anim calcmode="lin" valueType="num">
                                      <p:cBhvr>
                                        <p:cTn id="9" dur="75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22" presetClass="entr" presetSubtype="8" fill="hold" grpId="0"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childTnLst>
                          </p:cTn>
                        </p:par>
                        <p:par>
                          <p:cTn id="14" fill="hold">
                            <p:stCondLst>
                              <p:cond delay="1250"/>
                            </p:stCondLst>
                            <p:childTnLst>
                              <p:par>
                                <p:cTn id="15" presetID="42" presetClass="entr" presetSubtype="0"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anim calcmode="lin" valueType="num">
                                      <p:cBhvr>
                                        <p:cTn id="18" dur="500" fill="hold"/>
                                        <p:tgtEl>
                                          <p:spTgt spid="10"/>
                                        </p:tgtEl>
                                        <p:attrNameLst>
                                          <p:attrName>ppt_x</p:attrName>
                                        </p:attrNameLst>
                                      </p:cBhvr>
                                      <p:tavLst>
                                        <p:tav tm="0">
                                          <p:val>
                                            <p:strVal val="#ppt_x"/>
                                          </p:val>
                                        </p:tav>
                                        <p:tav tm="100000">
                                          <p:val>
                                            <p:strVal val="#ppt_x"/>
                                          </p:val>
                                        </p:tav>
                                      </p:tavLst>
                                    </p:anim>
                                    <p:anim calcmode="lin" valueType="num">
                                      <p:cBhvr>
                                        <p:cTn id="19" dur="5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a:extLst>
              <a:ext uri="{FF2B5EF4-FFF2-40B4-BE49-F238E27FC236}">
                <a16:creationId xmlns:a16="http://schemas.microsoft.com/office/drawing/2014/main" xmlns="" id="{D2EA1733-A34D-466D-A3CB-1D8C23342296}"/>
              </a:ext>
            </a:extLst>
          </p:cNvPr>
          <p:cNvSpPr/>
          <p:nvPr/>
        </p:nvSpPr>
        <p:spPr>
          <a:xfrm rot="1057730">
            <a:off x="7261798" y="2850586"/>
            <a:ext cx="5421525" cy="2475760"/>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矩形 23">
            <a:extLst>
              <a:ext uri="{FF2B5EF4-FFF2-40B4-BE49-F238E27FC236}">
                <a16:creationId xmlns:a16="http://schemas.microsoft.com/office/drawing/2014/main" xmlns="" id="{4E8F5C43-53F1-43CA-8741-477A0136FD80}"/>
              </a:ext>
            </a:extLst>
          </p:cNvPr>
          <p:cNvSpPr/>
          <p:nvPr/>
        </p:nvSpPr>
        <p:spPr>
          <a:xfrm rot="1057730">
            <a:off x="4811785" y="2841741"/>
            <a:ext cx="5421525" cy="2475760"/>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xmlns="" id="{15F2DFAA-68DB-46F3-8F69-5F2299800F25}"/>
              </a:ext>
            </a:extLst>
          </p:cNvPr>
          <p:cNvSpPr/>
          <p:nvPr/>
        </p:nvSpPr>
        <p:spPr>
          <a:xfrm rot="1057730">
            <a:off x="2077923" y="2846163"/>
            <a:ext cx="5421525" cy="2475760"/>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 name="组合 1"/>
          <p:cNvGrpSpPr/>
          <p:nvPr/>
        </p:nvGrpSpPr>
        <p:grpSpPr>
          <a:xfrm>
            <a:off x="925447" y="1307521"/>
            <a:ext cx="2010937" cy="3139751"/>
            <a:chOff x="1233715" y="1742596"/>
            <a:chExt cx="2680784" cy="4185608"/>
          </a:xfrm>
        </p:grpSpPr>
        <p:sp>
          <p:nvSpPr>
            <p:cNvPr id="13" name="Rectangle: Rounded Corners 41"/>
            <p:cNvSpPr/>
            <p:nvPr/>
          </p:nvSpPr>
          <p:spPr>
            <a:xfrm>
              <a:off x="1233715" y="1742596"/>
              <a:ext cx="2680784" cy="4185608"/>
            </a:xfrm>
            <a:prstGeom prst="roundRect">
              <a:avLst>
                <a:gd name="adj" fmla="val 5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4" name="Rectangle 15"/>
            <p:cNvSpPr/>
            <p:nvPr/>
          </p:nvSpPr>
          <p:spPr bwMode="auto">
            <a:xfrm>
              <a:off x="1362335" y="5219388"/>
              <a:ext cx="2434755" cy="3811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eaLnBrk="1" fontAlgn="auto" hangingPunct="1">
                <a:defRPr/>
              </a:pPr>
              <a:r>
                <a:rPr lang="zh-CN" altLang="en-US" sz="1200" dirty="0">
                  <a:solidFill>
                    <a:schemeClr val="bg1">
                      <a:lumMod val="50000"/>
                    </a:schemeClr>
                  </a:solidFill>
                </a:rPr>
                <a:t>标题文本预设</a:t>
              </a:r>
            </a:p>
          </p:txBody>
        </p:sp>
        <p:sp>
          <p:nvSpPr>
            <p:cNvPr id="16" name="Freeform: Shape 49"/>
            <p:cNvSpPr>
              <a:spLocks/>
            </p:cNvSpPr>
            <p:nvPr/>
          </p:nvSpPr>
          <p:spPr bwMode="auto">
            <a:xfrm>
              <a:off x="2207054" y="2025634"/>
              <a:ext cx="745316" cy="745316"/>
            </a:xfrm>
            <a:custGeom>
              <a:avLst/>
              <a:gdLst>
                <a:gd name="T0" fmla="*/ 223 w 228"/>
                <a:gd name="T1" fmla="*/ 95 h 228"/>
                <a:gd name="T2" fmla="*/ 196 w 228"/>
                <a:gd name="T3" fmla="*/ 90 h 228"/>
                <a:gd name="T4" fmla="*/ 189 w 228"/>
                <a:gd name="T5" fmla="*/ 74 h 228"/>
                <a:gd name="T6" fmla="*/ 205 w 228"/>
                <a:gd name="T7" fmla="*/ 50 h 228"/>
                <a:gd name="T8" fmla="*/ 205 w 228"/>
                <a:gd name="T9" fmla="*/ 43 h 228"/>
                <a:gd name="T10" fmla="*/ 185 w 228"/>
                <a:gd name="T11" fmla="*/ 24 h 228"/>
                <a:gd name="T12" fmla="*/ 178 w 228"/>
                <a:gd name="T13" fmla="*/ 23 h 228"/>
                <a:gd name="T14" fmla="*/ 155 w 228"/>
                <a:gd name="T15" fmla="*/ 39 h 228"/>
                <a:gd name="T16" fmla="*/ 138 w 228"/>
                <a:gd name="T17" fmla="*/ 32 h 228"/>
                <a:gd name="T18" fmla="*/ 133 w 228"/>
                <a:gd name="T19" fmla="*/ 5 h 228"/>
                <a:gd name="T20" fmla="*/ 127 w 228"/>
                <a:gd name="T21" fmla="*/ 0 h 228"/>
                <a:gd name="T22" fmla="*/ 100 w 228"/>
                <a:gd name="T23" fmla="*/ 0 h 228"/>
                <a:gd name="T24" fmla="*/ 94 w 228"/>
                <a:gd name="T25" fmla="*/ 5 h 228"/>
                <a:gd name="T26" fmla="*/ 89 w 228"/>
                <a:gd name="T27" fmla="*/ 32 h 228"/>
                <a:gd name="T28" fmla="*/ 73 w 228"/>
                <a:gd name="T29" fmla="*/ 39 h 228"/>
                <a:gd name="T30" fmla="*/ 50 w 228"/>
                <a:gd name="T31" fmla="*/ 23 h 228"/>
                <a:gd name="T32" fmla="*/ 43 w 228"/>
                <a:gd name="T33" fmla="*/ 24 h 228"/>
                <a:gd name="T34" fmla="*/ 23 w 228"/>
                <a:gd name="T35" fmla="*/ 43 h 228"/>
                <a:gd name="T36" fmla="*/ 23 w 228"/>
                <a:gd name="T37" fmla="*/ 51 h 228"/>
                <a:gd name="T38" fmla="*/ 39 w 228"/>
                <a:gd name="T39" fmla="*/ 74 h 228"/>
                <a:gd name="T40" fmla="*/ 32 w 228"/>
                <a:gd name="T41" fmla="*/ 90 h 228"/>
                <a:gd name="T42" fmla="*/ 5 w 228"/>
                <a:gd name="T43" fmla="*/ 95 h 228"/>
                <a:gd name="T44" fmla="*/ 0 w 228"/>
                <a:gd name="T45" fmla="*/ 100 h 228"/>
                <a:gd name="T46" fmla="*/ 0 w 228"/>
                <a:gd name="T47" fmla="*/ 128 h 228"/>
                <a:gd name="T48" fmla="*/ 5 w 228"/>
                <a:gd name="T49" fmla="*/ 134 h 228"/>
                <a:gd name="T50" fmla="*/ 32 w 228"/>
                <a:gd name="T51" fmla="*/ 139 h 228"/>
                <a:gd name="T52" fmla="*/ 39 w 228"/>
                <a:gd name="T53" fmla="*/ 155 h 228"/>
                <a:gd name="T54" fmla="*/ 23 w 228"/>
                <a:gd name="T55" fmla="*/ 178 h 228"/>
                <a:gd name="T56" fmla="*/ 24 w 228"/>
                <a:gd name="T57" fmla="*/ 185 h 228"/>
                <a:gd name="T58" fmla="*/ 43 w 228"/>
                <a:gd name="T59" fmla="*/ 204 h 228"/>
                <a:gd name="T60" fmla="*/ 51 w 228"/>
                <a:gd name="T61" fmla="*/ 205 h 228"/>
                <a:gd name="T62" fmla="*/ 73 w 228"/>
                <a:gd name="T63" fmla="*/ 189 h 228"/>
                <a:gd name="T64" fmla="*/ 89 w 228"/>
                <a:gd name="T65" fmla="*/ 196 h 228"/>
                <a:gd name="T66" fmla="*/ 94 w 228"/>
                <a:gd name="T67" fmla="*/ 223 h 228"/>
                <a:gd name="T68" fmla="*/ 100 w 228"/>
                <a:gd name="T69" fmla="*/ 228 h 228"/>
                <a:gd name="T70" fmla="*/ 127 w 228"/>
                <a:gd name="T71" fmla="*/ 228 h 228"/>
                <a:gd name="T72" fmla="*/ 133 w 228"/>
                <a:gd name="T73" fmla="*/ 223 h 228"/>
                <a:gd name="T74" fmla="*/ 138 w 228"/>
                <a:gd name="T75" fmla="*/ 196 h 228"/>
                <a:gd name="T76" fmla="*/ 154 w 228"/>
                <a:gd name="T77" fmla="*/ 190 h 228"/>
                <a:gd name="T78" fmla="*/ 177 w 228"/>
                <a:gd name="T79" fmla="*/ 205 h 228"/>
                <a:gd name="T80" fmla="*/ 185 w 228"/>
                <a:gd name="T81" fmla="*/ 205 h 228"/>
                <a:gd name="T82" fmla="*/ 204 w 228"/>
                <a:gd name="T83" fmla="*/ 185 h 228"/>
                <a:gd name="T84" fmla="*/ 205 w 228"/>
                <a:gd name="T85" fmla="*/ 178 h 228"/>
                <a:gd name="T86" fmla="*/ 189 w 228"/>
                <a:gd name="T87" fmla="*/ 155 h 228"/>
                <a:gd name="T88" fmla="*/ 196 w 228"/>
                <a:gd name="T89" fmla="*/ 139 h 228"/>
                <a:gd name="T90" fmla="*/ 223 w 228"/>
                <a:gd name="T91" fmla="*/ 134 h 228"/>
                <a:gd name="T92" fmla="*/ 228 w 228"/>
                <a:gd name="T93" fmla="*/ 128 h 228"/>
                <a:gd name="T94" fmla="*/ 228 w 228"/>
                <a:gd name="T95" fmla="*/ 100 h 228"/>
                <a:gd name="T96" fmla="*/ 223 w 228"/>
                <a:gd name="T97" fmla="*/ 95 h 228"/>
                <a:gd name="T98" fmla="*/ 114 w 228"/>
                <a:gd name="T99" fmla="*/ 149 h 228"/>
                <a:gd name="T100" fmla="*/ 79 w 228"/>
                <a:gd name="T101" fmla="*/ 114 h 228"/>
                <a:gd name="T102" fmla="*/ 114 w 228"/>
                <a:gd name="T103" fmla="*/ 79 h 228"/>
                <a:gd name="T104" fmla="*/ 149 w 228"/>
                <a:gd name="T105" fmla="*/ 114 h 228"/>
                <a:gd name="T106" fmla="*/ 114 w 228"/>
                <a:gd name="T107" fmla="*/ 149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28" h="228">
                  <a:moveTo>
                    <a:pt x="223" y="95"/>
                  </a:moveTo>
                  <a:cubicBezTo>
                    <a:pt x="196" y="90"/>
                    <a:pt x="196" y="90"/>
                    <a:pt x="196" y="90"/>
                  </a:cubicBezTo>
                  <a:cubicBezTo>
                    <a:pt x="194" y="84"/>
                    <a:pt x="192" y="79"/>
                    <a:pt x="189" y="74"/>
                  </a:cubicBezTo>
                  <a:cubicBezTo>
                    <a:pt x="205" y="50"/>
                    <a:pt x="205" y="50"/>
                    <a:pt x="205" y="50"/>
                  </a:cubicBezTo>
                  <a:cubicBezTo>
                    <a:pt x="207" y="48"/>
                    <a:pt x="206" y="45"/>
                    <a:pt x="205" y="43"/>
                  </a:cubicBezTo>
                  <a:cubicBezTo>
                    <a:pt x="185" y="24"/>
                    <a:pt x="185" y="24"/>
                    <a:pt x="185" y="24"/>
                  </a:cubicBezTo>
                  <a:cubicBezTo>
                    <a:pt x="183" y="22"/>
                    <a:pt x="180" y="21"/>
                    <a:pt x="178" y="23"/>
                  </a:cubicBezTo>
                  <a:cubicBezTo>
                    <a:pt x="155" y="39"/>
                    <a:pt x="155" y="39"/>
                    <a:pt x="155" y="39"/>
                  </a:cubicBezTo>
                  <a:cubicBezTo>
                    <a:pt x="149" y="36"/>
                    <a:pt x="144" y="34"/>
                    <a:pt x="138" y="32"/>
                  </a:cubicBezTo>
                  <a:cubicBezTo>
                    <a:pt x="133" y="5"/>
                    <a:pt x="133" y="5"/>
                    <a:pt x="133" y="5"/>
                  </a:cubicBezTo>
                  <a:cubicBezTo>
                    <a:pt x="133" y="2"/>
                    <a:pt x="130" y="0"/>
                    <a:pt x="127" y="0"/>
                  </a:cubicBezTo>
                  <a:cubicBezTo>
                    <a:pt x="100" y="0"/>
                    <a:pt x="100" y="0"/>
                    <a:pt x="100" y="0"/>
                  </a:cubicBezTo>
                  <a:cubicBezTo>
                    <a:pt x="97" y="0"/>
                    <a:pt x="95" y="2"/>
                    <a:pt x="94" y="5"/>
                  </a:cubicBezTo>
                  <a:cubicBezTo>
                    <a:pt x="89" y="32"/>
                    <a:pt x="89" y="32"/>
                    <a:pt x="89" y="32"/>
                  </a:cubicBezTo>
                  <a:cubicBezTo>
                    <a:pt x="83" y="34"/>
                    <a:pt x="78" y="36"/>
                    <a:pt x="73" y="39"/>
                  </a:cubicBezTo>
                  <a:cubicBezTo>
                    <a:pt x="50" y="23"/>
                    <a:pt x="50" y="23"/>
                    <a:pt x="50" y="23"/>
                  </a:cubicBezTo>
                  <a:cubicBezTo>
                    <a:pt x="48" y="22"/>
                    <a:pt x="45" y="22"/>
                    <a:pt x="43" y="24"/>
                  </a:cubicBezTo>
                  <a:cubicBezTo>
                    <a:pt x="23" y="43"/>
                    <a:pt x="23" y="43"/>
                    <a:pt x="23" y="43"/>
                  </a:cubicBezTo>
                  <a:cubicBezTo>
                    <a:pt x="22" y="45"/>
                    <a:pt x="21" y="49"/>
                    <a:pt x="23" y="51"/>
                  </a:cubicBezTo>
                  <a:cubicBezTo>
                    <a:pt x="39" y="74"/>
                    <a:pt x="39" y="74"/>
                    <a:pt x="39" y="74"/>
                  </a:cubicBezTo>
                  <a:cubicBezTo>
                    <a:pt x="36" y="79"/>
                    <a:pt x="34" y="84"/>
                    <a:pt x="32" y="90"/>
                  </a:cubicBezTo>
                  <a:cubicBezTo>
                    <a:pt x="5" y="95"/>
                    <a:pt x="5" y="95"/>
                    <a:pt x="5" y="95"/>
                  </a:cubicBezTo>
                  <a:cubicBezTo>
                    <a:pt x="2" y="95"/>
                    <a:pt x="0" y="98"/>
                    <a:pt x="0" y="100"/>
                  </a:cubicBezTo>
                  <a:cubicBezTo>
                    <a:pt x="0" y="128"/>
                    <a:pt x="0" y="128"/>
                    <a:pt x="0" y="128"/>
                  </a:cubicBezTo>
                  <a:cubicBezTo>
                    <a:pt x="0" y="131"/>
                    <a:pt x="2" y="133"/>
                    <a:pt x="5" y="134"/>
                  </a:cubicBezTo>
                  <a:cubicBezTo>
                    <a:pt x="32" y="139"/>
                    <a:pt x="32" y="139"/>
                    <a:pt x="32" y="139"/>
                  </a:cubicBezTo>
                  <a:cubicBezTo>
                    <a:pt x="34" y="144"/>
                    <a:pt x="36" y="150"/>
                    <a:pt x="39" y="155"/>
                  </a:cubicBezTo>
                  <a:cubicBezTo>
                    <a:pt x="23" y="178"/>
                    <a:pt x="23" y="178"/>
                    <a:pt x="23" y="178"/>
                  </a:cubicBezTo>
                  <a:cubicBezTo>
                    <a:pt x="22" y="180"/>
                    <a:pt x="22" y="183"/>
                    <a:pt x="24" y="185"/>
                  </a:cubicBezTo>
                  <a:cubicBezTo>
                    <a:pt x="43" y="204"/>
                    <a:pt x="43" y="204"/>
                    <a:pt x="43" y="204"/>
                  </a:cubicBezTo>
                  <a:cubicBezTo>
                    <a:pt x="45" y="206"/>
                    <a:pt x="48" y="207"/>
                    <a:pt x="51" y="205"/>
                  </a:cubicBezTo>
                  <a:cubicBezTo>
                    <a:pt x="73" y="189"/>
                    <a:pt x="73" y="189"/>
                    <a:pt x="73" y="189"/>
                  </a:cubicBezTo>
                  <a:cubicBezTo>
                    <a:pt x="78" y="192"/>
                    <a:pt x="84" y="194"/>
                    <a:pt x="89" y="196"/>
                  </a:cubicBezTo>
                  <a:cubicBezTo>
                    <a:pt x="94" y="223"/>
                    <a:pt x="94" y="223"/>
                    <a:pt x="94" y="223"/>
                  </a:cubicBezTo>
                  <a:cubicBezTo>
                    <a:pt x="95" y="226"/>
                    <a:pt x="97" y="228"/>
                    <a:pt x="100" y="228"/>
                  </a:cubicBezTo>
                  <a:cubicBezTo>
                    <a:pt x="127" y="228"/>
                    <a:pt x="127" y="228"/>
                    <a:pt x="127" y="228"/>
                  </a:cubicBezTo>
                  <a:cubicBezTo>
                    <a:pt x="130" y="228"/>
                    <a:pt x="133" y="226"/>
                    <a:pt x="133" y="223"/>
                  </a:cubicBezTo>
                  <a:cubicBezTo>
                    <a:pt x="138" y="196"/>
                    <a:pt x="138" y="196"/>
                    <a:pt x="138" y="196"/>
                  </a:cubicBezTo>
                  <a:cubicBezTo>
                    <a:pt x="144" y="194"/>
                    <a:pt x="149" y="192"/>
                    <a:pt x="154" y="190"/>
                  </a:cubicBezTo>
                  <a:cubicBezTo>
                    <a:pt x="177" y="205"/>
                    <a:pt x="177" y="205"/>
                    <a:pt x="177" y="205"/>
                  </a:cubicBezTo>
                  <a:cubicBezTo>
                    <a:pt x="180" y="207"/>
                    <a:pt x="183" y="207"/>
                    <a:pt x="185" y="205"/>
                  </a:cubicBezTo>
                  <a:cubicBezTo>
                    <a:pt x="204" y="185"/>
                    <a:pt x="204" y="185"/>
                    <a:pt x="204" y="185"/>
                  </a:cubicBezTo>
                  <a:cubicBezTo>
                    <a:pt x="206" y="183"/>
                    <a:pt x="206" y="180"/>
                    <a:pt x="205" y="178"/>
                  </a:cubicBezTo>
                  <a:cubicBezTo>
                    <a:pt x="189" y="155"/>
                    <a:pt x="189" y="155"/>
                    <a:pt x="189" y="155"/>
                  </a:cubicBezTo>
                  <a:cubicBezTo>
                    <a:pt x="192" y="150"/>
                    <a:pt x="194" y="144"/>
                    <a:pt x="196" y="139"/>
                  </a:cubicBezTo>
                  <a:cubicBezTo>
                    <a:pt x="223" y="134"/>
                    <a:pt x="223" y="134"/>
                    <a:pt x="223" y="134"/>
                  </a:cubicBezTo>
                  <a:cubicBezTo>
                    <a:pt x="226" y="133"/>
                    <a:pt x="228" y="131"/>
                    <a:pt x="228" y="128"/>
                  </a:cubicBezTo>
                  <a:cubicBezTo>
                    <a:pt x="228" y="100"/>
                    <a:pt x="228" y="100"/>
                    <a:pt x="228" y="100"/>
                  </a:cubicBezTo>
                  <a:cubicBezTo>
                    <a:pt x="228" y="98"/>
                    <a:pt x="226" y="95"/>
                    <a:pt x="223" y="95"/>
                  </a:cubicBezTo>
                  <a:close/>
                  <a:moveTo>
                    <a:pt x="114" y="149"/>
                  </a:moveTo>
                  <a:cubicBezTo>
                    <a:pt x="95" y="149"/>
                    <a:pt x="79" y="133"/>
                    <a:pt x="79" y="114"/>
                  </a:cubicBezTo>
                  <a:cubicBezTo>
                    <a:pt x="79" y="95"/>
                    <a:pt x="95" y="79"/>
                    <a:pt x="114" y="79"/>
                  </a:cubicBezTo>
                  <a:cubicBezTo>
                    <a:pt x="133" y="79"/>
                    <a:pt x="149" y="95"/>
                    <a:pt x="149" y="114"/>
                  </a:cubicBezTo>
                  <a:cubicBezTo>
                    <a:pt x="149" y="133"/>
                    <a:pt x="133" y="149"/>
                    <a:pt x="114" y="149"/>
                  </a:cubicBezTo>
                  <a:close/>
                </a:path>
              </a:pathLst>
            </a:custGeom>
            <a:solidFill>
              <a:schemeClr val="bg1"/>
            </a:solidFill>
            <a:ln>
              <a:noFill/>
            </a:ln>
            <a:extLst/>
          </p:spPr>
          <p:txBody>
            <a:bodyPr anchor="ctr"/>
            <a:lstStyle/>
            <a:p>
              <a:pPr algn="ctr"/>
              <a:endParaRPr/>
            </a:p>
          </p:txBody>
        </p:sp>
        <p:sp>
          <p:nvSpPr>
            <p:cNvPr id="20" name="矩形 19"/>
            <p:cNvSpPr/>
            <p:nvPr/>
          </p:nvSpPr>
          <p:spPr>
            <a:xfrm>
              <a:off x="1455852" y="3326484"/>
              <a:ext cx="2236511" cy="1477328"/>
            </a:xfrm>
            <a:prstGeom prst="rect">
              <a:avLst/>
            </a:prstGeom>
          </p:spPr>
          <p:txBody>
            <a:bodyPr wrap="square">
              <a:spAutoFit/>
            </a:bodyPr>
            <a:lstStyle/>
            <a:p>
              <a:pPr>
                <a:lnSpc>
                  <a:spcPct val="120000"/>
                </a:lnSpc>
              </a:pPr>
              <a:r>
                <a:rPr lang="zh-CN" altLang="en-US" sz="1100" dirty="0">
                  <a:solidFill>
                    <a:schemeClr val="bg1"/>
                  </a:solidFill>
                </a:rPr>
                <a:t>用户可以在投影仪或者计算机上进行演示也可以将演示文稿打印出来制作成胶片以便应用到更广泛的领域中</a:t>
              </a:r>
            </a:p>
          </p:txBody>
        </p:sp>
      </p:grpSp>
      <p:grpSp>
        <p:nvGrpSpPr>
          <p:cNvPr id="4" name="组合 3"/>
          <p:cNvGrpSpPr/>
          <p:nvPr/>
        </p:nvGrpSpPr>
        <p:grpSpPr>
          <a:xfrm>
            <a:off x="3546111" y="1307521"/>
            <a:ext cx="2010937" cy="3139751"/>
            <a:chOff x="4727327" y="1742596"/>
            <a:chExt cx="2680784" cy="4185608"/>
          </a:xfrm>
        </p:grpSpPr>
        <p:sp>
          <p:nvSpPr>
            <p:cNvPr id="12" name="Rectangle: Rounded Corners 53"/>
            <p:cNvSpPr/>
            <p:nvPr/>
          </p:nvSpPr>
          <p:spPr>
            <a:xfrm>
              <a:off x="4727327" y="1742596"/>
              <a:ext cx="2680784" cy="4185608"/>
            </a:xfrm>
            <a:prstGeom prst="roundRect">
              <a:avLst>
                <a:gd name="adj" fmla="val 5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7" name="Freeform: Shape 50"/>
            <p:cNvSpPr>
              <a:spLocks/>
            </p:cNvSpPr>
            <p:nvPr/>
          </p:nvSpPr>
          <p:spPr bwMode="auto">
            <a:xfrm>
              <a:off x="5711879" y="2025634"/>
              <a:ext cx="745316" cy="745316"/>
            </a:xfrm>
            <a:custGeom>
              <a:avLst/>
              <a:gdLst>
                <a:gd name="T0" fmla="*/ 130 w 236"/>
                <a:gd name="T1" fmla="*/ 1 h 236"/>
                <a:gd name="T2" fmla="*/ 118 w 236"/>
                <a:gd name="T3" fmla="*/ 0 h 236"/>
                <a:gd name="T4" fmla="*/ 30 w 236"/>
                <a:gd name="T5" fmla="*/ 40 h 236"/>
                <a:gd name="T6" fmla="*/ 68 w 236"/>
                <a:gd name="T7" fmla="*/ 105 h 236"/>
                <a:gd name="T8" fmla="*/ 130 w 236"/>
                <a:gd name="T9" fmla="*/ 1 h 236"/>
                <a:gd name="T10" fmla="*/ 20 w 236"/>
                <a:gd name="T11" fmla="*/ 52 h 236"/>
                <a:gd name="T12" fmla="*/ 0 w 236"/>
                <a:gd name="T13" fmla="*/ 118 h 236"/>
                <a:gd name="T14" fmla="*/ 5 w 236"/>
                <a:gd name="T15" fmla="*/ 153 h 236"/>
                <a:gd name="T16" fmla="*/ 81 w 236"/>
                <a:gd name="T17" fmla="*/ 153 h 236"/>
                <a:gd name="T18" fmla="*/ 20 w 236"/>
                <a:gd name="T19" fmla="*/ 52 h 236"/>
                <a:gd name="T20" fmla="*/ 225 w 236"/>
                <a:gd name="T21" fmla="*/ 68 h 236"/>
                <a:gd name="T22" fmla="*/ 145 w 236"/>
                <a:gd name="T23" fmla="*/ 3 h 236"/>
                <a:gd name="T24" fmla="*/ 106 w 236"/>
                <a:gd name="T25" fmla="*/ 68 h 236"/>
                <a:gd name="T26" fmla="*/ 225 w 236"/>
                <a:gd name="T27" fmla="*/ 68 h 236"/>
                <a:gd name="T28" fmla="*/ 130 w 236"/>
                <a:gd name="T29" fmla="*/ 167 h 236"/>
                <a:gd name="T30" fmla="*/ 11 w 236"/>
                <a:gd name="T31" fmla="*/ 167 h 236"/>
                <a:gd name="T32" fmla="*/ 96 w 236"/>
                <a:gd name="T33" fmla="*/ 234 h 236"/>
                <a:gd name="T34" fmla="*/ 93 w 236"/>
                <a:gd name="T35" fmla="*/ 232 h 236"/>
                <a:gd name="T36" fmla="*/ 130 w 236"/>
                <a:gd name="T37" fmla="*/ 167 h 236"/>
                <a:gd name="T38" fmla="*/ 230 w 236"/>
                <a:gd name="T39" fmla="*/ 82 h 236"/>
                <a:gd name="T40" fmla="*/ 155 w 236"/>
                <a:gd name="T41" fmla="*/ 82 h 236"/>
                <a:gd name="T42" fmla="*/ 215 w 236"/>
                <a:gd name="T43" fmla="*/ 186 h 236"/>
                <a:gd name="T44" fmla="*/ 236 w 236"/>
                <a:gd name="T45" fmla="*/ 118 h 236"/>
                <a:gd name="T46" fmla="*/ 230 w 236"/>
                <a:gd name="T47" fmla="*/ 82 h 236"/>
                <a:gd name="T48" fmla="*/ 108 w 236"/>
                <a:gd name="T49" fmla="*/ 236 h 236"/>
                <a:gd name="T50" fmla="*/ 118 w 236"/>
                <a:gd name="T51" fmla="*/ 236 h 236"/>
                <a:gd name="T52" fmla="*/ 205 w 236"/>
                <a:gd name="T53" fmla="*/ 198 h 236"/>
                <a:gd name="T54" fmla="*/ 167 w 236"/>
                <a:gd name="T55" fmla="*/ 132 h 236"/>
                <a:gd name="T56" fmla="*/ 108 w 236"/>
                <a:gd name="T57" fmla="*/ 23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6" h="236">
                  <a:moveTo>
                    <a:pt x="130" y="1"/>
                  </a:moveTo>
                  <a:cubicBezTo>
                    <a:pt x="126" y="0"/>
                    <a:pt x="122" y="0"/>
                    <a:pt x="118" y="0"/>
                  </a:cubicBezTo>
                  <a:cubicBezTo>
                    <a:pt x="83" y="0"/>
                    <a:pt x="51" y="16"/>
                    <a:pt x="30" y="40"/>
                  </a:cubicBezTo>
                  <a:cubicBezTo>
                    <a:pt x="68" y="105"/>
                    <a:pt x="68" y="105"/>
                    <a:pt x="68" y="105"/>
                  </a:cubicBezTo>
                  <a:lnTo>
                    <a:pt x="130" y="1"/>
                  </a:lnTo>
                  <a:close/>
                  <a:moveTo>
                    <a:pt x="20" y="52"/>
                  </a:moveTo>
                  <a:cubicBezTo>
                    <a:pt x="7" y="71"/>
                    <a:pt x="0" y="94"/>
                    <a:pt x="0" y="118"/>
                  </a:cubicBezTo>
                  <a:cubicBezTo>
                    <a:pt x="0" y="130"/>
                    <a:pt x="2" y="142"/>
                    <a:pt x="5" y="153"/>
                  </a:cubicBezTo>
                  <a:cubicBezTo>
                    <a:pt x="81" y="153"/>
                    <a:pt x="81" y="153"/>
                    <a:pt x="81" y="153"/>
                  </a:cubicBezTo>
                  <a:lnTo>
                    <a:pt x="20" y="52"/>
                  </a:lnTo>
                  <a:close/>
                  <a:moveTo>
                    <a:pt x="225" y="68"/>
                  </a:moveTo>
                  <a:cubicBezTo>
                    <a:pt x="210" y="36"/>
                    <a:pt x="180" y="11"/>
                    <a:pt x="145" y="3"/>
                  </a:cubicBezTo>
                  <a:cubicBezTo>
                    <a:pt x="106" y="68"/>
                    <a:pt x="106" y="68"/>
                    <a:pt x="106" y="68"/>
                  </a:cubicBezTo>
                  <a:lnTo>
                    <a:pt x="225" y="68"/>
                  </a:lnTo>
                  <a:close/>
                  <a:moveTo>
                    <a:pt x="130" y="167"/>
                  </a:moveTo>
                  <a:cubicBezTo>
                    <a:pt x="11" y="167"/>
                    <a:pt x="11" y="167"/>
                    <a:pt x="11" y="167"/>
                  </a:cubicBezTo>
                  <a:cubicBezTo>
                    <a:pt x="26" y="201"/>
                    <a:pt x="58" y="227"/>
                    <a:pt x="96" y="234"/>
                  </a:cubicBezTo>
                  <a:cubicBezTo>
                    <a:pt x="93" y="232"/>
                    <a:pt x="93" y="232"/>
                    <a:pt x="93" y="232"/>
                  </a:cubicBezTo>
                  <a:lnTo>
                    <a:pt x="130" y="167"/>
                  </a:lnTo>
                  <a:close/>
                  <a:moveTo>
                    <a:pt x="230" y="82"/>
                  </a:moveTo>
                  <a:cubicBezTo>
                    <a:pt x="155" y="82"/>
                    <a:pt x="155" y="82"/>
                    <a:pt x="155" y="82"/>
                  </a:cubicBezTo>
                  <a:cubicBezTo>
                    <a:pt x="215" y="186"/>
                    <a:pt x="215" y="186"/>
                    <a:pt x="215" y="186"/>
                  </a:cubicBezTo>
                  <a:cubicBezTo>
                    <a:pt x="228" y="167"/>
                    <a:pt x="236" y="143"/>
                    <a:pt x="236" y="118"/>
                  </a:cubicBezTo>
                  <a:cubicBezTo>
                    <a:pt x="236" y="106"/>
                    <a:pt x="234" y="94"/>
                    <a:pt x="230" y="82"/>
                  </a:cubicBezTo>
                  <a:close/>
                  <a:moveTo>
                    <a:pt x="108" y="236"/>
                  </a:moveTo>
                  <a:cubicBezTo>
                    <a:pt x="111" y="236"/>
                    <a:pt x="115" y="236"/>
                    <a:pt x="118" y="236"/>
                  </a:cubicBezTo>
                  <a:cubicBezTo>
                    <a:pt x="152" y="236"/>
                    <a:pt x="183" y="221"/>
                    <a:pt x="205" y="198"/>
                  </a:cubicBezTo>
                  <a:cubicBezTo>
                    <a:pt x="167" y="132"/>
                    <a:pt x="167" y="132"/>
                    <a:pt x="167" y="132"/>
                  </a:cubicBezTo>
                  <a:lnTo>
                    <a:pt x="108" y="236"/>
                  </a:lnTo>
                  <a:close/>
                </a:path>
              </a:pathLst>
            </a:custGeom>
            <a:solidFill>
              <a:schemeClr val="bg1"/>
            </a:solidFill>
            <a:ln>
              <a:noFill/>
            </a:ln>
            <a:extLst/>
          </p:spPr>
          <p:txBody>
            <a:bodyPr anchor="ctr"/>
            <a:lstStyle/>
            <a:p>
              <a:pPr algn="ctr"/>
              <a:endParaRPr/>
            </a:p>
          </p:txBody>
        </p:sp>
        <p:sp>
          <p:nvSpPr>
            <p:cNvPr id="18" name="Rectangle 54"/>
            <p:cNvSpPr/>
            <p:nvPr/>
          </p:nvSpPr>
          <p:spPr bwMode="auto">
            <a:xfrm>
              <a:off x="4867160" y="5219388"/>
              <a:ext cx="2434755" cy="3811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eaLnBrk="1" fontAlgn="auto" hangingPunct="1">
                <a:defRPr/>
              </a:pPr>
              <a:r>
                <a:rPr lang="zh-CN" altLang="en-US" sz="1200" dirty="0">
                  <a:solidFill>
                    <a:schemeClr val="bg1">
                      <a:lumMod val="50000"/>
                    </a:schemeClr>
                  </a:solidFill>
                </a:rPr>
                <a:t>标题文本预设</a:t>
              </a:r>
            </a:p>
          </p:txBody>
        </p:sp>
        <p:sp>
          <p:nvSpPr>
            <p:cNvPr id="22" name="矩形 21"/>
            <p:cNvSpPr/>
            <p:nvPr/>
          </p:nvSpPr>
          <p:spPr>
            <a:xfrm>
              <a:off x="4949464" y="3326484"/>
              <a:ext cx="2236511" cy="1477328"/>
            </a:xfrm>
            <a:prstGeom prst="rect">
              <a:avLst/>
            </a:prstGeom>
          </p:spPr>
          <p:txBody>
            <a:bodyPr wrap="square">
              <a:spAutoFit/>
            </a:bodyPr>
            <a:lstStyle/>
            <a:p>
              <a:pPr>
                <a:lnSpc>
                  <a:spcPct val="120000"/>
                </a:lnSpc>
              </a:pPr>
              <a:r>
                <a:rPr lang="zh-CN" altLang="en-US" sz="1100" dirty="0">
                  <a:solidFill>
                    <a:schemeClr val="bg1"/>
                  </a:solidFill>
                </a:rPr>
                <a:t>用户可以在投影仪或者计算机上进行演示也可以将演示文稿打印出来制作成胶片以便应用到更广泛的领域中</a:t>
              </a:r>
            </a:p>
          </p:txBody>
        </p:sp>
      </p:grpSp>
      <p:grpSp>
        <p:nvGrpSpPr>
          <p:cNvPr id="5" name="组合 4"/>
          <p:cNvGrpSpPr/>
          <p:nvPr/>
        </p:nvGrpSpPr>
        <p:grpSpPr>
          <a:xfrm>
            <a:off x="6209205" y="1307521"/>
            <a:ext cx="2010937" cy="3139751"/>
            <a:chOff x="8277503" y="1742596"/>
            <a:chExt cx="2680784" cy="4185608"/>
          </a:xfrm>
        </p:grpSpPr>
        <p:sp>
          <p:nvSpPr>
            <p:cNvPr id="11" name="Rectangle: Rounded Corners 60"/>
            <p:cNvSpPr/>
            <p:nvPr/>
          </p:nvSpPr>
          <p:spPr>
            <a:xfrm>
              <a:off x="8277503" y="1742596"/>
              <a:ext cx="2680784" cy="4185608"/>
            </a:xfrm>
            <a:prstGeom prst="roundRect">
              <a:avLst>
                <a:gd name="adj" fmla="val 5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5" name="Freeform: Shape 48"/>
            <p:cNvSpPr>
              <a:spLocks/>
            </p:cNvSpPr>
            <p:nvPr/>
          </p:nvSpPr>
          <p:spPr bwMode="auto">
            <a:xfrm>
              <a:off x="9262055" y="2025634"/>
              <a:ext cx="745316" cy="745316"/>
            </a:xfrm>
            <a:custGeom>
              <a:avLst/>
              <a:gdLst>
                <a:gd name="T0" fmla="*/ 118 w 236"/>
                <a:gd name="T1" fmla="*/ 0 h 236"/>
                <a:gd name="T2" fmla="*/ 0 w 236"/>
                <a:gd name="T3" fmla="*/ 118 h 236"/>
                <a:gd name="T4" fmla="*/ 118 w 236"/>
                <a:gd name="T5" fmla="*/ 236 h 236"/>
                <a:gd name="T6" fmla="*/ 236 w 236"/>
                <a:gd name="T7" fmla="*/ 118 h 236"/>
                <a:gd name="T8" fmla="*/ 118 w 236"/>
                <a:gd name="T9" fmla="*/ 0 h 236"/>
                <a:gd name="T10" fmla="*/ 106 w 236"/>
                <a:gd name="T11" fmla="*/ 171 h 236"/>
                <a:gd name="T12" fmla="*/ 54 w 236"/>
                <a:gd name="T13" fmla="*/ 163 h 236"/>
                <a:gd name="T14" fmla="*/ 54 w 236"/>
                <a:gd name="T15" fmla="*/ 121 h 236"/>
                <a:gd name="T16" fmla="*/ 106 w 236"/>
                <a:gd name="T17" fmla="*/ 121 h 236"/>
                <a:gd name="T18" fmla="*/ 106 w 236"/>
                <a:gd name="T19" fmla="*/ 171 h 236"/>
                <a:gd name="T20" fmla="*/ 106 w 236"/>
                <a:gd name="T21" fmla="*/ 114 h 236"/>
                <a:gd name="T22" fmla="*/ 54 w 236"/>
                <a:gd name="T23" fmla="*/ 114 h 236"/>
                <a:gd name="T24" fmla="*/ 54 w 236"/>
                <a:gd name="T25" fmla="*/ 72 h 236"/>
                <a:gd name="T26" fmla="*/ 106 w 236"/>
                <a:gd name="T27" fmla="*/ 64 h 236"/>
                <a:gd name="T28" fmla="*/ 106 w 236"/>
                <a:gd name="T29" fmla="*/ 114 h 236"/>
                <a:gd name="T30" fmla="*/ 182 w 236"/>
                <a:gd name="T31" fmla="*/ 182 h 236"/>
                <a:gd name="T32" fmla="*/ 113 w 236"/>
                <a:gd name="T33" fmla="*/ 172 h 236"/>
                <a:gd name="T34" fmla="*/ 113 w 236"/>
                <a:gd name="T35" fmla="*/ 121 h 236"/>
                <a:gd name="T36" fmla="*/ 182 w 236"/>
                <a:gd name="T37" fmla="*/ 121 h 236"/>
                <a:gd name="T38" fmla="*/ 182 w 236"/>
                <a:gd name="T39" fmla="*/ 182 h 236"/>
                <a:gd name="T40" fmla="*/ 182 w 236"/>
                <a:gd name="T41" fmla="*/ 114 h 236"/>
                <a:gd name="T42" fmla="*/ 113 w 236"/>
                <a:gd name="T43" fmla="*/ 114 h 236"/>
                <a:gd name="T44" fmla="*/ 113 w 236"/>
                <a:gd name="T45" fmla="*/ 63 h 236"/>
                <a:gd name="T46" fmla="*/ 182 w 236"/>
                <a:gd name="T47" fmla="*/ 53 h 236"/>
                <a:gd name="T48" fmla="*/ 182 w 236"/>
                <a:gd name="T49" fmla="*/ 114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6" h="236">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06" y="171"/>
                  </a:moveTo>
                  <a:cubicBezTo>
                    <a:pt x="54" y="163"/>
                    <a:pt x="54" y="163"/>
                    <a:pt x="54" y="163"/>
                  </a:cubicBezTo>
                  <a:cubicBezTo>
                    <a:pt x="54" y="121"/>
                    <a:pt x="54" y="121"/>
                    <a:pt x="54" y="121"/>
                  </a:cubicBezTo>
                  <a:cubicBezTo>
                    <a:pt x="106" y="121"/>
                    <a:pt x="106" y="121"/>
                    <a:pt x="106" y="121"/>
                  </a:cubicBezTo>
                  <a:lnTo>
                    <a:pt x="106" y="171"/>
                  </a:lnTo>
                  <a:close/>
                  <a:moveTo>
                    <a:pt x="106" y="114"/>
                  </a:moveTo>
                  <a:cubicBezTo>
                    <a:pt x="54" y="114"/>
                    <a:pt x="54" y="114"/>
                    <a:pt x="54" y="114"/>
                  </a:cubicBezTo>
                  <a:cubicBezTo>
                    <a:pt x="54" y="72"/>
                    <a:pt x="54" y="72"/>
                    <a:pt x="54" y="72"/>
                  </a:cubicBezTo>
                  <a:cubicBezTo>
                    <a:pt x="106" y="64"/>
                    <a:pt x="106" y="64"/>
                    <a:pt x="106" y="64"/>
                  </a:cubicBezTo>
                  <a:lnTo>
                    <a:pt x="106" y="114"/>
                  </a:lnTo>
                  <a:close/>
                  <a:moveTo>
                    <a:pt x="182" y="182"/>
                  </a:moveTo>
                  <a:cubicBezTo>
                    <a:pt x="113" y="172"/>
                    <a:pt x="113" y="172"/>
                    <a:pt x="113" y="172"/>
                  </a:cubicBezTo>
                  <a:cubicBezTo>
                    <a:pt x="113" y="121"/>
                    <a:pt x="113" y="121"/>
                    <a:pt x="113" y="121"/>
                  </a:cubicBezTo>
                  <a:cubicBezTo>
                    <a:pt x="182" y="121"/>
                    <a:pt x="182" y="121"/>
                    <a:pt x="182" y="121"/>
                  </a:cubicBezTo>
                  <a:lnTo>
                    <a:pt x="182" y="182"/>
                  </a:lnTo>
                  <a:close/>
                  <a:moveTo>
                    <a:pt x="182" y="114"/>
                  </a:moveTo>
                  <a:cubicBezTo>
                    <a:pt x="113" y="114"/>
                    <a:pt x="113" y="114"/>
                    <a:pt x="113" y="114"/>
                  </a:cubicBezTo>
                  <a:cubicBezTo>
                    <a:pt x="113" y="63"/>
                    <a:pt x="113" y="63"/>
                    <a:pt x="113" y="63"/>
                  </a:cubicBezTo>
                  <a:cubicBezTo>
                    <a:pt x="182" y="53"/>
                    <a:pt x="182" y="53"/>
                    <a:pt x="182" y="53"/>
                  </a:cubicBezTo>
                  <a:lnTo>
                    <a:pt x="182" y="114"/>
                  </a:lnTo>
                  <a:close/>
                </a:path>
              </a:pathLst>
            </a:custGeom>
            <a:solidFill>
              <a:schemeClr val="bg1"/>
            </a:solidFill>
            <a:ln>
              <a:noFill/>
            </a:ln>
            <a:extLst/>
          </p:spPr>
          <p:txBody>
            <a:bodyPr anchor="ctr"/>
            <a:lstStyle/>
            <a:p>
              <a:pPr algn="ctr"/>
              <a:endParaRPr/>
            </a:p>
          </p:txBody>
        </p:sp>
        <p:sp>
          <p:nvSpPr>
            <p:cNvPr id="19" name="Rectangle 61"/>
            <p:cNvSpPr/>
            <p:nvPr/>
          </p:nvSpPr>
          <p:spPr bwMode="auto">
            <a:xfrm>
              <a:off x="8417336" y="5219388"/>
              <a:ext cx="2434755" cy="3811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eaLnBrk="1" fontAlgn="auto" hangingPunct="1">
                <a:defRPr/>
              </a:pPr>
              <a:r>
                <a:rPr lang="zh-CN" altLang="en-US" sz="1200" dirty="0">
                  <a:solidFill>
                    <a:schemeClr val="bg1">
                      <a:lumMod val="50000"/>
                    </a:schemeClr>
                  </a:solidFill>
                </a:rPr>
                <a:t>标题文本预设</a:t>
              </a:r>
            </a:p>
          </p:txBody>
        </p:sp>
        <p:sp>
          <p:nvSpPr>
            <p:cNvPr id="23" name="矩形 22"/>
            <p:cNvSpPr/>
            <p:nvPr/>
          </p:nvSpPr>
          <p:spPr>
            <a:xfrm>
              <a:off x="8516458" y="3326484"/>
              <a:ext cx="2236511" cy="1477328"/>
            </a:xfrm>
            <a:prstGeom prst="rect">
              <a:avLst/>
            </a:prstGeom>
          </p:spPr>
          <p:txBody>
            <a:bodyPr wrap="square">
              <a:spAutoFit/>
            </a:bodyPr>
            <a:lstStyle/>
            <a:p>
              <a:pPr>
                <a:lnSpc>
                  <a:spcPct val="120000"/>
                </a:lnSpc>
              </a:pPr>
              <a:r>
                <a:rPr lang="zh-CN" altLang="en-US" sz="1100" dirty="0">
                  <a:solidFill>
                    <a:schemeClr val="bg1"/>
                  </a:solidFill>
                </a:rPr>
                <a:t>用户可以在投影仪或者计算机上进行演示也可以将演示文稿打印出来制作成胶片以便应用到更广泛的领域中</a:t>
              </a:r>
            </a:p>
          </p:txBody>
        </p:sp>
      </p:grpSp>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37905" y="61236"/>
            <a:ext cx="979629" cy="909108"/>
          </a:xfrm>
          <a:prstGeom prst="rect">
            <a:avLst/>
          </a:prstGeom>
        </p:spPr>
      </p:pic>
    </p:spTree>
    <p:extLst>
      <p:ext uri="{BB962C8B-B14F-4D97-AF65-F5344CB8AC3E}">
        <p14:creationId xmlns:p14="http://schemas.microsoft.com/office/powerpoint/2010/main" val="2291978740"/>
      </p:ext>
    </p:extLst>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par>
                                <p:cTn id="15" presetID="25" presetClass="entr" presetSubtype="0" fill="hold" nodeType="withEffect">
                                  <p:stCondLst>
                                    <p:cond delay="25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18"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19"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20" dur="1000" fill="hold"/>
                                        <p:tgtEl>
                                          <p:spTgt spid="4"/>
                                        </p:tgtEl>
                                        <p:attrNameLst>
                                          <p:attrName>ppt_h</p:attrName>
                                        </p:attrNameLst>
                                      </p:cBhvr>
                                      <p:tavLst>
                                        <p:tav tm="0">
                                          <p:val>
                                            <p:strVal val="#ppt_h"/>
                                          </p:val>
                                        </p:tav>
                                        <p:tav tm="100000">
                                          <p:val>
                                            <p:strVal val="#ppt_h"/>
                                          </p:val>
                                        </p:tav>
                                      </p:tavLst>
                                    </p:anim>
                                    <p:anim calcmode="lin" valueType="num">
                                      <p:cBhvr>
                                        <p:cTn id="21"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22"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23"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24" dur="1000" decel="50000">
                                          <p:stCondLst>
                                            <p:cond delay="0"/>
                                          </p:stCondLst>
                                        </p:cTn>
                                        <p:tgtEl>
                                          <p:spTgt spid="4"/>
                                        </p:tgtEl>
                                      </p:cBhvr>
                                    </p:animEffect>
                                  </p:childTnLst>
                                </p:cTn>
                              </p:par>
                              <p:par>
                                <p:cTn id="25" presetID="25" presetClass="entr" presetSubtype="0" fill="hold" nodeType="withEffect">
                                  <p:stCondLst>
                                    <p:cond delay="500"/>
                                  </p:stCondLst>
                                  <p:childTnLst>
                                    <p:set>
                                      <p:cBhvr>
                                        <p:cTn id="26" dur="1" fill="hold">
                                          <p:stCondLst>
                                            <p:cond delay="0"/>
                                          </p:stCondLst>
                                        </p:cTn>
                                        <p:tgtEl>
                                          <p:spTgt spid="5"/>
                                        </p:tgtEl>
                                        <p:attrNameLst>
                                          <p:attrName>style.visibility</p:attrName>
                                        </p:attrNameLst>
                                      </p:cBhvr>
                                      <p:to>
                                        <p:strVal val="visible"/>
                                      </p:to>
                                    </p:set>
                                    <p:anim calcmode="lin" valueType="num">
                                      <p:cBhvr>
                                        <p:cTn id="27" dur="500" decel="50000" fill="hold">
                                          <p:stCondLst>
                                            <p:cond delay="0"/>
                                          </p:stCondLst>
                                        </p:cTn>
                                        <p:tgtEl>
                                          <p:spTgt spid="5"/>
                                        </p:tgtEl>
                                        <p:attrNameLst>
                                          <p:attrName>style.rotation</p:attrName>
                                        </p:attrNameLst>
                                      </p:cBhvr>
                                      <p:tavLst>
                                        <p:tav tm="0">
                                          <p:val>
                                            <p:fltVal val="-90"/>
                                          </p:val>
                                        </p:tav>
                                        <p:tav tm="100000">
                                          <p:val>
                                            <p:fltVal val="0"/>
                                          </p:val>
                                        </p:tav>
                                      </p:tavLst>
                                    </p:anim>
                                    <p:anim calcmode="lin" valueType="num">
                                      <p:cBhvr>
                                        <p:cTn id="28" dur="500" decel="50000" fill="hold">
                                          <p:stCondLst>
                                            <p:cond delay="0"/>
                                          </p:stCondLst>
                                        </p:cTn>
                                        <p:tgtEl>
                                          <p:spTgt spid="5"/>
                                        </p:tgtEl>
                                        <p:attrNameLst>
                                          <p:attrName>ppt_w</p:attrName>
                                        </p:attrNameLst>
                                      </p:cBhvr>
                                      <p:tavLst>
                                        <p:tav tm="0">
                                          <p:val>
                                            <p:strVal val="#ppt_w"/>
                                          </p:val>
                                        </p:tav>
                                        <p:tav tm="100000">
                                          <p:val>
                                            <p:strVal val="#ppt_w*.05"/>
                                          </p:val>
                                        </p:tav>
                                      </p:tavLst>
                                    </p:anim>
                                    <p:anim calcmode="lin" valueType="num">
                                      <p:cBhvr>
                                        <p:cTn id="29" dur="500" accel="50000" fill="hold">
                                          <p:stCondLst>
                                            <p:cond delay="500"/>
                                          </p:stCondLst>
                                        </p:cTn>
                                        <p:tgtEl>
                                          <p:spTgt spid="5"/>
                                        </p:tgtEl>
                                        <p:attrNameLst>
                                          <p:attrName>ppt_w</p:attrName>
                                        </p:attrNameLst>
                                      </p:cBhvr>
                                      <p:tavLst>
                                        <p:tav tm="0">
                                          <p:val>
                                            <p:strVal val="#ppt_w*.05"/>
                                          </p:val>
                                        </p:tav>
                                        <p:tav tm="100000">
                                          <p:val>
                                            <p:strVal val="#ppt_w"/>
                                          </p:val>
                                        </p:tav>
                                      </p:tavLst>
                                    </p:anim>
                                    <p:anim calcmode="lin" valueType="num">
                                      <p:cBhvr>
                                        <p:cTn id="30" dur="1000" fill="hold"/>
                                        <p:tgtEl>
                                          <p:spTgt spid="5"/>
                                        </p:tgtEl>
                                        <p:attrNameLst>
                                          <p:attrName>ppt_h</p:attrName>
                                        </p:attrNameLst>
                                      </p:cBhvr>
                                      <p:tavLst>
                                        <p:tav tm="0">
                                          <p:val>
                                            <p:strVal val="#ppt_h"/>
                                          </p:val>
                                        </p:tav>
                                        <p:tav tm="100000">
                                          <p:val>
                                            <p:strVal val="#ppt_h"/>
                                          </p:val>
                                        </p:tav>
                                      </p:tavLst>
                                    </p:anim>
                                    <p:anim calcmode="lin" valueType="num">
                                      <p:cBhvr>
                                        <p:cTn id="31" dur="500" decel="50000" fill="hold">
                                          <p:stCondLst>
                                            <p:cond delay="0"/>
                                          </p:stCondLst>
                                        </p:cTn>
                                        <p:tgtEl>
                                          <p:spTgt spid="5"/>
                                        </p:tgtEl>
                                        <p:attrNameLst>
                                          <p:attrName>ppt_x</p:attrName>
                                        </p:attrNameLst>
                                      </p:cBhvr>
                                      <p:tavLst>
                                        <p:tav tm="0">
                                          <p:val>
                                            <p:strVal val="#ppt_x+.4"/>
                                          </p:val>
                                        </p:tav>
                                        <p:tav tm="100000">
                                          <p:val>
                                            <p:strVal val="#ppt_x"/>
                                          </p:val>
                                        </p:tav>
                                      </p:tavLst>
                                    </p:anim>
                                    <p:anim calcmode="lin" valueType="num">
                                      <p:cBhvr>
                                        <p:cTn id="32" dur="500" decel="50000" fill="hold">
                                          <p:stCondLst>
                                            <p:cond delay="0"/>
                                          </p:stCondLst>
                                        </p:cTn>
                                        <p:tgtEl>
                                          <p:spTgt spid="5"/>
                                        </p:tgtEl>
                                        <p:attrNameLst>
                                          <p:attrName>ppt_y</p:attrName>
                                        </p:attrNameLst>
                                      </p:cBhvr>
                                      <p:tavLst>
                                        <p:tav tm="0">
                                          <p:val>
                                            <p:strVal val="#ppt_y-.2"/>
                                          </p:val>
                                        </p:tav>
                                        <p:tav tm="100000">
                                          <p:val>
                                            <p:strVal val="#ppt_y+.1"/>
                                          </p:val>
                                        </p:tav>
                                      </p:tavLst>
                                    </p:anim>
                                    <p:anim calcmode="lin" valueType="num">
                                      <p:cBhvr>
                                        <p:cTn id="33" dur="500" accel="50000" fill="hold">
                                          <p:stCondLst>
                                            <p:cond delay="500"/>
                                          </p:stCondLst>
                                        </p:cTn>
                                        <p:tgtEl>
                                          <p:spTgt spid="5"/>
                                        </p:tgtEl>
                                        <p:attrNameLst>
                                          <p:attrName>ppt_y</p:attrName>
                                        </p:attrNameLst>
                                      </p:cBhvr>
                                      <p:tavLst>
                                        <p:tav tm="0">
                                          <p:val>
                                            <p:strVal val="#ppt_y+.1"/>
                                          </p:val>
                                        </p:tav>
                                        <p:tav tm="100000">
                                          <p:val>
                                            <p:strVal val="#ppt_y"/>
                                          </p:val>
                                        </p:tav>
                                      </p:tavLst>
                                    </p:anim>
                                    <p:animEffect transition="in" filter="fade">
                                      <p:cBhvr>
                                        <p:cTn id="34" dur="1000" decel="50000">
                                          <p:stCondLst>
                                            <p:cond delay="0"/>
                                          </p:stCondLst>
                                        </p:cTn>
                                        <p:tgtEl>
                                          <p:spTgt spid="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wipe(left)">
                                      <p:cBhvr>
                                        <p:cTn id="39" dur="500"/>
                                        <p:tgtEl>
                                          <p:spTgt spid="21"/>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wipe(left)">
                                      <p:cBhvr>
                                        <p:cTn id="44" dur="500"/>
                                        <p:tgtEl>
                                          <p:spTgt spid="24"/>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wipe(left)">
                                      <p:cBhvr>
                                        <p:cTn id="4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4" grpId="0" animBg="1"/>
      <p:bldP spid="2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a:extLst>
              <a:ext uri="{FF2B5EF4-FFF2-40B4-BE49-F238E27FC236}">
                <a16:creationId xmlns:a16="http://schemas.microsoft.com/office/drawing/2014/main" xmlns="" id="{779CC2FD-DE0D-4600-A4FF-B825989A213B}"/>
              </a:ext>
            </a:extLst>
          </p:cNvPr>
          <p:cNvSpPr/>
          <p:nvPr/>
        </p:nvSpPr>
        <p:spPr>
          <a:xfrm rot="1057730">
            <a:off x="7013152" y="2455204"/>
            <a:ext cx="4839263" cy="922355"/>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矩形 45">
            <a:extLst>
              <a:ext uri="{FF2B5EF4-FFF2-40B4-BE49-F238E27FC236}">
                <a16:creationId xmlns:a16="http://schemas.microsoft.com/office/drawing/2014/main" xmlns="" id="{18010DC0-DBFC-4C48-BC9F-485579F2F7AF}"/>
              </a:ext>
            </a:extLst>
          </p:cNvPr>
          <p:cNvSpPr/>
          <p:nvPr/>
        </p:nvSpPr>
        <p:spPr>
          <a:xfrm rot="1057730">
            <a:off x="5371221" y="2466223"/>
            <a:ext cx="4839263" cy="922355"/>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5" name="矩形 44">
            <a:extLst>
              <a:ext uri="{FF2B5EF4-FFF2-40B4-BE49-F238E27FC236}">
                <a16:creationId xmlns:a16="http://schemas.microsoft.com/office/drawing/2014/main" xmlns="" id="{0B1C0A63-0D74-47F8-9187-1854748EC8C2}"/>
              </a:ext>
            </a:extLst>
          </p:cNvPr>
          <p:cNvSpPr/>
          <p:nvPr/>
        </p:nvSpPr>
        <p:spPr>
          <a:xfrm rot="1057730">
            <a:off x="3692350" y="2477241"/>
            <a:ext cx="4839263" cy="922355"/>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矩形 42">
            <a:extLst>
              <a:ext uri="{FF2B5EF4-FFF2-40B4-BE49-F238E27FC236}">
                <a16:creationId xmlns:a16="http://schemas.microsoft.com/office/drawing/2014/main" xmlns="" id="{3D346E4E-D622-4852-A06A-E0FD4218AB84}"/>
              </a:ext>
            </a:extLst>
          </p:cNvPr>
          <p:cNvSpPr/>
          <p:nvPr/>
        </p:nvSpPr>
        <p:spPr>
          <a:xfrm rot="1057730">
            <a:off x="1995772" y="2466223"/>
            <a:ext cx="4839263" cy="922355"/>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 name="Group 3"/>
          <p:cNvGrpSpPr/>
          <p:nvPr/>
        </p:nvGrpSpPr>
        <p:grpSpPr>
          <a:xfrm>
            <a:off x="1536535" y="1682968"/>
            <a:ext cx="6072516" cy="975345"/>
            <a:chOff x="967802" y="1902099"/>
            <a:chExt cx="10256393" cy="1647031"/>
          </a:xfrm>
        </p:grpSpPr>
        <p:grpSp>
          <p:nvGrpSpPr>
            <p:cNvPr id="3" name="Group 4"/>
            <p:cNvGrpSpPr/>
            <p:nvPr/>
          </p:nvGrpSpPr>
          <p:grpSpPr>
            <a:xfrm>
              <a:off x="967802" y="1902099"/>
              <a:ext cx="10256393" cy="1647031"/>
              <a:chOff x="-1123401" y="2523132"/>
              <a:chExt cx="11282033" cy="1811734"/>
            </a:xfrm>
          </p:grpSpPr>
          <p:sp>
            <p:nvSpPr>
              <p:cNvPr id="24" name="Freeform 23"/>
              <p:cNvSpPr/>
              <p:nvPr/>
            </p:nvSpPr>
            <p:spPr>
              <a:xfrm>
                <a:off x="2033366" y="2523132"/>
                <a:ext cx="1811734" cy="1811734"/>
              </a:xfrm>
              <a:custGeom>
                <a:avLst/>
                <a:gdLst>
                  <a:gd name="connsiteX0" fmla="*/ 0 w 1811734"/>
                  <a:gd name="connsiteY0" fmla="*/ 905867 h 1811734"/>
                  <a:gd name="connsiteX1" fmla="*/ 905867 w 1811734"/>
                  <a:gd name="connsiteY1" fmla="*/ 0 h 1811734"/>
                  <a:gd name="connsiteX2" fmla="*/ 1811734 w 1811734"/>
                  <a:gd name="connsiteY2" fmla="*/ 905867 h 1811734"/>
                  <a:gd name="connsiteX3" fmla="*/ 905867 w 1811734"/>
                  <a:gd name="connsiteY3" fmla="*/ 1811734 h 1811734"/>
                  <a:gd name="connsiteX4" fmla="*/ 0 w 1811734"/>
                  <a:gd name="connsiteY4" fmla="*/ 905867 h 1811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1734" h="1811734">
                    <a:moveTo>
                      <a:pt x="0" y="905867"/>
                    </a:moveTo>
                    <a:cubicBezTo>
                      <a:pt x="0" y="405570"/>
                      <a:pt x="405570" y="0"/>
                      <a:pt x="905867" y="0"/>
                    </a:cubicBezTo>
                    <a:cubicBezTo>
                      <a:pt x="1406164" y="0"/>
                      <a:pt x="1811734" y="405570"/>
                      <a:pt x="1811734" y="905867"/>
                    </a:cubicBezTo>
                    <a:cubicBezTo>
                      <a:pt x="1811734" y="1406164"/>
                      <a:pt x="1406164" y="1811734"/>
                      <a:pt x="905867" y="1811734"/>
                    </a:cubicBezTo>
                    <a:cubicBezTo>
                      <a:pt x="405570" y="1811734"/>
                      <a:pt x="0" y="1406164"/>
                      <a:pt x="0" y="905867"/>
                    </a:cubicBezTo>
                    <a:close/>
                  </a:path>
                </a:pathLst>
              </a:custGeom>
              <a:solidFill>
                <a:schemeClr val="accent2"/>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9474" tIns="289474" rIns="289474" bIns="289474" numCol="1" spcCol="1270" anchor="ctr" anchorCtr="0">
                <a:noAutofit/>
              </a:bodyPr>
              <a:lstStyle/>
              <a:p>
                <a:pPr algn="just" defTabSz="1157865">
                  <a:lnSpc>
                    <a:spcPct val="120000"/>
                  </a:lnSpc>
                  <a:spcAft>
                    <a:spcPct val="35000"/>
                  </a:spcAft>
                </a:pPr>
                <a:endParaRPr lang="en-GB"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24"/>
              <p:cNvSpPr/>
              <p:nvPr/>
            </p:nvSpPr>
            <p:spPr>
              <a:xfrm>
                <a:off x="3992214" y="2903596"/>
                <a:ext cx="1050805" cy="1050805"/>
              </a:xfrm>
              <a:custGeom>
                <a:avLst/>
                <a:gdLst>
                  <a:gd name="connsiteX0" fmla="*/ 139284 w 1050805"/>
                  <a:gd name="connsiteY0" fmla="*/ 401828 h 1050805"/>
                  <a:gd name="connsiteX1" fmla="*/ 401828 w 1050805"/>
                  <a:gd name="connsiteY1" fmla="*/ 401828 h 1050805"/>
                  <a:gd name="connsiteX2" fmla="*/ 401828 w 1050805"/>
                  <a:gd name="connsiteY2" fmla="*/ 139284 h 1050805"/>
                  <a:gd name="connsiteX3" fmla="*/ 648977 w 1050805"/>
                  <a:gd name="connsiteY3" fmla="*/ 139284 h 1050805"/>
                  <a:gd name="connsiteX4" fmla="*/ 648977 w 1050805"/>
                  <a:gd name="connsiteY4" fmla="*/ 401828 h 1050805"/>
                  <a:gd name="connsiteX5" fmla="*/ 911521 w 1050805"/>
                  <a:gd name="connsiteY5" fmla="*/ 401828 h 1050805"/>
                  <a:gd name="connsiteX6" fmla="*/ 911521 w 1050805"/>
                  <a:gd name="connsiteY6" fmla="*/ 648977 h 1050805"/>
                  <a:gd name="connsiteX7" fmla="*/ 648977 w 1050805"/>
                  <a:gd name="connsiteY7" fmla="*/ 648977 h 1050805"/>
                  <a:gd name="connsiteX8" fmla="*/ 648977 w 1050805"/>
                  <a:gd name="connsiteY8" fmla="*/ 911521 h 1050805"/>
                  <a:gd name="connsiteX9" fmla="*/ 401828 w 1050805"/>
                  <a:gd name="connsiteY9" fmla="*/ 911521 h 1050805"/>
                  <a:gd name="connsiteX10" fmla="*/ 401828 w 1050805"/>
                  <a:gd name="connsiteY10" fmla="*/ 648977 h 1050805"/>
                  <a:gd name="connsiteX11" fmla="*/ 139284 w 1050805"/>
                  <a:gd name="connsiteY11" fmla="*/ 648977 h 1050805"/>
                  <a:gd name="connsiteX12" fmla="*/ 139284 w 1050805"/>
                  <a:gd name="connsiteY12" fmla="*/ 401828 h 1050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50805" h="1050805">
                    <a:moveTo>
                      <a:pt x="139284" y="401828"/>
                    </a:moveTo>
                    <a:lnTo>
                      <a:pt x="401828" y="401828"/>
                    </a:lnTo>
                    <a:lnTo>
                      <a:pt x="401828" y="139284"/>
                    </a:lnTo>
                    <a:lnTo>
                      <a:pt x="648977" y="139284"/>
                    </a:lnTo>
                    <a:lnTo>
                      <a:pt x="648977" y="401828"/>
                    </a:lnTo>
                    <a:lnTo>
                      <a:pt x="911521" y="401828"/>
                    </a:lnTo>
                    <a:lnTo>
                      <a:pt x="911521" y="648977"/>
                    </a:lnTo>
                    <a:lnTo>
                      <a:pt x="648977" y="648977"/>
                    </a:lnTo>
                    <a:lnTo>
                      <a:pt x="648977" y="911521"/>
                    </a:lnTo>
                    <a:lnTo>
                      <a:pt x="401828" y="911521"/>
                    </a:lnTo>
                    <a:lnTo>
                      <a:pt x="401828" y="648977"/>
                    </a:lnTo>
                    <a:lnTo>
                      <a:pt x="139284" y="648977"/>
                    </a:lnTo>
                    <a:lnTo>
                      <a:pt x="139284" y="401828"/>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127542" tIns="367954" rIns="127542" bIns="367954" numCol="1" spcCol="1270" anchor="ctr" anchorCtr="0">
                <a:noAutofit/>
              </a:bodyPr>
              <a:lstStyle/>
              <a:p>
                <a:pPr algn="just" defTabSz="492091">
                  <a:lnSpc>
                    <a:spcPct val="120000"/>
                  </a:lnSpc>
                  <a:spcAft>
                    <a:spcPct val="35000"/>
                  </a:spcAft>
                </a:pPr>
                <a:endParaRPr lang="en-GB"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Freeform 25"/>
              <p:cNvSpPr/>
              <p:nvPr/>
            </p:nvSpPr>
            <p:spPr>
              <a:xfrm>
                <a:off x="5190132" y="2523132"/>
                <a:ext cx="1811734" cy="1811734"/>
              </a:xfrm>
              <a:custGeom>
                <a:avLst/>
                <a:gdLst>
                  <a:gd name="connsiteX0" fmla="*/ 0 w 1811734"/>
                  <a:gd name="connsiteY0" fmla="*/ 905867 h 1811734"/>
                  <a:gd name="connsiteX1" fmla="*/ 905867 w 1811734"/>
                  <a:gd name="connsiteY1" fmla="*/ 0 h 1811734"/>
                  <a:gd name="connsiteX2" fmla="*/ 1811734 w 1811734"/>
                  <a:gd name="connsiteY2" fmla="*/ 905867 h 1811734"/>
                  <a:gd name="connsiteX3" fmla="*/ 905867 w 1811734"/>
                  <a:gd name="connsiteY3" fmla="*/ 1811734 h 1811734"/>
                  <a:gd name="connsiteX4" fmla="*/ 0 w 1811734"/>
                  <a:gd name="connsiteY4" fmla="*/ 905867 h 1811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1734" h="1811734">
                    <a:moveTo>
                      <a:pt x="0" y="905867"/>
                    </a:moveTo>
                    <a:cubicBezTo>
                      <a:pt x="0" y="405570"/>
                      <a:pt x="405570" y="0"/>
                      <a:pt x="905867" y="0"/>
                    </a:cubicBezTo>
                    <a:cubicBezTo>
                      <a:pt x="1406164" y="0"/>
                      <a:pt x="1811734" y="405570"/>
                      <a:pt x="1811734" y="905867"/>
                    </a:cubicBezTo>
                    <a:cubicBezTo>
                      <a:pt x="1811734" y="1406164"/>
                      <a:pt x="1406164" y="1811734"/>
                      <a:pt x="905867" y="1811734"/>
                    </a:cubicBezTo>
                    <a:cubicBezTo>
                      <a:pt x="405570" y="1811734"/>
                      <a:pt x="0" y="1406164"/>
                      <a:pt x="0" y="905867"/>
                    </a:cubicBezTo>
                    <a:close/>
                  </a:path>
                </a:pathLst>
              </a:custGeom>
              <a:solidFill>
                <a:schemeClr val="accent3"/>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9474" tIns="289474" rIns="289474" bIns="289474" numCol="1" spcCol="1270" anchor="ctr" anchorCtr="0">
                <a:noAutofit/>
              </a:bodyPr>
              <a:lstStyle/>
              <a:p>
                <a:pPr algn="just" defTabSz="1157865">
                  <a:lnSpc>
                    <a:spcPct val="120000"/>
                  </a:lnSpc>
                  <a:spcAft>
                    <a:spcPct val="35000"/>
                  </a:spcAft>
                </a:pPr>
                <a:endParaRPr lang="en-GB"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Freeform 26"/>
              <p:cNvSpPr/>
              <p:nvPr/>
            </p:nvSpPr>
            <p:spPr>
              <a:xfrm>
                <a:off x="7148980" y="2903596"/>
                <a:ext cx="1050805" cy="1050805"/>
              </a:xfrm>
              <a:custGeom>
                <a:avLst/>
                <a:gdLst>
                  <a:gd name="connsiteX0" fmla="*/ 139284 w 1050805"/>
                  <a:gd name="connsiteY0" fmla="*/ 216466 h 1050805"/>
                  <a:gd name="connsiteX1" fmla="*/ 911521 w 1050805"/>
                  <a:gd name="connsiteY1" fmla="*/ 216466 h 1050805"/>
                  <a:gd name="connsiteX2" fmla="*/ 911521 w 1050805"/>
                  <a:gd name="connsiteY2" fmla="*/ 463615 h 1050805"/>
                  <a:gd name="connsiteX3" fmla="*/ 139284 w 1050805"/>
                  <a:gd name="connsiteY3" fmla="*/ 463615 h 1050805"/>
                  <a:gd name="connsiteX4" fmla="*/ 139284 w 1050805"/>
                  <a:gd name="connsiteY4" fmla="*/ 216466 h 1050805"/>
                  <a:gd name="connsiteX5" fmla="*/ 139284 w 1050805"/>
                  <a:gd name="connsiteY5" fmla="*/ 587190 h 1050805"/>
                  <a:gd name="connsiteX6" fmla="*/ 911521 w 1050805"/>
                  <a:gd name="connsiteY6" fmla="*/ 587190 h 1050805"/>
                  <a:gd name="connsiteX7" fmla="*/ 911521 w 1050805"/>
                  <a:gd name="connsiteY7" fmla="*/ 834339 h 1050805"/>
                  <a:gd name="connsiteX8" fmla="*/ 139284 w 1050805"/>
                  <a:gd name="connsiteY8" fmla="*/ 834339 h 1050805"/>
                  <a:gd name="connsiteX9" fmla="*/ 139284 w 1050805"/>
                  <a:gd name="connsiteY9" fmla="*/ 587190 h 1050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0805" h="1050805">
                    <a:moveTo>
                      <a:pt x="139284" y="216466"/>
                    </a:moveTo>
                    <a:lnTo>
                      <a:pt x="911521" y="216466"/>
                    </a:lnTo>
                    <a:lnTo>
                      <a:pt x="911521" y="463615"/>
                    </a:lnTo>
                    <a:lnTo>
                      <a:pt x="139284" y="463615"/>
                    </a:lnTo>
                    <a:lnTo>
                      <a:pt x="139284" y="216466"/>
                    </a:lnTo>
                    <a:close/>
                    <a:moveTo>
                      <a:pt x="139284" y="587190"/>
                    </a:moveTo>
                    <a:lnTo>
                      <a:pt x="911521" y="587190"/>
                    </a:lnTo>
                    <a:lnTo>
                      <a:pt x="911521" y="834339"/>
                    </a:lnTo>
                    <a:lnTo>
                      <a:pt x="139284" y="834339"/>
                    </a:lnTo>
                    <a:lnTo>
                      <a:pt x="139284" y="587190"/>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127542" tIns="198218" rIns="127542" bIns="198218" numCol="1" spcCol="1270" anchor="ctr" anchorCtr="0">
                <a:noAutofit/>
              </a:bodyPr>
              <a:lstStyle/>
              <a:p>
                <a:pPr algn="just" defTabSz="1273651">
                  <a:lnSpc>
                    <a:spcPct val="120000"/>
                  </a:lnSpc>
                  <a:spcAft>
                    <a:spcPct val="35000"/>
                  </a:spcAft>
                </a:pPr>
                <a:endParaRPr lang="en-GB"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Freeform 27"/>
              <p:cNvSpPr/>
              <p:nvPr/>
            </p:nvSpPr>
            <p:spPr>
              <a:xfrm>
                <a:off x="8346898" y="2523132"/>
                <a:ext cx="1811734" cy="1811734"/>
              </a:xfrm>
              <a:custGeom>
                <a:avLst/>
                <a:gdLst>
                  <a:gd name="connsiteX0" fmla="*/ 0 w 1811734"/>
                  <a:gd name="connsiteY0" fmla="*/ 905867 h 1811734"/>
                  <a:gd name="connsiteX1" fmla="*/ 905867 w 1811734"/>
                  <a:gd name="connsiteY1" fmla="*/ 0 h 1811734"/>
                  <a:gd name="connsiteX2" fmla="*/ 1811734 w 1811734"/>
                  <a:gd name="connsiteY2" fmla="*/ 905867 h 1811734"/>
                  <a:gd name="connsiteX3" fmla="*/ 905867 w 1811734"/>
                  <a:gd name="connsiteY3" fmla="*/ 1811734 h 1811734"/>
                  <a:gd name="connsiteX4" fmla="*/ 0 w 1811734"/>
                  <a:gd name="connsiteY4" fmla="*/ 905867 h 1811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1734" h="1811734">
                    <a:moveTo>
                      <a:pt x="0" y="905867"/>
                    </a:moveTo>
                    <a:cubicBezTo>
                      <a:pt x="0" y="405570"/>
                      <a:pt x="405570" y="0"/>
                      <a:pt x="905867" y="0"/>
                    </a:cubicBezTo>
                    <a:cubicBezTo>
                      <a:pt x="1406164" y="0"/>
                      <a:pt x="1811734" y="405570"/>
                      <a:pt x="1811734" y="905867"/>
                    </a:cubicBezTo>
                    <a:cubicBezTo>
                      <a:pt x="1811734" y="1406164"/>
                      <a:pt x="1406164" y="1811734"/>
                      <a:pt x="905867" y="1811734"/>
                    </a:cubicBezTo>
                    <a:cubicBezTo>
                      <a:pt x="405570" y="1811734"/>
                      <a:pt x="0" y="1406164"/>
                      <a:pt x="0" y="905867"/>
                    </a:cubicBezTo>
                    <a:close/>
                  </a:path>
                </a:pathLst>
              </a:custGeom>
              <a:solidFill>
                <a:schemeClr val="accent4"/>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9474" tIns="289474" rIns="289474" bIns="289474" numCol="1" spcCol="1270" anchor="ctr" anchorCtr="0">
                <a:noAutofit/>
              </a:bodyPr>
              <a:lstStyle/>
              <a:p>
                <a:pPr algn="just" defTabSz="1157865">
                  <a:lnSpc>
                    <a:spcPct val="120000"/>
                  </a:lnSpc>
                  <a:spcAft>
                    <a:spcPct val="35000"/>
                  </a:spcAft>
                </a:pPr>
                <a:endParaRPr lang="en-GB"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Freeform 28"/>
              <p:cNvSpPr/>
              <p:nvPr/>
            </p:nvSpPr>
            <p:spPr>
              <a:xfrm>
                <a:off x="-1123401" y="2523132"/>
                <a:ext cx="1811734" cy="1811734"/>
              </a:xfrm>
              <a:custGeom>
                <a:avLst/>
                <a:gdLst>
                  <a:gd name="connsiteX0" fmla="*/ 0 w 1811734"/>
                  <a:gd name="connsiteY0" fmla="*/ 905867 h 1811734"/>
                  <a:gd name="connsiteX1" fmla="*/ 905867 w 1811734"/>
                  <a:gd name="connsiteY1" fmla="*/ 0 h 1811734"/>
                  <a:gd name="connsiteX2" fmla="*/ 1811734 w 1811734"/>
                  <a:gd name="connsiteY2" fmla="*/ 905867 h 1811734"/>
                  <a:gd name="connsiteX3" fmla="*/ 905867 w 1811734"/>
                  <a:gd name="connsiteY3" fmla="*/ 1811734 h 1811734"/>
                  <a:gd name="connsiteX4" fmla="*/ 0 w 1811734"/>
                  <a:gd name="connsiteY4" fmla="*/ 905867 h 1811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1734" h="1811734">
                    <a:moveTo>
                      <a:pt x="0" y="905867"/>
                    </a:moveTo>
                    <a:cubicBezTo>
                      <a:pt x="0" y="405570"/>
                      <a:pt x="405570" y="0"/>
                      <a:pt x="905867" y="0"/>
                    </a:cubicBezTo>
                    <a:cubicBezTo>
                      <a:pt x="1406164" y="0"/>
                      <a:pt x="1811734" y="405570"/>
                      <a:pt x="1811734" y="905867"/>
                    </a:cubicBezTo>
                    <a:cubicBezTo>
                      <a:pt x="1811734" y="1406164"/>
                      <a:pt x="1406164" y="1811734"/>
                      <a:pt x="905867" y="1811734"/>
                    </a:cubicBezTo>
                    <a:cubicBezTo>
                      <a:pt x="405570" y="1811734"/>
                      <a:pt x="0" y="1406164"/>
                      <a:pt x="0" y="905867"/>
                    </a:cubicBezTo>
                    <a:close/>
                  </a:path>
                </a:pathLst>
              </a:custGeom>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9474" tIns="289474" rIns="289474" bIns="289474" numCol="1" spcCol="1270" anchor="ctr" anchorCtr="0">
                <a:noAutofit/>
              </a:bodyPr>
              <a:lstStyle/>
              <a:p>
                <a:pPr algn="just" defTabSz="1157865">
                  <a:lnSpc>
                    <a:spcPct val="120000"/>
                  </a:lnSpc>
                  <a:spcAft>
                    <a:spcPct val="35000"/>
                  </a:spcAft>
                </a:pPr>
                <a:endParaRPr lang="en-GB"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Freeform 29"/>
              <p:cNvSpPr/>
              <p:nvPr/>
            </p:nvSpPr>
            <p:spPr>
              <a:xfrm>
                <a:off x="835447" y="2903596"/>
                <a:ext cx="1050805" cy="1050805"/>
              </a:xfrm>
              <a:custGeom>
                <a:avLst/>
                <a:gdLst>
                  <a:gd name="connsiteX0" fmla="*/ 139284 w 1050805"/>
                  <a:gd name="connsiteY0" fmla="*/ 401828 h 1050805"/>
                  <a:gd name="connsiteX1" fmla="*/ 401828 w 1050805"/>
                  <a:gd name="connsiteY1" fmla="*/ 401828 h 1050805"/>
                  <a:gd name="connsiteX2" fmla="*/ 401828 w 1050805"/>
                  <a:gd name="connsiteY2" fmla="*/ 139284 h 1050805"/>
                  <a:gd name="connsiteX3" fmla="*/ 648977 w 1050805"/>
                  <a:gd name="connsiteY3" fmla="*/ 139284 h 1050805"/>
                  <a:gd name="connsiteX4" fmla="*/ 648977 w 1050805"/>
                  <a:gd name="connsiteY4" fmla="*/ 401828 h 1050805"/>
                  <a:gd name="connsiteX5" fmla="*/ 911521 w 1050805"/>
                  <a:gd name="connsiteY5" fmla="*/ 401828 h 1050805"/>
                  <a:gd name="connsiteX6" fmla="*/ 911521 w 1050805"/>
                  <a:gd name="connsiteY6" fmla="*/ 648977 h 1050805"/>
                  <a:gd name="connsiteX7" fmla="*/ 648977 w 1050805"/>
                  <a:gd name="connsiteY7" fmla="*/ 648977 h 1050805"/>
                  <a:gd name="connsiteX8" fmla="*/ 648977 w 1050805"/>
                  <a:gd name="connsiteY8" fmla="*/ 911521 h 1050805"/>
                  <a:gd name="connsiteX9" fmla="*/ 401828 w 1050805"/>
                  <a:gd name="connsiteY9" fmla="*/ 911521 h 1050805"/>
                  <a:gd name="connsiteX10" fmla="*/ 401828 w 1050805"/>
                  <a:gd name="connsiteY10" fmla="*/ 648977 h 1050805"/>
                  <a:gd name="connsiteX11" fmla="*/ 139284 w 1050805"/>
                  <a:gd name="connsiteY11" fmla="*/ 648977 h 1050805"/>
                  <a:gd name="connsiteX12" fmla="*/ 139284 w 1050805"/>
                  <a:gd name="connsiteY12" fmla="*/ 401828 h 1050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50805" h="1050805">
                    <a:moveTo>
                      <a:pt x="139284" y="401828"/>
                    </a:moveTo>
                    <a:lnTo>
                      <a:pt x="401828" y="401828"/>
                    </a:lnTo>
                    <a:lnTo>
                      <a:pt x="401828" y="139284"/>
                    </a:lnTo>
                    <a:lnTo>
                      <a:pt x="648977" y="139284"/>
                    </a:lnTo>
                    <a:lnTo>
                      <a:pt x="648977" y="401828"/>
                    </a:lnTo>
                    <a:lnTo>
                      <a:pt x="911521" y="401828"/>
                    </a:lnTo>
                    <a:lnTo>
                      <a:pt x="911521" y="648977"/>
                    </a:lnTo>
                    <a:lnTo>
                      <a:pt x="648977" y="648977"/>
                    </a:lnTo>
                    <a:lnTo>
                      <a:pt x="648977" y="911521"/>
                    </a:lnTo>
                    <a:lnTo>
                      <a:pt x="401828" y="911521"/>
                    </a:lnTo>
                    <a:lnTo>
                      <a:pt x="401828" y="648977"/>
                    </a:lnTo>
                    <a:lnTo>
                      <a:pt x="139284" y="648977"/>
                    </a:lnTo>
                    <a:lnTo>
                      <a:pt x="139284" y="401828"/>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127542" tIns="367954" rIns="127542" bIns="367954" numCol="1" spcCol="1270" anchor="ctr" anchorCtr="0">
                <a:noAutofit/>
              </a:bodyPr>
              <a:lstStyle/>
              <a:p>
                <a:pPr algn="just" defTabSz="492091">
                  <a:lnSpc>
                    <a:spcPct val="120000"/>
                  </a:lnSpc>
                  <a:spcAft>
                    <a:spcPct val="35000"/>
                  </a:spcAft>
                </a:pPr>
                <a:endParaRPr lang="en-GB" sz="6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4" name="Group 5"/>
            <p:cNvGrpSpPr/>
            <p:nvPr/>
          </p:nvGrpSpPr>
          <p:grpSpPr>
            <a:xfrm>
              <a:off x="1501841" y="2407611"/>
              <a:ext cx="578952" cy="618042"/>
              <a:chOff x="9159875" y="1647825"/>
              <a:chExt cx="434975" cy="464344"/>
            </a:xfrm>
            <a:solidFill>
              <a:schemeClr val="bg2"/>
            </a:solidFill>
          </p:grpSpPr>
          <p:sp>
            <p:nvSpPr>
              <p:cNvPr id="21" name="AutoShape 78"/>
              <p:cNvSpPr>
                <a:spLocks/>
              </p:cNvSpPr>
              <p:nvPr/>
            </p:nvSpPr>
            <p:spPr bwMode="auto">
              <a:xfrm>
                <a:off x="9159875" y="1647825"/>
                <a:ext cx="434975"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18900"/>
                    </a:moveTo>
                    <a:cubicBezTo>
                      <a:pt x="20160" y="19643"/>
                      <a:pt x="19513" y="20249"/>
                      <a:pt x="18720" y="20249"/>
                    </a:cubicBezTo>
                    <a:lnTo>
                      <a:pt x="2880" y="20249"/>
                    </a:lnTo>
                    <a:cubicBezTo>
                      <a:pt x="2086" y="20249"/>
                      <a:pt x="1440" y="19643"/>
                      <a:pt x="1440" y="18900"/>
                    </a:cubicBezTo>
                    <a:lnTo>
                      <a:pt x="1440" y="2700"/>
                    </a:lnTo>
                    <a:cubicBezTo>
                      <a:pt x="1440" y="1955"/>
                      <a:pt x="2086" y="1350"/>
                      <a:pt x="2880" y="1350"/>
                    </a:cubicBezTo>
                    <a:lnTo>
                      <a:pt x="18720" y="1350"/>
                    </a:lnTo>
                    <a:cubicBezTo>
                      <a:pt x="19513" y="1350"/>
                      <a:pt x="20160" y="1955"/>
                      <a:pt x="20160" y="2700"/>
                    </a:cubicBezTo>
                    <a:cubicBezTo>
                      <a:pt x="20160" y="2700"/>
                      <a:pt x="20160" y="18900"/>
                      <a:pt x="20160" y="18900"/>
                    </a:cubicBezTo>
                    <a:close/>
                    <a:moveTo>
                      <a:pt x="18720" y="0"/>
                    </a:moveTo>
                    <a:lnTo>
                      <a:pt x="2880" y="0"/>
                    </a:lnTo>
                    <a:cubicBezTo>
                      <a:pt x="1289" y="0"/>
                      <a:pt x="0" y="1208"/>
                      <a:pt x="0" y="2700"/>
                    </a:cubicBezTo>
                    <a:lnTo>
                      <a:pt x="0" y="18900"/>
                    </a:lnTo>
                    <a:cubicBezTo>
                      <a:pt x="0" y="20391"/>
                      <a:pt x="1289" y="21599"/>
                      <a:pt x="2880" y="21599"/>
                    </a:cubicBezTo>
                    <a:lnTo>
                      <a:pt x="18720" y="21599"/>
                    </a:lnTo>
                    <a:cubicBezTo>
                      <a:pt x="20310" y="21599"/>
                      <a:pt x="21599" y="20391"/>
                      <a:pt x="21599" y="18900"/>
                    </a:cubicBezTo>
                    <a:lnTo>
                      <a:pt x="21599" y="2700"/>
                    </a:lnTo>
                    <a:cubicBezTo>
                      <a:pt x="21599" y="1208"/>
                      <a:pt x="20310" y="0"/>
                      <a:pt x="18720" y="0"/>
                    </a:cubicBezTo>
                  </a:path>
                </a:pathLst>
              </a:custGeom>
              <a:solidFill>
                <a:schemeClr val="bg1"/>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7445" tIns="17445" rIns="17445" bIns="17445" anchor="ctr"/>
              <a:lstStyle/>
              <a:p>
                <a:pPr algn="just" defTabSz="148869" hangingPunct="0">
                  <a:lnSpc>
                    <a:spcPct val="120000"/>
                  </a:lnSpc>
                </a:pPr>
                <a:endParaRPr lang="en-US" sz="600" dirty="0">
                  <a:solidFill>
                    <a:srgbClr val="FFFFFF"/>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AutoShape 79"/>
              <p:cNvSpPr>
                <a:spLocks/>
              </p:cNvSpPr>
              <p:nvPr/>
            </p:nvSpPr>
            <p:spPr bwMode="auto">
              <a:xfrm>
                <a:off x="9217819" y="1705769"/>
                <a:ext cx="319088" cy="2905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7418" y="20519"/>
                    </a:moveTo>
                    <a:lnTo>
                      <a:pt x="14053" y="16248"/>
                    </a:lnTo>
                    <a:lnTo>
                      <a:pt x="16690" y="12959"/>
                    </a:lnTo>
                    <a:lnTo>
                      <a:pt x="20618" y="17689"/>
                    </a:lnTo>
                    <a:lnTo>
                      <a:pt x="20618" y="20519"/>
                    </a:lnTo>
                    <a:cubicBezTo>
                      <a:pt x="20618" y="20519"/>
                      <a:pt x="17418" y="20519"/>
                      <a:pt x="17418" y="20519"/>
                    </a:cubicBezTo>
                    <a:close/>
                    <a:moveTo>
                      <a:pt x="981" y="11446"/>
                    </a:moveTo>
                    <a:lnTo>
                      <a:pt x="4909" y="6479"/>
                    </a:lnTo>
                    <a:lnTo>
                      <a:pt x="12828" y="16353"/>
                    </a:lnTo>
                    <a:lnTo>
                      <a:pt x="13398" y="17064"/>
                    </a:lnTo>
                    <a:lnTo>
                      <a:pt x="16109" y="20519"/>
                    </a:lnTo>
                    <a:lnTo>
                      <a:pt x="981" y="20519"/>
                    </a:lnTo>
                    <a:cubicBezTo>
                      <a:pt x="981" y="20519"/>
                      <a:pt x="981" y="11446"/>
                      <a:pt x="981" y="11446"/>
                    </a:cubicBezTo>
                    <a:close/>
                    <a:moveTo>
                      <a:pt x="20618" y="1080"/>
                    </a:moveTo>
                    <a:lnTo>
                      <a:pt x="20618" y="16058"/>
                    </a:lnTo>
                    <a:lnTo>
                      <a:pt x="17427" y="12244"/>
                    </a:lnTo>
                    <a:cubicBezTo>
                      <a:pt x="17240" y="12012"/>
                      <a:pt x="16972" y="11879"/>
                      <a:pt x="16690" y="11879"/>
                    </a:cubicBezTo>
                    <a:cubicBezTo>
                      <a:pt x="16409" y="11879"/>
                      <a:pt x="16141" y="12012"/>
                      <a:pt x="15954" y="12244"/>
                    </a:cubicBezTo>
                    <a:lnTo>
                      <a:pt x="13399" y="15432"/>
                    </a:lnTo>
                    <a:lnTo>
                      <a:pt x="5645" y="5764"/>
                    </a:lnTo>
                    <a:cubicBezTo>
                      <a:pt x="5458" y="5532"/>
                      <a:pt x="5190" y="5400"/>
                      <a:pt x="4909" y="5400"/>
                    </a:cubicBezTo>
                    <a:cubicBezTo>
                      <a:pt x="4627" y="5400"/>
                      <a:pt x="4359" y="5532"/>
                      <a:pt x="4172" y="5764"/>
                    </a:cubicBezTo>
                    <a:lnTo>
                      <a:pt x="981" y="9812"/>
                    </a:lnTo>
                    <a:lnTo>
                      <a:pt x="981" y="1080"/>
                    </a:lnTo>
                    <a:cubicBezTo>
                      <a:pt x="981" y="1080"/>
                      <a:pt x="20618" y="1080"/>
                      <a:pt x="20618" y="1080"/>
                    </a:cubicBezTo>
                    <a:close/>
                    <a:moveTo>
                      <a:pt x="20618" y="0"/>
                    </a:moveTo>
                    <a:lnTo>
                      <a:pt x="981" y="0"/>
                    </a:lnTo>
                    <a:cubicBezTo>
                      <a:pt x="439" y="0"/>
                      <a:pt x="0" y="483"/>
                      <a:pt x="0" y="1080"/>
                    </a:cubicBezTo>
                    <a:lnTo>
                      <a:pt x="0" y="20519"/>
                    </a:lnTo>
                    <a:cubicBezTo>
                      <a:pt x="0" y="21116"/>
                      <a:pt x="439" y="21599"/>
                      <a:pt x="981" y="21599"/>
                    </a:cubicBezTo>
                    <a:lnTo>
                      <a:pt x="20618" y="21599"/>
                    </a:lnTo>
                    <a:cubicBezTo>
                      <a:pt x="21160" y="21599"/>
                      <a:pt x="21600" y="21116"/>
                      <a:pt x="21600" y="20519"/>
                    </a:cubicBezTo>
                    <a:lnTo>
                      <a:pt x="21600" y="1080"/>
                    </a:lnTo>
                    <a:cubicBezTo>
                      <a:pt x="21600" y="483"/>
                      <a:pt x="21160" y="0"/>
                      <a:pt x="20618" y="0"/>
                    </a:cubicBezTo>
                  </a:path>
                </a:pathLst>
              </a:custGeom>
              <a:solidFill>
                <a:schemeClr val="bg1"/>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7445" tIns="17445" rIns="17445" bIns="17445" anchor="ctr"/>
              <a:lstStyle/>
              <a:p>
                <a:pPr algn="just" defTabSz="148869" hangingPunct="0">
                  <a:lnSpc>
                    <a:spcPct val="120000"/>
                  </a:lnSpc>
                </a:pPr>
                <a:endParaRPr lang="en-US" sz="600" dirty="0">
                  <a:solidFill>
                    <a:srgbClr val="FFFFFF"/>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AutoShape 80"/>
              <p:cNvSpPr>
                <a:spLocks/>
              </p:cNvSpPr>
              <p:nvPr/>
            </p:nvSpPr>
            <p:spPr bwMode="auto">
              <a:xfrm>
                <a:off x="9391650" y="1749425"/>
                <a:ext cx="87313" cy="873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3600"/>
                    </a:moveTo>
                    <a:cubicBezTo>
                      <a:pt x="14769" y="3600"/>
                      <a:pt x="17999" y="6827"/>
                      <a:pt x="17999" y="10800"/>
                    </a:cubicBezTo>
                    <a:cubicBezTo>
                      <a:pt x="17999" y="14769"/>
                      <a:pt x="14769" y="18000"/>
                      <a:pt x="10800" y="18000"/>
                    </a:cubicBezTo>
                    <a:cubicBezTo>
                      <a:pt x="6830" y="18000"/>
                      <a:pt x="3600" y="14769"/>
                      <a:pt x="3600" y="10800"/>
                    </a:cubicBezTo>
                    <a:cubicBezTo>
                      <a:pt x="3600" y="6827"/>
                      <a:pt x="6830" y="3600"/>
                      <a:pt x="10800" y="3600"/>
                    </a:cubicBezTo>
                    <a:moveTo>
                      <a:pt x="10800" y="21599"/>
                    </a:moveTo>
                    <a:cubicBezTo>
                      <a:pt x="16766" y="21599"/>
                      <a:pt x="21600" y="16762"/>
                      <a:pt x="21600" y="10800"/>
                    </a:cubicBezTo>
                    <a:cubicBezTo>
                      <a:pt x="21600" y="4833"/>
                      <a:pt x="16766" y="0"/>
                      <a:pt x="10800" y="0"/>
                    </a:cubicBezTo>
                    <a:cubicBezTo>
                      <a:pt x="4833" y="0"/>
                      <a:pt x="0" y="4833"/>
                      <a:pt x="0" y="10800"/>
                    </a:cubicBezTo>
                    <a:cubicBezTo>
                      <a:pt x="0" y="16762"/>
                      <a:pt x="4833" y="21599"/>
                      <a:pt x="10800" y="21599"/>
                    </a:cubicBezTo>
                  </a:path>
                </a:pathLst>
              </a:custGeom>
              <a:solidFill>
                <a:schemeClr val="bg1"/>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7445" tIns="17445" rIns="17445" bIns="17445" anchor="ctr"/>
              <a:lstStyle/>
              <a:p>
                <a:pPr algn="just" defTabSz="148869" hangingPunct="0">
                  <a:lnSpc>
                    <a:spcPct val="120000"/>
                  </a:lnSpc>
                </a:pPr>
                <a:endParaRPr lang="en-US" sz="600" dirty="0">
                  <a:solidFill>
                    <a:srgbClr val="FFFFFF"/>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5" name="Group 6"/>
            <p:cNvGrpSpPr/>
            <p:nvPr/>
          </p:nvGrpSpPr>
          <p:grpSpPr>
            <a:xfrm>
              <a:off x="10091658" y="2416592"/>
              <a:ext cx="618042" cy="618042"/>
              <a:chOff x="8216107" y="1647825"/>
              <a:chExt cx="464344" cy="464344"/>
            </a:xfrm>
            <a:solidFill>
              <a:schemeClr val="bg2"/>
            </a:solidFill>
          </p:grpSpPr>
          <p:sp>
            <p:nvSpPr>
              <p:cNvPr id="19" name="AutoShape 81"/>
              <p:cNvSpPr>
                <a:spLocks/>
              </p:cNvSpPr>
              <p:nvPr/>
            </p:nvSpPr>
            <p:spPr bwMode="auto">
              <a:xfrm>
                <a:off x="8216107" y="1647825"/>
                <a:ext cx="464344"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35" y="9811"/>
                    </a:moveTo>
                    <a:cubicBezTo>
                      <a:pt x="20220" y="10144"/>
                      <a:pt x="20081" y="10800"/>
                      <a:pt x="18899" y="10800"/>
                    </a:cubicBezTo>
                    <a:lnTo>
                      <a:pt x="17549" y="10800"/>
                    </a:lnTo>
                    <a:cubicBezTo>
                      <a:pt x="17363" y="10800"/>
                      <a:pt x="17212" y="10950"/>
                      <a:pt x="17212" y="11137"/>
                    </a:cubicBezTo>
                    <a:cubicBezTo>
                      <a:pt x="17212" y="11324"/>
                      <a:pt x="17363" y="11475"/>
                      <a:pt x="17549" y="11475"/>
                    </a:cubicBezTo>
                    <a:lnTo>
                      <a:pt x="18858" y="11475"/>
                    </a:lnTo>
                    <a:cubicBezTo>
                      <a:pt x="19870" y="11475"/>
                      <a:pt x="20003" y="12314"/>
                      <a:pt x="19938" y="12719"/>
                    </a:cubicBezTo>
                    <a:cubicBezTo>
                      <a:pt x="19855" y="13223"/>
                      <a:pt x="19618" y="14175"/>
                      <a:pt x="18478" y="14175"/>
                    </a:cubicBezTo>
                    <a:lnTo>
                      <a:pt x="16874" y="14175"/>
                    </a:lnTo>
                    <a:cubicBezTo>
                      <a:pt x="16688" y="14175"/>
                      <a:pt x="16537" y="14325"/>
                      <a:pt x="16537" y="14512"/>
                    </a:cubicBezTo>
                    <a:cubicBezTo>
                      <a:pt x="16537" y="14699"/>
                      <a:pt x="16688" y="14850"/>
                      <a:pt x="16874" y="14850"/>
                    </a:cubicBezTo>
                    <a:lnTo>
                      <a:pt x="18203" y="14850"/>
                    </a:lnTo>
                    <a:cubicBezTo>
                      <a:pt x="19343" y="14850"/>
                      <a:pt x="19243" y="15718"/>
                      <a:pt x="19079" y="16237"/>
                    </a:cubicBezTo>
                    <a:cubicBezTo>
                      <a:pt x="18864" y="16918"/>
                      <a:pt x="18732" y="17549"/>
                      <a:pt x="17297" y="17549"/>
                    </a:cubicBezTo>
                    <a:lnTo>
                      <a:pt x="16196" y="17549"/>
                    </a:lnTo>
                    <a:cubicBezTo>
                      <a:pt x="16009" y="17549"/>
                      <a:pt x="15859" y="17700"/>
                      <a:pt x="15859" y="17887"/>
                    </a:cubicBezTo>
                    <a:cubicBezTo>
                      <a:pt x="15859" y="18073"/>
                      <a:pt x="16009" y="18225"/>
                      <a:pt x="16196" y="18225"/>
                    </a:cubicBezTo>
                    <a:lnTo>
                      <a:pt x="17255" y="18225"/>
                    </a:lnTo>
                    <a:cubicBezTo>
                      <a:pt x="17993" y="18225"/>
                      <a:pt x="18027" y="18923"/>
                      <a:pt x="17950" y="19174"/>
                    </a:cubicBezTo>
                    <a:cubicBezTo>
                      <a:pt x="17866" y="19448"/>
                      <a:pt x="17767" y="19651"/>
                      <a:pt x="17762" y="19660"/>
                    </a:cubicBezTo>
                    <a:cubicBezTo>
                      <a:pt x="17558" y="20028"/>
                      <a:pt x="17229" y="20249"/>
                      <a:pt x="16534" y="20249"/>
                    </a:cubicBezTo>
                    <a:lnTo>
                      <a:pt x="12844" y="20249"/>
                    </a:lnTo>
                    <a:cubicBezTo>
                      <a:pt x="10990" y="20249"/>
                      <a:pt x="9151" y="19829"/>
                      <a:pt x="9104" y="19818"/>
                    </a:cubicBezTo>
                    <a:cubicBezTo>
                      <a:pt x="6299" y="19172"/>
                      <a:pt x="6152" y="19122"/>
                      <a:pt x="5976" y="19072"/>
                    </a:cubicBezTo>
                    <a:cubicBezTo>
                      <a:pt x="5976" y="19072"/>
                      <a:pt x="5405" y="18976"/>
                      <a:pt x="5405" y="18478"/>
                    </a:cubicBezTo>
                    <a:lnTo>
                      <a:pt x="5399" y="9155"/>
                    </a:lnTo>
                    <a:cubicBezTo>
                      <a:pt x="5399" y="8839"/>
                      <a:pt x="5601" y="8552"/>
                      <a:pt x="5935" y="8452"/>
                    </a:cubicBezTo>
                    <a:cubicBezTo>
                      <a:pt x="5977" y="8435"/>
                      <a:pt x="6034" y="8419"/>
                      <a:pt x="6074" y="8401"/>
                    </a:cubicBezTo>
                    <a:cubicBezTo>
                      <a:pt x="9158" y="7125"/>
                      <a:pt x="10097" y="4324"/>
                      <a:pt x="10124" y="2025"/>
                    </a:cubicBezTo>
                    <a:cubicBezTo>
                      <a:pt x="10128" y="1702"/>
                      <a:pt x="10378" y="1350"/>
                      <a:pt x="10800" y="1350"/>
                    </a:cubicBezTo>
                    <a:cubicBezTo>
                      <a:pt x="11514" y="1350"/>
                      <a:pt x="12774" y="2782"/>
                      <a:pt x="12774" y="4554"/>
                    </a:cubicBezTo>
                    <a:cubicBezTo>
                      <a:pt x="12774" y="6155"/>
                      <a:pt x="12711" y="6432"/>
                      <a:pt x="12149" y="8100"/>
                    </a:cubicBezTo>
                    <a:cubicBezTo>
                      <a:pt x="18899" y="8100"/>
                      <a:pt x="18852" y="8196"/>
                      <a:pt x="19448" y="8353"/>
                    </a:cubicBezTo>
                    <a:cubicBezTo>
                      <a:pt x="20187" y="8564"/>
                      <a:pt x="20249" y="9175"/>
                      <a:pt x="20249" y="9386"/>
                    </a:cubicBezTo>
                    <a:cubicBezTo>
                      <a:pt x="20249" y="9618"/>
                      <a:pt x="20243" y="9584"/>
                      <a:pt x="20235" y="9811"/>
                    </a:cubicBezTo>
                    <a:moveTo>
                      <a:pt x="4724" y="19575"/>
                    </a:moveTo>
                    <a:cubicBezTo>
                      <a:pt x="4724" y="19948"/>
                      <a:pt x="4423" y="20249"/>
                      <a:pt x="4049" y="20249"/>
                    </a:cubicBezTo>
                    <a:lnTo>
                      <a:pt x="2024" y="20249"/>
                    </a:lnTo>
                    <a:cubicBezTo>
                      <a:pt x="1652" y="20249"/>
                      <a:pt x="1349" y="19948"/>
                      <a:pt x="1349" y="19575"/>
                    </a:cubicBezTo>
                    <a:lnTo>
                      <a:pt x="1349" y="8774"/>
                    </a:lnTo>
                    <a:cubicBezTo>
                      <a:pt x="1349" y="8401"/>
                      <a:pt x="1652" y="8100"/>
                      <a:pt x="2024" y="8100"/>
                    </a:cubicBezTo>
                    <a:lnTo>
                      <a:pt x="4049" y="8100"/>
                    </a:lnTo>
                    <a:cubicBezTo>
                      <a:pt x="4423" y="8100"/>
                      <a:pt x="4724" y="8401"/>
                      <a:pt x="4724" y="8774"/>
                    </a:cubicBezTo>
                    <a:cubicBezTo>
                      <a:pt x="4724" y="8774"/>
                      <a:pt x="4724" y="19575"/>
                      <a:pt x="4724" y="19575"/>
                    </a:cubicBezTo>
                    <a:close/>
                    <a:moveTo>
                      <a:pt x="19686" y="7069"/>
                    </a:moveTo>
                    <a:cubicBezTo>
                      <a:pt x="18842" y="6846"/>
                      <a:pt x="16858" y="6849"/>
                      <a:pt x="13956" y="6773"/>
                    </a:cubicBezTo>
                    <a:cubicBezTo>
                      <a:pt x="14093" y="6139"/>
                      <a:pt x="14124" y="5568"/>
                      <a:pt x="14124" y="4554"/>
                    </a:cubicBezTo>
                    <a:cubicBezTo>
                      <a:pt x="14124" y="2133"/>
                      <a:pt x="12361" y="0"/>
                      <a:pt x="10800" y="0"/>
                    </a:cubicBezTo>
                    <a:cubicBezTo>
                      <a:pt x="9698" y="0"/>
                      <a:pt x="8789" y="901"/>
                      <a:pt x="8774" y="2009"/>
                    </a:cubicBezTo>
                    <a:cubicBezTo>
                      <a:pt x="8760" y="3368"/>
                      <a:pt x="8340" y="5716"/>
                      <a:pt x="6074" y="6906"/>
                    </a:cubicBezTo>
                    <a:cubicBezTo>
                      <a:pt x="5908" y="6994"/>
                      <a:pt x="5433" y="7228"/>
                      <a:pt x="5364" y="7259"/>
                    </a:cubicBezTo>
                    <a:lnTo>
                      <a:pt x="5399" y="7289"/>
                    </a:lnTo>
                    <a:cubicBezTo>
                      <a:pt x="5045" y="6984"/>
                      <a:pt x="4554" y="6750"/>
                      <a:pt x="4049" y="6750"/>
                    </a:cubicBezTo>
                    <a:lnTo>
                      <a:pt x="2024" y="6750"/>
                    </a:lnTo>
                    <a:cubicBezTo>
                      <a:pt x="908" y="6750"/>
                      <a:pt x="0" y="7658"/>
                      <a:pt x="0" y="8774"/>
                    </a:cubicBezTo>
                    <a:lnTo>
                      <a:pt x="0" y="19575"/>
                    </a:lnTo>
                    <a:cubicBezTo>
                      <a:pt x="0" y="20691"/>
                      <a:pt x="908" y="21599"/>
                      <a:pt x="2024" y="21599"/>
                    </a:cubicBezTo>
                    <a:lnTo>
                      <a:pt x="4049" y="21599"/>
                    </a:lnTo>
                    <a:cubicBezTo>
                      <a:pt x="4853" y="21599"/>
                      <a:pt x="5525" y="21114"/>
                      <a:pt x="5850" y="20434"/>
                    </a:cubicBezTo>
                    <a:cubicBezTo>
                      <a:pt x="5859" y="20437"/>
                      <a:pt x="5873" y="20441"/>
                      <a:pt x="5882" y="20442"/>
                    </a:cubicBezTo>
                    <a:cubicBezTo>
                      <a:pt x="5927" y="20454"/>
                      <a:pt x="5979" y="20467"/>
                      <a:pt x="6044" y="20485"/>
                    </a:cubicBezTo>
                    <a:cubicBezTo>
                      <a:pt x="6056" y="20487"/>
                      <a:pt x="6062" y="20488"/>
                      <a:pt x="6074" y="20492"/>
                    </a:cubicBezTo>
                    <a:cubicBezTo>
                      <a:pt x="6464" y="20588"/>
                      <a:pt x="7212" y="20768"/>
                      <a:pt x="8812" y="21135"/>
                    </a:cubicBezTo>
                    <a:cubicBezTo>
                      <a:pt x="9155" y="21213"/>
                      <a:pt x="10966" y="21599"/>
                      <a:pt x="12844" y="21599"/>
                    </a:cubicBezTo>
                    <a:lnTo>
                      <a:pt x="16534" y="21599"/>
                    </a:lnTo>
                    <a:cubicBezTo>
                      <a:pt x="17659" y="21599"/>
                      <a:pt x="18469" y="21167"/>
                      <a:pt x="18952" y="20298"/>
                    </a:cubicBezTo>
                    <a:cubicBezTo>
                      <a:pt x="18958" y="20285"/>
                      <a:pt x="19114" y="19982"/>
                      <a:pt x="19240" y="19572"/>
                    </a:cubicBezTo>
                    <a:cubicBezTo>
                      <a:pt x="19336" y="19263"/>
                      <a:pt x="19371" y="18827"/>
                      <a:pt x="19256" y="18384"/>
                    </a:cubicBezTo>
                    <a:cubicBezTo>
                      <a:pt x="19981" y="17886"/>
                      <a:pt x="20214" y="17133"/>
                      <a:pt x="20366" y="16643"/>
                    </a:cubicBezTo>
                    <a:cubicBezTo>
                      <a:pt x="20620" y="15838"/>
                      <a:pt x="20544" y="15235"/>
                      <a:pt x="20367" y="14803"/>
                    </a:cubicBezTo>
                    <a:cubicBezTo>
                      <a:pt x="20775" y="14418"/>
                      <a:pt x="21122" y="13831"/>
                      <a:pt x="21269" y="12935"/>
                    </a:cubicBezTo>
                    <a:cubicBezTo>
                      <a:pt x="21361" y="12380"/>
                      <a:pt x="21263" y="11809"/>
                      <a:pt x="21007" y="11334"/>
                    </a:cubicBezTo>
                    <a:cubicBezTo>
                      <a:pt x="21389" y="10905"/>
                      <a:pt x="21564" y="10365"/>
                      <a:pt x="21583" y="9865"/>
                    </a:cubicBezTo>
                    <a:lnTo>
                      <a:pt x="21591" y="9724"/>
                    </a:lnTo>
                    <a:cubicBezTo>
                      <a:pt x="21596" y="9635"/>
                      <a:pt x="21600" y="9581"/>
                      <a:pt x="21600" y="9386"/>
                    </a:cubicBezTo>
                    <a:cubicBezTo>
                      <a:pt x="21600" y="8533"/>
                      <a:pt x="21010" y="7446"/>
                      <a:pt x="19686" y="7069"/>
                    </a:cubicBezTo>
                  </a:path>
                </a:pathLst>
              </a:custGeom>
              <a:solidFill>
                <a:schemeClr val="bg1"/>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7445" tIns="17445" rIns="17445" bIns="17445" anchor="ctr"/>
              <a:lstStyle/>
              <a:p>
                <a:pPr algn="just" defTabSz="148869" hangingPunct="0">
                  <a:lnSpc>
                    <a:spcPct val="120000"/>
                  </a:lnSpc>
                </a:pPr>
                <a:endParaRPr lang="en-US" sz="600" dirty="0">
                  <a:solidFill>
                    <a:srgbClr val="FFFFFF"/>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AutoShape 82"/>
              <p:cNvSpPr>
                <a:spLocks/>
              </p:cNvSpPr>
              <p:nvPr/>
            </p:nvSpPr>
            <p:spPr bwMode="auto">
              <a:xfrm>
                <a:off x="8259763" y="2024857"/>
                <a:ext cx="43657" cy="436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4400"/>
                    </a:moveTo>
                    <a:cubicBezTo>
                      <a:pt x="8820" y="14400"/>
                      <a:pt x="7200" y="12782"/>
                      <a:pt x="7200" y="10800"/>
                    </a:cubicBezTo>
                    <a:cubicBezTo>
                      <a:pt x="7200" y="8817"/>
                      <a:pt x="8820" y="7200"/>
                      <a:pt x="10800" y="7200"/>
                    </a:cubicBezTo>
                    <a:cubicBezTo>
                      <a:pt x="12779" y="7200"/>
                      <a:pt x="14400" y="8817"/>
                      <a:pt x="14400" y="10800"/>
                    </a:cubicBezTo>
                    <a:cubicBezTo>
                      <a:pt x="14400" y="12782"/>
                      <a:pt x="12779" y="14400"/>
                      <a:pt x="10800" y="14400"/>
                    </a:cubicBezTo>
                    <a:moveTo>
                      <a:pt x="10800" y="0"/>
                    </a:moveTo>
                    <a:cubicBezTo>
                      <a:pt x="4837" y="0"/>
                      <a:pt x="0" y="4837"/>
                      <a:pt x="0" y="10800"/>
                    </a:cubicBezTo>
                    <a:cubicBezTo>
                      <a:pt x="0" y="16762"/>
                      <a:pt x="4837" y="21599"/>
                      <a:pt x="10800" y="21599"/>
                    </a:cubicBezTo>
                    <a:cubicBezTo>
                      <a:pt x="16762" y="21599"/>
                      <a:pt x="21600" y="16762"/>
                      <a:pt x="21600" y="10800"/>
                    </a:cubicBezTo>
                    <a:cubicBezTo>
                      <a:pt x="21600" y="4837"/>
                      <a:pt x="16762" y="0"/>
                      <a:pt x="10800" y="0"/>
                    </a:cubicBezTo>
                  </a:path>
                </a:pathLst>
              </a:custGeom>
              <a:solidFill>
                <a:schemeClr val="bg1"/>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7445" tIns="17445" rIns="17445" bIns="17445" anchor="ctr"/>
              <a:lstStyle/>
              <a:p>
                <a:pPr algn="just" defTabSz="148869" hangingPunct="0">
                  <a:lnSpc>
                    <a:spcPct val="120000"/>
                  </a:lnSpc>
                </a:pPr>
                <a:endParaRPr lang="en-US" sz="600" dirty="0">
                  <a:solidFill>
                    <a:srgbClr val="FFFFFF"/>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6" name="Group 7"/>
            <p:cNvGrpSpPr/>
            <p:nvPr/>
          </p:nvGrpSpPr>
          <p:grpSpPr>
            <a:xfrm>
              <a:off x="7221342" y="2435608"/>
              <a:ext cx="619099" cy="580009"/>
              <a:chOff x="5368132" y="3540125"/>
              <a:chExt cx="465138" cy="435769"/>
            </a:xfrm>
            <a:solidFill>
              <a:schemeClr val="bg2"/>
            </a:solidFill>
          </p:grpSpPr>
          <p:sp>
            <p:nvSpPr>
              <p:cNvPr id="17" name="AutoShape 110"/>
              <p:cNvSpPr>
                <a:spLocks/>
              </p:cNvSpPr>
              <p:nvPr/>
            </p:nvSpPr>
            <p:spPr bwMode="auto">
              <a:xfrm>
                <a:off x="5426869" y="3598069"/>
                <a:ext cx="347663" cy="2325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solidFill>
                <a:schemeClr val="bg1"/>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7445" tIns="17445" rIns="17445" bIns="17445" anchor="ctr"/>
              <a:lstStyle/>
              <a:p>
                <a:pPr algn="just" defTabSz="148869" hangingPunct="0">
                  <a:lnSpc>
                    <a:spcPct val="120000"/>
                  </a:lnSpc>
                </a:pPr>
                <a:endParaRPr lang="en-US" sz="600" dirty="0">
                  <a:solidFill>
                    <a:srgbClr val="FFFFFF"/>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AutoShape 111"/>
              <p:cNvSpPr>
                <a:spLocks/>
              </p:cNvSpPr>
              <p:nvPr/>
            </p:nvSpPr>
            <p:spPr bwMode="auto">
              <a:xfrm>
                <a:off x="5368132" y="3540125"/>
                <a:ext cx="465138" cy="4357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solidFill>
                <a:schemeClr val="bg1"/>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7445" tIns="17445" rIns="17445" bIns="17445" anchor="ctr"/>
              <a:lstStyle/>
              <a:p>
                <a:pPr algn="just" defTabSz="148869" hangingPunct="0">
                  <a:lnSpc>
                    <a:spcPct val="120000"/>
                  </a:lnSpc>
                </a:pPr>
                <a:endParaRPr lang="en-US" sz="600" dirty="0">
                  <a:solidFill>
                    <a:srgbClr val="FFFFFF"/>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7" name="Group 8"/>
            <p:cNvGrpSpPr/>
            <p:nvPr/>
          </p:nvGrpSpPr>
          <p:grpSpPr>
            <a:xfrm>
              <a:off x="4352084" y="2484206"/>
              <a:ext cx="618042" cy="482812"/>
              <a:chOff x="2581275" y="1710532"/>
              <a:chExt cx="464344" cy="362744"/>
            </a:xfrm>
            <a:solidFill>
              <a:schemeClr val="bg2"/>
            </a:solidFill>
          </p:grpSpPr>
          <p:sp>
            <p:nvSpPr>
              <p:cNvPr id="10" name="AutoShape 140"/>
              <p:cNvSpPr>
                <a:spLocks/>
              </p:cNvSpPr>
              <p:nvPr/>
            </p:nvSpPr>
            <p:spPr bwMode="auto">
              <a:xfrm>
                <a:off x="2639219" y="1768475"/>
                <a:ext cx="290513" cy="235744"/>
              </a:xfrm>
              <a:custGeom>
                <a:avLst/>
                <a:gdLst>
                  <a:gd name="T0" fmla="+- 0 10800 376"/>
                  <a:gd name="T1" fmla="*/ T0 w 20848"/>
                  <a:gd name="T2" fmla="*/ 10800 h 21600"/>
                  <a:gd name="T3" fmla="+- 0 10800 376"/>
                  <a:gd name="T4" fmla="*/ T3 w 20848"/>
                  <a:gd name="T5" fmla="*/ 10800 h 21600"/>
                  <a:gd name="T6" fmla="+- 0 10800 376"/>
                  <a:gd name="T7" fmla="*/ T6 w 20848"/>
                  <a:gd name="T8" fmla="*/ 10800 h 21600"/>
                  <a:gd name="T9" fmla="+- 0 10800 376"/>
                  <a:gd name="T10" fmla="*/ T9 w 20848"/>
                  <a:gd name="T11" fmla="*/ 10800 h 21600"/>
                </a:gdLst>
                <a:ahLst/>
                <a:cxnLst>
                  <a:cxn ang="0">
                    <a:pos x="T1" y="T2"/>
                  </a:cxn>
                  <a:cxn ang="0">
                    <a:pos x="T4" y="T5"/>
                  </a:cxn>
                  <a:cxn ang="0">
                    <a:pos x="T7" y="T8"/>
                  </a:cxn>
                  <a:cxn ang="0">
                    <a:pos x="T10" y="T11"/>
                  </a:cxn>
                </a:cxnLst>
                <a:rect l="0" t="0" r="r" b="b"/>
                <a:pathLst>
                  <a:path w="20848" h="21600">
                    <a:moveTo>
                      <a:pt x="18728" y="19178"/>
                    </a:moveTo>
                    <a:cubicBezTo>
                      <a:pt x="13191" y="20631"/>
                      <a:pt x="7654" y="20631"/>
                      <a:pt x="2118" y="19178"/>
                    </a:cubicBezTo>
                    <a:cubicBezTo>
                      <a:pt x="678" y="13592"/>
                      <a:pt x="678" y="8008"/>
                      <a:pt x="2118" y="2421"/>
                    </a:cubicBezTo>
                    <a:cubicBezTo>
                      <a:pt x="7654" y="968"/>
                      <a:pt x="13191" y="968"/>
                      <a:pt x="18728" y="2421"/>
                    </a:cubicBezTo>
                    <a:cubicBezTo>
                      <a:pt x="20168" y="8008"/>
                      <a:pt x="20168" y="13592"/>
                      <a:pt x="18728" y="19178"/>
                    </a:cubicBezTo>
                    <a:moveTo>
                      <a:pt x="18938" y="1116"/>
                    </a:moveTo>
                    <a:cubicBezTo>
                      <a:pt x="16114" y="375"/>
                      <a:pt x="13249" y="0"/>
                      <a:pt x="10423" y="0"/>
                    </a:cubicBezTo>
                    <a:cubicBezTo>
                      <a:pt x="7597" y="0"/>
                      <a:pt x="4732" y="375"/>
                      <a:pt x="1908" y="1116"/>
                    </a:cubicBezTo>
                    <a:cubicBezTo>
                      <a:pt x="1543" y="1213"/>
                      <a:pt x="1244" y="1552"/>
                      <a:pt x="1127" y="2004"/>
                    </a:cubicBezTo>
                    <a:cubicBezTo>
                      <a:pt x="-376" y="7841"/>
                      <a:pt x="-376" y="13759"/>
                      <a:pt x="1127" y="19593"/>
                    </a:cubicBezTo>
                    <a:cubicBezTo>
                      <a:pt x="1244" y="20047"/>
                      <a:pt x="1543" y="20386"/>
                      <a:pt x="1908" y="20482"/>
                    </a:cubicBezTo>
                    <a:cubicBezTo>
                      <a:pt x="4732" y="21224"/>
                      <a:pt x="7597" y="21600"/>
                      <a:pt x="10423" y="21600"/>
                    </a:cubicBezTo>
                    <a:cubicBezTo>
                      <a:pt x="13249" y="21600"/>
                      <a:pt x="16114" y="21224"/>
                      <a:pt x="18938" y="20482"/>
                    </a:cubicBezTo>
                    <a:cubicBezTo>
                      <a:pt x="19303" y="20386"/>
                      <a:pt x="19602" y="20047"/>
                      <a:pt x="19719" y="19593"/>
                    </a:cubicBezTo>
                    <a:cubicBezTo>
                      <a:pt x="21223" y="13759"/>
                      <a:pt x="21223" y="7841"/>
                      <a:pt x="19719" y="2004"/>
                    </a:cubicBezTo>
                    <a:cubicBezTo>
                      <a:pt x="19602" y="1552"/>
                      <a:pt x="19303" y="1213"/>
                      <a:pt x="18938" y="1116"/>
                    </a:cubicBezTo>
                  </a:path>
                </a:pathLst>
              </a:custGeom>
              <a:solidFill>
                <a:schemeClr val="bg1"/>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7445" tIns="17445" rIns="17445" bIns="17445" anchor="ctr"/>
              <a:lstStyle/>
              <a:p>
                <a:pPr algn="just" defTabSz="148869" hangingPunct="0">
                  <a:lnSpc>
                    <a:spcPct val="120000"/>
                  </a:lnSpc>
                </a:pPr>
                <a:endParaRPr lang="en-US"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 name="AutoShape 141"/>
              <p:cNvSpPr>
                <a:spLocks/>
              </p:cNvSpPr>
              <p:nvPr/>
            </p:nvSpPr>
            <p:spPr bwMode="auto">
              <a:xfrm>
                <a:off x="2581275" y="1710532"/>
                <a:ext cx="464344" cy="362744"/>
              </a:xfrm>
              <a:custGeom>
                <a:avLst/>
                <a:gdLst>
                  <a:gd name="T0" fmla="+- 0 10800 252"/>
                  <a:gd name="T1" fmla="*/ T0 w 21096"/>
                  <a:gd name="T2" fmla="*/ 10800 h 21600"/>
                  <a:gd name="T3" fmla="+- 0 10800 252"/>
                  <a:gd name="T4" fmla="*/ T3 w 21096"/>
                  <a:gd name="T5" fmla="*/ 10800 h 21600"/>
                  <a:gd name="T6" fmla="+- 0 10800 252"/>
                  <a:gd name="T7" fmla="*/ T6 w 21096"/>
                  <a:gd name="T8" fmla="*/ 10800 h 21600"/>
                  <a:gd name="T9" fmla="+- 0 10800 252"/>
                  <a:gd name="T10" fmla="*/ T9 w 21096"/>
                  <a:gd name="T11" fmla="*/ 10800 h 21600"/>
                </a:gdLst>
                <a:ahLst/>
                <a:cxnLst>
                  <a:cxn ang="0">
                    <a:pos x="T1" y="T2"/>
                  </a:cxn>
                  <a:cxn ang="0">
                    <a:pos x="T4" y="T5"/>
                  </a:cxn>
                  <a:cxn ang="0">
                    <a:pos x="T7" y="T8"/>
                  </a:cxn>
                  <a:cxn ang="0">
                    <a:pos x="T10" y="T11"/>
                  </a:cxn>
                </a:cxnLst>
                <a:rect l="0" t="0" r="r" b="b"/>
                <a:pathLst>
                  <a:path w="21096" h="21600">
                    <a:moveTo>
                      <a:pt x="19056" y="18331"/>
                    </a:moveTo>
                    <a:cubicBezTo>
                      <a:pt x="13383" y="19233"/>
                      <a:pt x="7711" y="19233"/>
                      <a:pt x="2038" y="18331"/>
                    </a:cubicBezTo>
                    <a:cubicBezTo>
                      <a:pt x="1074" y="13022"/>
                      <a:pt x="1074" y="7713"/>
                      <a:pt x="2038" y="2404"/>
                    </a:cubicBezTo>
                    <a:cubicBezTo>
                      <a:pt x="7711" y="1502"/>
                      <a:pt x="13383" y="1502"/>
                      <a:pt x="19056" y="2404"/>
                    </a:cubicBezTo>
                    <a:cubicBezTo>
                      <a:pt x="20021" y="7713"/>
                      <a:pt x="20021" y="13022"/>
                      <a:pt x="19056" y="18331"/>
                    </a:cubicBezTo>
                    <a:moveTo>
                      <a:pt x="20338" y="2005"/>
                    </a:moveTo>
                    <a:cubicBezTo>
                      <a:pt x="20211" y="1301"/>
                      <a:pt x="19762" y="776"/>
                      <a:pt x="19215" y="689"/>
                    </a:cubicBezTo>
                    <a:cubicBezTo>
                      <a:pt x="16339" y="232"/>
                      <a:pt x="13423" y="0"/>
                      <a:pt x="10547" y="0"/>
                    </a:cubicBezTo>
                    <a:cubicBezTo>
                      <a:pt x="7671" y="0"/>
                      <a:pt x="4755" y="232"/>
                      <a:pt x="1879" y="689"/>
                    </a:cubicBezTo>
                    <a:cubicBezTo>
                      <a:pt x="1332" y="776"/>
                      <a:pt x="883" y="1301"/>
                      <a:pt x="756" y="2005"/>
                    </a:cubicBezTo>
                    <a:cubicBezTo>
                      <a:pt x="-252" y="7553"/>
                      <a:pt x="-252" y="13181"/>
                      <a:pt x="756" y="18731"/>
                    </a:cubicBezTo>
                    <a:cubicBezTo>
                      <a:pt x="883" y="19434"/>
                      <a:pt x="1332" y="19959"/>
                      <a:pt x="1879" y="20046"/>
                    </a:cubicBezTo>
                    <a:cubicBezTo>
                      <a:pt x="3265" y="20266"/>
                      <a:pt x="4660" y="20429"/>
                      <a:pt x="6055" y="20544"/>
                    </a:cubicBezTo>
                    <a:cubicBezTo>
                      <a:pt x="5979" y="20606"/>
                      <a:pt x="5931" y="20670"/>
                      <a:pt x="5931" y="20735"/>
                    </a:cubicBezTo>
                    <a:cubicBezTo>
                      <a:pt x="5931" y="21213"/>
                      <a:pt x="7997" y="21599"/>
                      <a:pt x="10547" y="21599"/>
                    </a:cubicBezTo>
                    <a:cubicBezTo>
                      <a:pt x="13097" y="21599"/>
                      <a:pt x="15164" y="21213"/>
                      <a:pt x="15164" y="20735"/>
                    </a:cubicBezTo>
                    <a:cubicBezTo>
                      <a:pt x="15164" y="20670"/>
                      <a:pt x="15115" y="20606"/>
                      <a:pt x="15040" y="20544"/>
                    </a:cubicBezTo>
                    <a:cubicBezTo>
                      <a:pt x="16434" y="20429"/>
                      <a:pt x="17830" y="20266"/>
                      <a:pt x="19215" y="20046"/>
                    </a:cubicBezTo>
                    <a:cubicBezTo>
                      <a:pt x="19762" y="19959"/>
                      <a:pt x="20211" y="19434"/>
                      <a:pt x="20338" y="18731"/>
                    </a:cubicBezTo>
                    <a:cubicBezTo>
                      <a:pt x="21347" y="13181"/>
                      <a:pt x="21347" y="7553"/>
                      <a:pt x="20338" y="2005"/>
                    </a:cubicBezTo>
                  </a:path>
                </a:pathLst>
              </a:custGeom>
              <a:solidFill>
                <a:schemeClr val="bg1"/>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7445" tIns="17445" rIns="17445" bIns="17445" anchor="ctr"/>
              <a:lstStyle/>
              <a:p>
                <a:pPr algn="just" defTabSz="148869" hangingPunct="0">
                  <a:lnSpc>
                    <a:spcPct val="120000"/>
                  </a:lnSpc>
                </a:pPr>
                <a:endParaRPr lang="en-US"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AutoShape 142"/>
              <p:cNvSpPr>
                <a:spLocks/>
              </p:cNvSpPr>
              <p:nvPr/>
            </p:nvSpPr>
            <p:spPr bwMode="auto">
              <a:xfrm>
                <a:off x="2944019" y="1783557"/>
                <a:ext cx="43656" cy="428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7200"/>
                    </a:moveTo>
                    <a:cubicBezTo>
                      <a:pt x="12779" y="7200"/>
                      <a:pt x="14399" y="8820"/>
                      <a:pt x="14399" y="10800"/>
                    </a:cubicBezTo>
                    <a:cubicBezTo>
                      <a:pt x="14399" y="12779"/>
                      <a:pt x="12779" y="14400"/>
                      <a:pt x="10800" y="14400"/>
                    </a:cubicBezTo>
                    <a:cubicBezTo>
                      <a:pt x="8820" y="14400"/>
                      <a:pt x="7199" y="12779"/>
                      <a:pt x="7199" y="10800"/>
                    </a:cubicBezTo>
                    <a:cubicBezTo>
                      <a:pt x="7199" y="8820"/>
                      <a:pt x="8820" y="7200"/>
                      <a:pt x="10800" y="7200"/>
                    </a:cubicBezTo>
                    <a:moveTo>
                      <a:pt x="10800" y="21599"/>
                    </a:moveTo>
                    <a:cubicBezTo>
                      <a:pt x="16762" y="21599"/>
                      <a:pt x="21600" y="16762"/>
                      <a:pt x="21600" y="10800"/>
                    </a:cubicBezTo>
                    <a:cubicBezTo>
                      <a:pt x="21600" y="4837"/>
                      <a:pt x="16762" y="0"/>
                      <a:pt x="10800" y="0"/>
                    </a:cubicBezTo>
                    <a:cubicBezTo>
                      <a:pt x="4837" y="0"/>
                      <a:pt x="0" y="4837"/>
                      <a:pt x="0" y="10800"/>
                    </a:cubicBezTo>
                    <a:cubicBezTo>
                      <a:pt x="0" y="16762"/>
                      <a:pt x="4837" y="21599"/>
                      <a:pt x="10800" y="21599"/>
                    </a:cubicBezTo>
                  </a:path>
                </a:pathLst>
              </a:custGeom>
              <a:solidFill>
                <a:schemeClr val="bg1"/>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7445" tIns="17445" rIns="17445" bIns="17445" anchor="ctr"/>
              <a:lstStyle/>
              <a:p>
                <a:pPr algn="just" defTabSz="148869" hangingPunct="0">
                  <a:lnSpc>
                    <a:spcPct val="120000"/>
                  </a:lnSpc>
                </a:pPr>
                <a:endParaRPr lang="en-US"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 name="AutoShape 143"/>
              <p:cNvSpPr>
                <a:spLocks/>
              </p:cNvSpPr>
              <p:nvPr/>
            </p:nvSpPr>
            <p:spPr bwMode="auto">
              <a:xfrm>
                <a:off x="2929732" y="1971675"/>
                <a:ext cx="57944" cy="1508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solidFill>
                <a:schemeClr val="bg1"/>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7445" tIns="17445" rIns="17445" bIns="17445" anchor="ctr"/>
              <a:lstStyle/>
              <a:p>
                <a:pPr algn="just" defTabSz="148869" hangingPunct="0">
                  <a:lnSpc>
                    <a:spcPct val="120000"/>
                  </a:lnSpc>
                </a:pPr>
                <a:endParaRPr lang="en-US"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AutoShape 144"/>
              <p:cNvSpPr>
                <a:spLocks/>
              </p:cNvSpPr>
              <p:nvPr/>
            </p:nvSpPr>
            <p:spPr bwMode="auto">
              <a:xfrm>
                <a:off x="2944019" y="1928019"/>
                <a:ext cx="58738" cy="150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solidFill>
                <a:schemeClr val="bg1"/>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7445" tIns="17445" rIns="17445" bIns="17445" anchor="ctr"/>
              <a:lstStyle/>
              <a:p>
                <a:pPr algn="just" defTabSz="148869" hangingPunct="0">
                  <a:lnSpc>
                    <a:spcPct val="120000"/>
                  </a:lnSpc>
                </a:pPr>
                <a:endParaRPr lang="en-US"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AutoShape 145"/>
              <p:cNvSpPr>
                <a:spLocks/>
              </p:cNvSpPr>
              <p:nvPr/>
            </p:nvSpPr>
            <p:spPr bwMode="auto">
              <a:xfrm>
                <a:off x="2944019" y="1885157"/>
                <a:ext cx="58738" cy="142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solidFill>
                <a:schemeClr val="bg1"/>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7445" tIns="17445" rIns="17445" bIns="17445" anchor="ctr"/>
              <a:lstStyle/>
              <a:p>
                <a:pPr algn="just" defTabSz="148869" hangingPunct="0">
                  <a:lnSpc>
                    <a:spcPct val="120000"/>
                  </a:lnSpc>
                </a:pPr>
                <a:endParaRPr lang="en-US"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AutoShape 146"/>
              <p:cNvSpPr>
                <a:spLocks/>
              </p:cNvSpPr>
              <p:nvPr/>
            </p:nvSpPr>
            <p:spPr bwMode="auto">
              <a:xfrm>
                <a:off x="2697957" y="1826419"/>
                <a:ext cx="86519" cy="61119"/>
              </a:xfrm>
              <a:custGeom>
                <a:avLst/>
                <a:gdLst>
                  <a:gd name="T0" fmla="+- 0 10822 44"/>
                  <a:gd name="T1" fmla="*/ T0 w 21556"/>
                  <a:gd name="T2" fmla="+- 0 10826 53"/>
                  <a:gd name="T3" fmla="*/ 10826 h 21547"/>
                  <a:gd name="T4" fmla="+- 0 10822 44"/>
                  <a:gd name="T5" fmla="*/ T4 w 21556"/>
                  <a:gd name="T6" fmla="+- 0 10826 53"/>
                  <a:gd name="T7" fmla="*/ 10826 h 21547"/>
                  <a:gd name="T8" fmla="+- 0 10822 44"/>
                  <a:gd name="T9" fmla="*/ T8 w 21556"/>
                  <a:gd name="T10" fmla="+- 0 10826 53"/>
                  <a:gd name="T11" fmla="*/ 10826 h 21547"/>
                  <a:gd name="T12" fmla="+- 0 10822 44"/>
                  <a:gd name="T13" fmla="*/ T12 w 21556"/>
                  <a:gd name="T14" fmla="+- 0 10826 53"/>
                  <a:gd name="T15" fmla="*/ 10826 h 21547"/>
                </a:gdLst>
                <a:ahLst/>
                <a:cxnLst>
                  <a:cxn ang="0">
                    <a:pos x="T1" y="T3"/>
                  </a:cxn>
                  <a:cxn ang="0">
                    <a:pos x="T5" y="T7"/>
                  </a:cxn>
                  <a:cxn ang="0">
                    <a:pos x="T9" y="T11"/>
                  </a:cxn>
                  <a:cxn ang="0">
                    <a:pos x="T13" y="T15"/>
                  </a:cxn>
                </a:cxnLst>
                <a:rect l="0" t="0" r="r" b="b"/>
                <a:pathLst>
                  <a:path w="21556" h="21547">
                    <a:moveTo>
                      <a:pt x="19751" y="2"/>
                    </a:moveTo>
                    <a:lnTo>
                      <a:pt x="3200" y="1845"/>
                    </a:lnTo>
                    <a:cubicBezTo>
                      <a:pt x="2215" y="2010"/>
                      <a:pt x="1272" y="3284"/>
                      <a:pt x="1106" y="4676"/>
                    </a:cubicBezTo>
                    <a:lnTo>
                      <a:pt x="1" y="18986"/>
                    </a:lnTo>
                    <a:cubicBezTo>
                      <a:pt x="-44" y="20398"/>
                      <a:pt x="724" y="21547"/>
                      <a:pt x="1712" y="21547"/>
                    </a:cubicBezTo>
                    <a:cubicBezTo>
                      <a:pt x="2698" y="21547"/>
                      <a:pt x="3542" y="20398"/>
                      <a:pt x="3582" y="18978"/>
                    </a:cubicBezTo>
                    <a:lnTo>
                      <a:pt x="4185" y="9251"/>
                    </a:lnTo>
                    <a:cubicBezTo>
                      <a:pt x="4319" y="7849"/>
                      <a:pt x="5235" y="6592"/>
                      <a:pt x="6220" y="6447"/>
                    </a:cubicBezTo>
                    <a:lnTo>
                      <a:pt x="19751" y="5128"/>
                    </a:lnTo>
                    <a:cubicBezTo>
                      <a:pt x="20743" y="5078"/>
                      <a:pt x="21556" y="3884"/>
                      <a:pt x="21556" y="2467"/>
                    </a:cubicBezTo>
                    <a:cubicBezTo>
                      <a:pt x="21556" y="1055"/>
                      <a:pt x="20743" y="-53"/>
                      <a:pt x="19751" y="2"/>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7445" tIns="17445" rIns="17445" bIns="17445" anchor="ctr"/>
              <a:lstStyle/>
              <a:p>
                <a:pPr algn="just" defTabSz="148869" hangingPunct="0">
                  <a:lnSpc>
                    <a:spcPct val="120000"/>
                  </a:lnSpc>
                </a:pPr>
                <a:endParaRPr lang="en-US" sz="6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grpSp>
        <p:nvGrpSpPr>
          <p:cNvPr id="8" name="Group 36"/>
          <p:cNvGrpSpPr/>
          <p:nvPr/>
        </p:nvGrpSpPr>
        <p:grpSpPr>
          <a:xfrm>
            <a:off x="1300501" y="2985838"/>
            <a:ext cx="1447228" cy="641934"/>
            <a:chOff x="520106" y="2243168"/>
            <a:chExt cx="2513428" cy="985463"/>
          </a:xfrm>
        </p:grpSpPr>
        <p:sp>
          <p:nvSpPr>
            <p:cNvPr id="38" name="TextBox 37"/>
            <p:cNvSpPr txBox="1"/>
            <p:nvPr/>
          </p:nvSpPr>
          <p:spPr>
            <a:xfrm>
              <a:off x="1153296" y="2243168"/>
              <a:ext cx="1247047" cy="396831"/>
            </a:xfrm>
            <a:prstGeom prst="rect">
              <a:avLst/>
            </a:prstGeom>
            <a:noFill/>
          </p:spPr>
          <p:txBody>
            <a:bodyPr wrap="none" lIns="0" tIns="0" rIns="0" bIns="0" rtlCol="0">
              <a:spAutoFit/>
            </a:bodyPr>
            <a:lstStyle/>
            <a:p>
              <a:pPr algn="ctr">
                <a:lnSpc>
                  <a:spcPct val="120000"/>
                </a:lnSpc>
              </a:pPr>
              <a:r>
                <a:rPr lang="zh-CN" altLang="en-US" sz="1400" b="1"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文字内容</a:t>
              </a:r>
              <a:endParaRPr lang="en-GB" sz="1400" b="1"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9" name="Rectangle 38"/>
            <p:cNvSpPr/>
            <p:nvPr/>
          </p:nvSpPr>
          <p:spPr>
            <a:xfrm>
              <a:off x="520106" y="2661729"/>
              <a:ext cx="2513428" cy="566902"/>
            </a:xfrm>
            <a:prstGeom prst="rect">
              <a:avLst/>
            </a:prstGeom>
          </p:spPr>
          <p:txBody>
            <a:bodyPr wrap="square" lIns="0" tIns="0" rIns="0" bIns="0">
              <a:spAutoFit/>
            </a:bodyPr>
            <a:lstStyle/>
            <a:p>
              <a:pPr algn="ctr">
                <a:lnSpc>
                  <a:spcPct val="120000"/>
                </a:lnSpc>
                <a:defRPr sz="1800">
                  <a:solidFill>
                    <a:srgbClr val="000000"/>
                  </a:solidFill>
                </a:defRPr>
              </a:pPr>
              <a:r>
                <a:rPr lang="zh-CN" altLang="en-US" sz="1000" dirty="0">
                  <a:solidFill>
                    <a:schemeClr val="tx1">
                      <a:lumMod val="65000"/>
                      <a:lumOff val="35000"/>
                    </a:schemeClr>
                  </a:solidFill>
                  <a:latin typeface="Arial" panose="020B0604020202020204" pitchFamily="34" charset="0"/>
                  <a:ea typeface="微软雅黑" panose="020B0503020204020204" pitchFamily="34" charset="-122"/>
                  <a:sym typeface="Arial" panose="020B0604020202020204" pitchFamily="34" charset="0"/>
                </a:rPr>
                <a:t>请替换文字内容，点击添加相关标题文字</a:t>
              </a:r>
              <a:endParaRPr lang="zh-CN" altLang="en-US"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grpSp>
      <p:cxnSp>
        <p:nvCxnSpPr>
          <p:cNvPr id="44" name="Straight Connector 43"/>
          <p:cNvCxnSpPr/>
          <p:nvPr/>
        </p:nvCxnSpPr>
        <p:spPr>
          <a:xfrm>
            <a:off x="1188875" y="3750761"/>
            <a:ext cx="6768326"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9" name="Group 50"/>
          <p:cNvGrpSpPr/>
          <p:nvPr/>
        </p:nvGrpSpPr>
        <p:grpSpPr>
          <a:xfrm>
            <a:off x="6397857" y="2985843"/>
            <a:ext cx="1447228" cy="641932"/>
            <a:chOff x="520106" y="2243170"/>
            <a:chExt cx="2513428" cy="985460"/>
          </a:xfrm>
        </p:grpSpPr>
        <p:sp>
          <p:nvSpPr>
            <p:cNvPr id="52" name="TextBox 51"/>
            <p:cNvSpPr txBox="1"/>
            <p:nvPr/>
          </p:nvSpPr>
          <p:spPr>
            <a:xfrm>
              <a:off x="1064219" y="2243170"/>
              <a:ext cx="1425198" cy="453523"/>
            </a:xfrm>
            <a:prstGeom prst="rect">
              <a:avLst/>
            </a:prstGeom>
            <a:noFill/>
          </p:spPr>
          <p:txBody>
            <a:bodyPr wrap="none" lIns="0" tIns="0" rIns="0" bIns="0" rtlCol="0">
              <a:spAutoFit/>
            </a:bodyPr>
            <a:lstStyle/>
            <a:p>
              <a:pPr algn="ctr">
                <a:lnSpc>
                  <a:spcPct val="120000"/>
                </a:lnSpc>
              </a:pPr>
              <a:r>
                <a:rPr lang="zh-CN" altLang="en-US" sz="1600" b="1"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文字内容</a:t>
              </a:r>
              <a:endParaRPr lang="en-GB" sz="1600" b="1"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3" name="Rectangle 52"/>
            <p:cNvSpPr/>
            <p:nvPr/>
          </p:nvSpPr>
          <p:spPr>
            <a:xfrm>
              <a:off x="520106" y="2661728"/>
              <a:ext cx="2513428" cy="566902"/>
            </a:xfrm>
            <a:prstGeom prst="rect">
              <a:avLst/>
            </a:prstGeom>
          </p:spPr>
          <p:txBody>
            <a:bodyPr wrap="square" lIns="0" tIns="0" rIns="0" bIns="0">
              <a:spAutoFit/>
            </a:bodyPr>
            <a:lstStyle/>
            <a:p>
              <a:pPr algn="ctr">
                <a:lnSpc>
                  <a:spcPct val="120000"/>
                </a:lnSpc>
                <a:defRPr sz="1800">
                  <a:solidFill>
                    <a:srgbClr val="000000"/>
                  </a:solidFill>
                </a:defRPr>
              </a:pPr>
              <a:r>
                <a:rPr lang="zh-CN" altLang="en-US" sz="1000" dirty="0">
                  <a:solidFill>
                    <a:schemeClr val="tx1">
                      <a:lumMod val="65000"/>
                      <a:lumOff val="35000"/>
                    </a:schemeClr>
                  </a:solidFill>
                  <a:latin typeface="Arial" panose="020B0604020202020204" pitchFamily="34" charset="0"/>
                  <a:ea typeface="微软雅黑" panose="020B0503020204020204" pitchFamily="34" charset="-122"/>
                  <a:sym typeface="Arial" panose="020B0604020202020204" pitchFamily="34" charset="0"/>
                </a:rPr>
                <a:t>请替换文字内容，点击添加相关标题文字</a:t>
              </a:r>
              <a:endParaRPr lang="zh-CN" altLang="en-US"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31" name="Group 53"/>
          <p:cNvGrpSpPr/>
          <p:nvPr/>
        </p:nvGrpSpPr>
        <p:grpSpPr>
          <a:xfrm>
            <a:off x="4698737" y="2985840"/>
            <a:ext cx="1447228" cy="641933"/>
            <a:chOff x="520106" y="2243170"/>
            <a:chExt cx="2513428" cy="985463"/>
          </a:xfrm>
        </p:grpSpPr>
        <p:sp>
          <p:nvSpPr>
            <p:cNvPr id="55" name="TextBox 54"/>
            <p:cNvSpPr txBox="1"/>
            <p:nvPr/>
          </p:nvSpPr>
          <p:spPr>
            <a:xfrm>
              <a:off x="1064219" y="2243170"/>
              <a:ext cx="1425198" cy="453523"/>
            </a:xfrm>
            <a:prstGeom prst="rect">
              <a:avLst/>
            </a:prstGeom>
            <a:noFill/>
          </p:spPr>
          <p:txBody>
            <a:bodyPr wrap="none" lIns="0" tIns="0" rIns="0" bIns="0" rtlCol="0">
              <a:spAutoFit/>
            </a:bodyPr>
            <a:lstStyle/>
            <a:p>
              <a:pPr algn="ctr">
                <a:lnSpc>
                  <a:spcPct val="120000"/>
                </a:lnSpc>
              </a:pPr>
              <a:r>
                <a:rPr lang="zh-CN" altLang="en-US" sz="1600" b="1"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文字内容</a:t>
              </a:r>
              <a:endParaRPr lang="en-GB" sz="1600" b="1"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6" name="Rectangle 55"/>
            <p:cNvSpPr/>
            <p:nvPr/>
          </p:nvSpPr>
          <p:spPr>
            <a:xfrm>
              <a:off x="520106" y="2661730"/>
              <a:ext cx="2513428" cy="566903"/>
            </a:xfrm>
            <a:prstGeom prst="rect">
              <a:avLst/>
            </a:prstGeom>
          </p:spPr>
          <p:txBody>
            <a:bodyPr wrap="square" lIns="0" tIns="0" rIns="0" bIns="0">
              <a:spAutoFit/>
            </a:bodyPr>
            <a:lstStyle/>
            <a:p>
              <a:pPr algn="ctr">
                <a:lnSpc>
                  <a:spcPct val="120000"/>
                </a:lnSpc>
                <a:defRPr sz="1800">
                  <a:solidFill>
                    <a:srgbClr val="000000"/>
                  </a:solidFill>
                </a:defRPr>
              </a:pPr>
              <a:r>
                <a:rPr lang="zh-CN" altLang="en-US" sz="1000" dirty="0">
                  <a:solidFill>
                    <a:schemeClr val="tx1">
                      <a:lumMod val="65000"/>
                      <a:lumOff val="35000"/>
                    </a:schemeClr>
                  </a:solidFill>
                  <a:latin typeface="Arial" panose="020B0604020202020204" pitchFamily="34" charset="0"/>
                  <a:ea typeface="微软雅黑" panose="020B0503020204020204" pitchFamily="34" charset="-122"/>
                  <a:sym typeface="Arial" panose="020B0604020202020204" pitchFamily="34" charset="0"/>
                </a:rPr>
                <a:t>请替换文字内容，点击添加相关标题文字</a:t>
              </a:r>
              <a:endParaRPr lang="zh-CN" altLang="en-US"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32" name="Group 56"/>
          <p:cNvGrpSpPr/>
          <p:nvPr/>
        </p:nvGrpSpPr>
        <p:grpSpPr>
          <a:xfrm>
            <a:off x="2999620" y="2985840"/>
            <a:ext cx="1447228" cy="641933"/>
            <a:chOff x="520106" y="2243170"/>
            <a:chExt cx="2513428" cy="985463"/>
          </a:xfrm>
        </p:grpSpPr>
        <p:sp>
          <p:nvSpPr>
            <p:cNvPr id="58" name="TextBox 57"/>
            <p:cNvSpPr txBox="1"/>
            <p:nvPr/>
          </p:nvSpPr>
          <p:spPr>
            <a:xfrm>
              <a:off x="1064219" y="2243170"/>
              <a:ext cx="1425198" cy="453523"/>
            </a:xfrm>
            <a:prstGeom prst="rect">
              <a:avLst/>
            </a:prstGeom>
            <a:noFill/>
          </p:spPr>
          <p:txBody>
            <a:bodyPr wrap="none" lIns="0" tIns="0" rIns="0" bIns="0" rtlCol="0">
              <a:spAutoFit/>
            </a:bodyPr>
            <a:lstStyle/>
            <a:p>
              <a:pPr algn="ctr">
                <a:lnSpc>
                  <a:spcPct val="120000"/>
                </a:lnSpc>
              </a:pPr>
              <a:r>
                <a:rPr lang="zh-CN" altLang="en-US" sz="1600" b="1"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文字内容</a:t>
              </a:r>
              <a:endParaRPr lang="en-GB" sz="1600" b="1"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9" name="Rectangle 58"/>
            <p:cNvSpPr/>
            <p:nvPr/>
          </p:nvSpPr>
          <p:spPr>
            <a:xfrm>
              <a:off x="520106" y="2661730"/>
              <a:ext cx="2513428" cy="566903"/>
            </a:xfrm>
            <a:prstGeom prst="rect">
              <a:avLst/>
            </a:prstGeom>
          </p:spPr>
          <p:txBody>
            <a:bodyPr wrap="square" lIns="0" tIns="0" rIns="0" bIns="0">
              <a:spAutoFit/>
            </a:bodyPr>
            <a:lstStyle/>
            <a:p>
              <a:pPr algn="ctr">
                <a:lnSpc>
                  <a:spcPct val="120000"/>
                </a:lnSpc>
                <a:defRPr sz="1800">
                  <a:solidFill>
                    <a:srgbClr val="000000"/>
                  </a:solidFill>
                </a:defRPr>
              </a:pPr>
              <a:r>
                <a:rPr lang="zh-CN" altLang="en-US" sz="1000" dirty="0">
                  <a:solidFill>
                    <a:schemeClr val="tx1">
                      <a:lumMod val="65000"/>
                      <a:lumOff val="35000"/>
                    </a:schemeClr>
                  </a:solidFill>
                  <a:latin typeface="Arial" panose="020B0604020202020204" pitchFamily="34" charset="0"/>
                  <a:ea typeface="微软雅黑" panose="020B0503020204020204" pitchFamily="34" charset="-122"/>
                  <a:sym typeface="Arial" panose="020B0604020202020204" pitchFamily="34" charset="0"/>
                </a:rPr>
                <a:t>请替换文字内容，点击添加相关标题文字</a:t>
              </a:r>
              <a:endParaRPr lang="zh-CN" altLang="en-US"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60" name="Rectangle 59"/>
          <p:cNvSpPr/>
          <p:nvPr/>
        </p:nvSpPr>
        <p:spPr>
          <a:xfrm>
            <a:off x="1218286" y="3892436"/>
            <a:ext cx="6709505" cy="480066"/>
          </a:xfrm>
          <a:prstGeom prst="rect">
            <a:avLst/>
          </a:prstGeom>
        </p:spPr>
        <p:txBody>
          <a:bodyPr wrap="square" lIns="0" tIns="0" rIns="0" bIns="0">
            <a:spAutoFit/>
          </a:bodyPr>
          <a:lstStyle/>
          <a:p>
            <a:pPr algn="just">
              <a:lnSpc>
                <a:spcPct val="120000"/>
              </a:lnSpc>
              <a:defRPr sz="1800">
                <a:solidFill>
                  <a:srgbClr val="000000"/>
                </a:solidFill>
              </a:defRPr>
            </a:pPr>
            <a:r>
              <a:rPr lang="zh-CN" altLang="en-US" sz="1000" dirty="0">
                <a:solidFill>
                  <a:schemeClr val="tx1">
                    <a:lumMod val="65000"/>
                    <a:lumOff val="35000"/>
                  </a:schemeClr>
                </a:solidFill>
                <a:latin typeface="Arial" panose="020B0604020202020204" pitchFamily="34" charset="0"/>
                <a:ea typeface="微软雅黑" panose="020B0503020204020204" pitchFamily="34" charset="-122"/>
                <a:sym typeface="Arial" panose="020B0604020202020204" pitchFamily="34" charset="0"/>
              </a:rPr>
              <a:t>请替换文字内容，点击添加相关标题文字，修改文字内容请替换文字内容，点击添加相关标题文字，修改文字内容请替换文字内容，点击添加相关标题文字，修改文字内容请替换文字内容，点击添加相关标题文字，修改文字内容</a:t>
            </a:r>
          </a:p>
          <a:p>
            <a:pPr algn="just">
              <a:lnSpc>
                <a:spcPct val="120000"/>
              </a:lnSpc>
              <a:defRPr sz="1800">
                <a:solidFill>
                  <a:srgbClr val="000000"/>
                </a:solidFill>
              </a:defRPr>
            </a:pPr>
            <a:endParaRPr lang="zh-CN" altLang="en-US" sz="6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pic>
        <p:nvPicPr>
          <p:cNvPr id="48" name="图片 4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37905" y="61236"/>
            <a:ext cx="979629" cy="909108"/>
          </a:xfrm>
          <a:prstGeom prst="rect">
            <a:avLst/>
          </a:prstGeom>
        </p:spPr>
      </p:pic>
    </p:spTree>
    <p:extLst>
      <p:ext uri="{BB962C8B-B14F-4D97-AF65-F5344CB8AC3E}">
        <p14:creationId xmlns:p14="http://schemas.microsoft.com/office/powerpoint/2010/main" val="2296160017"/>
      </p:ext>
    </p:extLst>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1"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up)">
                                      <p:cBhvr>
                                        <p:cTn id="13" dur="500"/>
                                        <p:tgtEl>
                                          <p:spTgt spid="8"/>
                                        </p:tgtEl>
                                      </p:cBhvr>
                                    </p:animEffect>
                                  </p:childTnLst>
                                </p:cTn>
                              </p:par>
                            </p:childTnLst>
                          </p:cTn>
                        </p:par>
                        <p:par>
                          <p:cTn id="14" fill="hold">
                            <p:stCondLst>
                              <p:cond delay="1500"/>
                            </p:stCondLst>
                            <p:childTnLst>
                              <p:par>
                                <p:cTn id="15" presetID="22" presetClass="entr" presetSubtype="8" fill="hold" nodeType="after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wipe(left)">
                                      <p:cBhvr>
                                        <p:cTn id="17" dur="500"/>
                                        <p:tgtEl>
                                          <p:spTgt spid="44"/>
                                        </p:tgtEl>
                                      </p:cBhvr>
                                    </p:animEffect>
                                  </p:childTnLst>
                                </p:cTn>
                              </p:par>
                            </p:childTnLst>
                          </p:cTn>
                        </p:par>
                        <p:par>
                          <p:cTn id="18" fill="hold">
                            <p:stCondLst>
                              <p:cond delay="2000"/>
                            </p:stCondLst>
                            <p:childTnLst>
                              <p:par>
                                <p:cTn id="19" presetID="22" presetClass="entr" presetSubtype="1" fill="hold"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up)">
                                      <p:cBhvr>
                                        <p:cTn id="21" dur="500"/>
                                        <p:tgtEl>
                                          <p:spTgt spid="9"/>
                                        </p:tgtEl>
                                      </p:cBhvr>
                                    </p:animEffect>
                                  </p:childTnLst>
                                </p:cTn>
                              </p:par>
                            </p:childTnLst>
                          </p:cTn>
                        </p:par>
                        <p:par>
                          <p:cTn id="22" fill="hold">
                            <p:stCondLst>
                              <p:cond delay="2500"/>
                            </p:stCondLst>
                            <p:childTnLst>
                              <p:par>
                                <p:cTn id="23" presetID="22" presetClass="entr" presetSubtype="1" fill="hold" nodeType="after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wipe(up)">
                                      <p:cBhvr>
                                        <p:cTn id="25" dur="500"/>
                                        <p:tgtEl>
                                          <p:spTgt spid="31"/>
                                        </p:tgtEl>
                                      </p:cBhvr>
                                    </p:animEffect>
                                  </p:childTnLst>
                                </p:cTn>
                              </p:par>
                            </p:childTnLst>
                          </p:cTn>
                        </p:par>
                        <p:par>
                          <p:cTn id="26" fill="hold">
                            <p:stCondLst>
                              <p:cond delay="3000"/>
                            </p:stCondLst>
                            <p:childTnLst>
                              <p:par>
                                <p:cTn id="27" presetID="22" presetClass="entr" presetSubtype="1" fill="hold" nodeType="after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wipe(up)">
                                      <p:cBhvr>
                                        <p:cTn id="29" dur="500"/>
                                        <p:tgtEl>
                                          <p:spTgt spid="32"/>
                                        </p:tgtEl>
                                      </p:cBhvr>
                                    </p:animEffect>
                                  </p:childTnLst>
                                </p:cTn>
                              </p:par>
                            </p:childTnLst>
                          </p:cTn>
                        </p:par>
                        <p:par>
                          <p:cTn id="30" fill="hold">
                            <p:stCondLst>
                              <p:cond delay="3500"/>
                            </p:stCondLst>
                            <p:childTnLst>
                              <p:par>
                                <p:cTn id="31" presetID="16" presetClass="entr" presetSubtype="21" fill="hold" grpId="0" nodeType="afterEffect">
                                  <p:stCondLst>
                                    <p:cond delay="0"/>
                                  </p:stCondLst>
                                  <p:childTnLst>
                                    <p:set>
                                      <p:cBhvr>
                                        <p:cTn id="32" dur="1" fill="hold">
                                          <p:stCondLst>
                                            <p:cond delay="0"/>
                                          </p:stCondLst>
                                        </p:cTn>
                                        <p:tgtEl>
                                          <p:spTgt spid="60"/>
                                        </p:tgtEl>
                                        <p:attrNameLst>
                                          <p:attrName>style.visibility</p:attrName>
                                        </p:attrNameLst>
                                      </p:cBhvr>
                                      <p:to>
                                        <p:strVal val="visible"/>
                                      </p:to>
                                    </p:set>
                                    <p:animEffect transition="in" filter="barn(inVertical)">
                                      <p:cBhvr>
                                        <p:cTn id="33" dur="500"/>
                                        <p:tgtEl>
                                          <p:spTgt spid="60"/>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43"/>
                                        </p:tgtEl>
                                        <p:attrNameLst>
                                          <p:attrName>style.visibility</p:attrName>
                                        </p:attrNameLst>
                                      </p:cBhvr>
                                      <p:to>
                                        <p:strVal val="visible"/>
                                      </p:to>
                                    </p:set>
                                    <p:animEffect transition="in" filter="wipe(left)">
                                      <p:cBhvr>
                                        <p:cTn id="38" dur="500"/>
                                        <p:tgtEl>
                                          <p:spTgt spid="4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45"/>
                                        </p:tgtEl>
                                        <p:attrNameLst>
                                          <p:attrName>style.visibility</p:attrName>
                                        </p:attrNameLst>
                                      </p:cBhvr>
                                      <p:to>
                                        <p:strVal val="visible"/>
                                      </p:to>
                                    </p:set>
                                    <p:animEffect transition="in" filter="wipe(left)">
                                      <p:cBhvr>
                                        <p:cTn id="43" dur="500"/>
                                        <p:tgtEl>
                                          <p:spTgt spid="4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46"/>
                                        </p:tgtEl>
                                        <p:attrNameLst>
                                          <p:attrName>style.visibility</p:attrName>
                                        </p:attrNameLst>
                                      </p:cBhvr>
                                      <p:to>
                                        <p:strVal val="visible"/>
                                      </p:to>
                                    </p:set>
                                    <p:animEffect transition="in" filter="wipe(left)">
                                      <p:cBhvr>
                                        <p:cTn id="48" dur="500"/>
                                        <p:tgtEl>
                                          <p:spTgt spid="46"/>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47"/>
                                        </p:tgtEl>
                                        <p:attrNameLst>
                                          <p:attrName>style.visibility</p:attrName>
                                        </p:attrNameLst>
                                      </p:cBhvr>
                                      <p:to>
                                        <p:strVal val="visible"/>
                                      </p:to>
                                    </p:set>
                                    <p:animEffect transition="in" filter="wipe(left)">
                                      <p:cBhvr>
                                        <p:cTn id="53"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6" grpId="0" animBg="1"/>
      <p:bldP spid="45" grpId="0" animBg="1"/>
      <p:bldP spid="43" grpId="0" animBg="1"/>
      <p:bldP spid="6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a:extLst>
              <a:ext uri="{FF2B5EF4-FFF2-40B4-BE49-F238E27FC236}">
                <a16:creationId xmlns:a16="http://schemas.microsoft.com/office/drawing/2014/main" xmlns="" id="{E50F2519-7A7F-4A2D-B02E-8EBC77BC3920}"/>
              </a:ext>
            </a:extLst>
          </p:cNvPr>
          <p:cNvSpPr/>
          <p:nvPr/>
        </p:nvSpPr>
        <p:spPr>
          <a:xfrm rot="1057730">
            <a:off x="7630692" y="2279925"/>
            <a:ext cx="4839263" cy="1700793"/>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矩形 31">
            <a:extLst>
              <a:ext uri="{FF2B5EF4-FFF2-40B4-BE49-F238E27FC236}">
                <a16:creationId xmlns:a16="http://schemas.microsoft.com/office/drawing/2014/main" xmlns="" id="{DD08C2F1-9100-4FB0-B604-3426728557EA}"/>
              </a:ext>
            </a:extLst>
          </p:cNvPr>
          <p:cNvSpPr/>
          <p:nvPr/>
        </p:nvSpPr>
        <p:spPr>
          <a:xfrm rot="1057730">
            <a:off x="5508824" y="2279930"/>
            <a:ext cx="4839263" cy="1700793"/>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矩形 30">
            <a:extLst>
              <a:ext uri="{FF2B5EF4-FFF2-40B4-BE49-F238E27FC236}">
                <a16:creationId xmlns:a16="http://schemas.microsoft.com/office/drawing/2014/main" xmlns="" id="{3A8FEF47-4FDB-4AE5-8255-B7EFA7D59FF8}"/>
              </a:ext>
            </a:extLst>
          </p:cNvPr>
          <p:cNvSpPr/>
          <p:nvPr/>
        </p:nvSpPr>
        <p:spPr>
          <a:xfrm rot="1057730">
            <a:off x="3502793" y="2279928"/>
            <a:ext cx="4839263" cy="1700793"/>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矩形 29">
            <a:extLst>
              <a:ext uri="{FF2B5EF4-FFF2-40B4-BE49-F238E27FC236}">
                <a16:creationId xmlns:a16="http://schemas.microsoft.com/office/drawing/2014/main" xmlns="" id="{04A7D975-DAE9-408B-AD37-56FE6358A234}"/>
              </a:ext>
            </a:extLst>
          </p:cNvPr>
          <p:cNvSpPr/>
          <p:nvPr/>
        </p:nvSpPr>
        <p:spPr>
          <a:xfrm rot="1057730">
            <a:off x="1496762" y="2279929"/>
            <a:ext cx="4839263" cy="1700793"/>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Oval 4"/>
          <p:cNvSpPr/>
          <p:nvPr/>
        </p:nvSpPr>
        <p:spPr>
          <a:xfrm>
            <a:off x="573037" y="1455178"/>
            <a:ext cx="1779001" cy="1779098"/>
          </a:xfrm>
          <a:prstGeom prst="ellipse">
            <a:avLst/>
          </a:prstGeom>
          <a:blipFill dpi="0" rotWithShape="1">
            <a:blip r:embed="rId3"/>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65034" tIns="32517" rIns="65034" bIns="32517" rtlCol="0" anchor="ctr"/>
          <a:lstStyle/>
          <a:p>
            <a:pPr algn="ctr">
              <a:lnSpc>
                <a:spcPct val="150000"/>
              </a:lnSpc>
            </a:pPr>
            <a:endParaRPr 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6" name="Oval 5"/>
          <p:cNvSpPr/>
          <p:nvPr/>
        </p:nvSpPr>
        <p:spPr>
          <a:xfrm>
            <a:off x="2657083" y="1455178"/>
            <a:ext cx="1779001" cy="1779098"/>
          </a:xfrm>
          <a:prstGeom prst="ellipse">
            <a:avLst/>
          </a:prstGeom>
          <a:blipFill dpi="0" rotWithShape="1">
            <a:blip r:embed="rId4"/>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65034" tIns="32517" rIns="65034" bIns="32517" rtlCol="0" anchor="ctr"/>
          <a:lstStyle/>
          <a:p>
            <a:pPr algn="ctr">
              <a:lnSpc>
                <a:spcPct val="150000"/>
              </a:lnSpc>
            </a:pPr>
            <a:endParaRPr 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7" name="Oval 6"/>
          <p:cNvSpPr/>
          <p:nvPr/>
        </p:nvSpPr>
        <p:spPr>
          <a:xfrm>
            <a:off x="4709505" y="1455178"/>
            <a:ext cx="1779001" cy="1779098"/>
          </a:xfrm>
          <a:prstGeom prst="ellipse">
            <a:avLst/>
          </a:prstGeom>
          <a:blipFill dpi="0" rotWithShape="1">
            <a:blip r:embed="rId5"/>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65034" tIns="32517" rIns="65034" bIns="32517" rtlCol="0" anchor="ctr"/>
          <a:lstStyle/>
          <a:p>
            <a:pPr algn="ctr">
              <a:lnSpc>
                <a:spcPct val="150000"/>
              </a:lnSpc>
            </a:pPr>
            <a:endParaRPr lang="en-US">
              <a:latin typeface="Arial" panose="020B0604020202020204" pitchFamily="34" charset="0"/>
              <a:ea typeface="微软雅黑" panose="020B0503020204020204" pitchFamily="34" charset="-122"/>
              <a:sym typeface="Arial" panose="020B0604020202020204" pitchFamily="34" charset="0"/>
            </a:endParaRPr>
          </a:p>
        </p:txBody>
      </p:sp>
      <p:sp>
        <p:nvSpPr>
          <p:cNvPr id="8" name="Oval 7"/>
          <p:cNvSpPr/>
          <p:nvPr/>
        </p:nvSpPr>
        <p:spPr>
          <a:xfrm>
            <a:off x="6761927" y="1455177"/>
            <a:ext cx="1779001" cy="1779098"/>
          </a:xfrm>
          <a:prstGeom prst="ellipse">
            <a:avLst/>
          </a:prstGeom>
          <a:blipFill dpi="0" rotWithShape="1">
            <a:blip r:embed="rId6"/>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65034" tIns="32517" rIns="65034" bIns="32517" rtlCol="0" anchor="ctr"/>
          <a:lstStyle/>
          <a:p>
            <a:pPr algn="ctr">
              <a:lnSpc>
                <a:spcPct val="150000"/>
              </a:lnSpc>
            </a:pPr>
            <a:endParaRPr lang="en-US">
              <a:latin typeface="Arial" panose="020B0604020202020204" pitchFamily="34" charset="0"/>
              <a:ea typeface="微软雅黑" panose="020B0503020204020204" pitchFamily="34" charset="-122"/>
              <a:sym typeface="Arial" panose="020B0604020202020204" pitchFamily="34" charset="0"/>
            </a:endParaRPr>
          </a:p>
        </p:txBody>
      </p:sp>
      <p:grpSp>
        <p:nvGrpSpPr>
          <p:cNvPr id="18" name="Group 20"/>
          <p:cNvGrpSpPr/>
          <p:nvPr/>
        </p:nvGrpSpPr>
        <p:grpSpPr>
          <a:xfrm>
            <a:off x="614860" y="3494458"/>
            <a:ext cx="1695357" cy="912314"/>
            <a:chOff x="787791" y="5598942"/>
            <a:chExt cx="2260209" cy="1216207"/>
          </a:xfrm>
        </p:grpSpPr>
        <p:sp>
          <p:nvSpPr>
            <p:cNvPr id="54" name="TextBox 18"/>
            <p:cNvSpPr txBox="1"/>
            <p:nvPr/>
          </p:nvSpPr>
          <p:spPr>
            <a:xfrm>
              <a:off x="1066714" y="5598942"/>
              <a:ext cx="1702364" cy="291834"/>
            </a:xfrm>
            <a:prstGeom prst="rect">
              <a:avLst/>
            </a:prstGeom>
            <a:noFill/>
          </p:spPr>
          <p:txBody>
            <a:bodyPr wrap="none" lIns="0" tIns="0" rIns="0" bIns="0" rtlCol="0">
              <a:spAutoFit/>
            </a:bodyPr>
            <a:lstStyle/>
            <a:p>
              <a:pPr algn="ctr"/>
              <a:r>
                <a:rPr lang="zh-CN" altLang="en-US" sz="14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请替换文字内容</a:t>
              </a:r>
              <a:endParaRPr lang="en-US" sz="14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5" name="Rectangle 19"/>
            <p:cNvSpPr/>
            <p:nvPr/>
          </p:nvSpPr>
          <p:spPr>
            <a:xfrm>
              <a:off x="787791" y="6076486"/>
              <a:ext cx="2260209" cy="738663"/>
            </a:xfrm>
            <a:prstGeom prst="rect">
              <a:avLst/>
            </a:prstGeom>
          </p:spPr>
          <p:txBody>
            <a:bodyPr wrap="square" lIns="0" tIns="0" rIns="0" bIns="0">
              <a:spAutoFit/>
            </a:bodyPr>
            <a:lstStyle/>
            <a:p>
              <a:pPr>
                <a:lnSpc>
                  <a:spcPct val="150000"/>
                </a:lnSpc>
              </a:pPr>
              <a:r>
                <a:rPr lang="zh-CN" altLang="en-US" sz="6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请替换文字内容，修改文字内容，也可以直接复制你的内容到此。请替换文字内容，修改文字内容，也可以直接复制你的内容到此。请替换文字内容，修改文字内容，也可以直接复制你的内容到此。</a:t>
              </a:r>
              <a:endParaRPr lang="en-GB" altLang="zh-CN" sz="6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9" name="Group 21"/>
          <p:cNvGrpSpPr/>
          <p:nvPr/>
        </p:nvGrpSpPr>
        <p:grpSpPr>
          <a:xfrm>
            <a:off x="2682202" y="3494459"/>
            <a:ext cx="1695357" cy="930188"/>
            <a:chOff x="787791" y="5598942"/>
            <a:chExt cx="2260209" cy="1240035"/>
          </a:xfrm>
        </p:grpSpPr>
        <p:sp>
          <p:nvSpPr>
            <p:cNvPr id="57" name="TextBox 22"/>
            <p:cNvSpPr txBox="1"/>
            <p:nvPr/>
          </p:nvSpPr>
          <p:spPr>
            <a:xfrm>
              <a:off x="1075395" y="5598942"/>
              <a:ext cx="1675765" cy="287259"/>
            </a:xfrm>
            <a:prstGeom prst="rect">
              <a:avLst/>
            </a:prstGeom>
            <a:noFill/>
          </p:spPr>
          <p:txBody>
            <a:bodyPr wrap="none" lIns="0" tIns="0" rIns="0" bIns="0" rtlCol="0">
              <a:spAutoFit/>
            </a:bodyPr>
            <a:lstStyle/>
            <a:p>
              <a:pPr algn="ctr"/>
              <a:r>
                <a:rPr lang="zh-CN" altLang="en-US" sz="14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请替换文字内容</a:t>
              </a:r>
              <a:endParaRPr lang="en-US" sz="14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8" name="Rectangle 23"/>
            <p:cNvSpPr/>
            <p:nvPr/>
          </p:nvSpPr>
          <p:spPr>
            <a:xfrm>
              <a:off x="787791" y="6100314"/>
              <a:ext cx="2260209" cy="738663"/>
            </a:xfrm>
            <a:prstGeom prst="rect">
              <a:avLst/>
            </a:prstGeom>
          </p:spPr>
          <p:txBody>
            <a:bodyPr wrap="square" lIns="0" tIns="0" rIns="0" bIns="0">
              <a:spAutoFit/>
            </a:bodyPr>
            <a:lstStyle/>
            <a:p>
              <a:pPr>
                <a:lnSpc>
                  <a:spcPct val="150000"/>
                </a:lnSpc>
              </a:pPr>
              <a:r>
                <a:rPr lang="zh-CN" altLang="en-US" sz="6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请替换文字内容，修改文字内容，也可以直接复制你的内容到此。请替换文字内容，修改文字内容，也可以直接复制你的内容到此。请替换文字内容，修改文字内容，也可以直接复制你的内容到此。</a:t>
              </a:r>
              <a:endParaRPr lang="en-GB" altLang="zh-CN" sz="6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20" name="Group 24"/>
          <p:cNvGrpSpPr/>
          <p:nvPr/>
        </p:nvGrpSpPr>
        <p:grpSpPr>
          <a:xfrm>
            <a:off x="4749545" y="3494459"/>
            <a:ext cx="1695357" cy="930188"/>
            <a:chOff x="787791" y="5598942"/>
            <a:chExt cx="2260209" cy="1240035"/>
          </a:xfrm>
        </p:grpSpPr>
        <p:sp>
          <p:nvSpPr>
            <p:cNvPr id="60" name="TextBox 25"/>
            <p:cNvSpPr txBox="1"/>
            <p:nvPr/>
          </p:nvSpPr>
          <p:spPr>
            <a:xfrm>
              <a:off x="1080014" y="5598942"/>
              <a:ext cx="1675765" cy="287259"/>
            </a:xfrm>
            <a:prstGeom prst="rect">
              <a:avLst/>
            </a:prstGeom>
            <a:noFill/>
          </p:spPr>
          <p:txBody>
            <a:bodyPr wrap="none" lIns="0" tIns="0" rIns="0" bIns="0" rtlCol="0">
              <a:spAutoFit/>
            </a:bodyPr>
            <a:lstStyle/>
            <a:p>
              <a:pPr algn="ctr"/>
              <a:r>
                <a:rPr lang="zh-CN" altLang="en-US" sz="14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请替换文字内容</a:t>
              </a:r>
              <a:endParaRPr lang="en-US" sz="14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61" name="Rectangle 26"/>
            <p:cNvSpPr/>
            <p:nvPr/>
          </p:nvSpPr>
          <p:spPr>
            <a:xfrm>
              <a:off x="787791" y="6100314"/>
              <a:ext cx="2260209" cy="738663"/>
            </a:xfrm>
            <a:prstGeom prst="rect">
              <a:avLst/>
            </a:prstGeom>
          </p:spPr>
          <p:txBody>
            <a:bodyPr wrap="square" lIns="0" tIns="0" rIns="0" bIns="0">
              <a:spAutoFit/>
            </a:bodyPr>
            <a:lstStyle/>
            <a:p>
              <a:pPr>
                <a:lnSpc>
                  <a:spcPct val="150000"/>
                </a:lnSpc>
              </a:pPr>
              <a:r>
                <a:rPr lang="zh-CN" altLang="en-US" sz="6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请替换文字内容，修改文字内容，也可以直接复制你的内容到此。请替换文字内容，修改文字内容，也可以直接复制你的内容到此。请替换文字内容，修改文字内容，也可以直接复制你的内容到此。</a:t>
              </a:r>
              <a:endParaRPr lang="en-GB" altLang="zh-CN" sz="6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21" name="Group 27"/>
          <p:cNvGrpSpPr/>
          <p:nvPr/>
        </p:nvGrpSpPr>
        <p:grpSpPr>
          <a:xfrm>
            <a:off x="6816886" y="3494456"/>
            <a:ext cx="1669082" cy="1068713"/>
            <a:chOff x="787791" y="5598942"/>
            <a:chExt cx="2225178" cy="1424702"/>
          </a:xfrm>
        </p:grpSpPr>
        <p:sp>
          <p:nvSpPr>
            <p:cNvPr id="63" name="TextBox 28"/>
            <p:cNvSpPr txBox="1"/>
            <p:nvPr/>
          </p:nvSpPr>
          <p:spPr>
            <a:xfrm>
              <a:off x="1049198" y="5598942"/>
              <a:ext cx="1702363" cy="291834"/>
            </a:xfrm>
            <a:prstGeom prst="rect">
              <a:avLst/>
            </a:prstGeom>
            <a:noFill/>
          </p:spPr>
          <p:txBody>
            <a:bodyPr wrap="none" lIns="0" tIns="0" rIns="0" bIns="0" rtlCol="0">
              <a:spAutoFit/>
            </a:bodyPr>
            <a:lstStyle/>
            <a:p>
              <a:pPr algn="ctr"/>
              <a:r>
                <a:rPr lang="zh-CN" altLang="en-US" sz="14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请替换文字内容</a:t>
              </a:r>
              <a:endParaRPr lang="en-US" sz="14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64" name="Rectangle 29"/>
            <p:cNvSpPr/>
            <p:nvPr/>
          </p:nvSpPr>
          <p:spPr>
            <a:xfrm>
              <a:off x="787791" y="6100315"/>
              <a:ext cx="2225178" cy="923329"/>
            </a:xfrm>
            <a:prstGeom prst="rect">
              <a:avLst/>
            </a:prstGeom>
          </p:spPr>
          <p:txBody>
            <a:bodyPr wrap="square" lIns="0" tIns="0" rIns="0" bIns="0">
              <a:spAutoFit/>
            </a:bodyPr>
            <a:lstStyle/>
            <a:p>
              <a:pPr>
                <a:lnSpc>
                  <a:spcPct val="150000"/>
                </a:lnSpc>
              </a:pPr>
              <a:r>
                <a:rPr lang="zh-CN" altLang="en-US" sz="6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请替换文字内容，修改文字内容，也可以直接复制你的内容到此。请替换文字内容，修改文字内容，也可以直接复制你的内容到此。请替换文字内容，修改文字内容，也可以直接复制你的内容到此。</a:t>
              </a:r>
              <a:endParaRPr lang="en-GB" altLang="zh-CN" sz="6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grpSp>
      <p:pic>
        <p:nvPicPr>
          <p:cNvPr id="22" name="图片 2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137905" y="61236"/>
            <a:ext cx="979629" cy="909108"/>
          </a:xfrm>
          <a:prstGeom prst="rect">
            <a:avLst/>
          </a:prstGeom>
        </p:spPr>
      </p:pic>
    </p:spTree>
    <p:extLst>
      <p:ext uri="{BB962C8B-B14F-4D97-AF65-F5344CB8AC3E}">
        <p14:creationId xmlns:p14="http://schemas.microsoft.com/office/powerpoint/2010/main" val="757543022"/>
      </p:ext>
    </p:extLst>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900" decel="100000" fill="hold"/>
                                        <p:tgtEl>
                                          <p:spTgt spid="5"/>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5"/>
                                        </p:tgtEl>
                                        <p:attrNameLst>
                                          <p:attrName>ppt_y</p:attrName>
                                        </p:attrNameLst>
                                      </p:cBhvr>
                                      <p:tavLst>
                                        <p:tav tm="0">
                                          <p:val>
                                            <p:strVal val="#ppt_y-.03"/>
                                          </p:val>
                                        </p:tav>
                                        <p:tav tm="100000">
                                          <p:val>
                                            <p:strVal val="#ppt_y"/>
                                          </p:val>
                                        </p:tav>
                                      </p:tavLst>
                                    </p:anim>
                                  </p:childTnLst>
                                </p:cTn>
                              </p:par>
                            </p:childTnLst>
                          </p:cTn>
                        </p:par>
                        <p:par>
                          <p:cTn id="11" fill="hold">
                            <p:stCondLst>
                              <p:cond delay="1000"/>
                            </p:stCondLst>
                            <p:childTnLst>
                              <p:par>
                                <p:cTn id="12" presetID="37"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900" decel="100000" fill="hold"/>
                                        <p:tgtEl>
                                          <p:spTgt spid="6"/>
                                        </p:tgtEl>
                                        <p:attrNameLst>
                                          <p:attrName>ppt_y</p:attrName>
                                        </p:attrNameLst>
                                      </p:cBhvr>
                                      <p:tavLst>
                                        <p:tav tm="0">
                                          <p:val>
                                            <p:strVal val="#ppt_y+1"/>
                                          </p:val>
                                        </p:tav>
                                        <p:tav tm="100000">
                                          <p:val>
                                            <p:strVal val="#ppt_y-.03"/>
                                          </p:val>
                                        </p:tav>
                                      </p:tavLst>
                                    </p:anim>
                                    <p:anim calcmode="lin" valueType="num">
                                      <p:cBhvr>
                                        <p:cTn id="17" dur="100" accel="100000" fill="hold">
                                          <p:stCondLst>
                                            <p:cond delay="900"/>
                                          </p:stCondLst>
                                        </p:cTn>
                                        <p:tgtEl>
                                          <p:spTgt spid="6"/>
                                        </p:tgtEl>
                                        <p:attrNameLst>
                                          <p:attrName>ppt_y</p:attrName>
                                        </p:attrNameLst>
                                      </p:cBhvr>
                                      <p:tavLst>
                                        <p:tav tm="0">
                                          <p:val>
                                            <p:strVal val="#ppt_y-.03"/>
                                          </p:val>
                                        </p:tav>
                                        <p:tav tm="100000">
                                          <p:val>
                                            <p:strVal val="#ppt_y"/>
                                          </p:val>
                                        </p:tav>
                                      </p:tavLst>
                                    </p:anim>
                                  </p:childTnLst>
                                </p:cTn>
                              </p:par>
                            </p:childTnLst>
                          </p:cTn>
                        </p:par>
                        <p:par>
                          <p:cTn id="18" fill="hold">
                            <p:stCondLst>
                              <p:cond delay="2000"/>
                            </p:stCondLst>
                            <p:childTnLst>
                              <p:par>
                                <p:cTn id="19" presetID="37" presetClass="entr" presetSubtype="0"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900" decel="100000" fill="hold"/>
                                        <p:tgtEl>
                                          <p:spTgt spid="7"/>
                                        </p:tgtEl>
                                        <p:attrNameLst>
                                          <p:attrName>ppt_y</p:attrName>
                                        </p:attrNameLst>
                                      </p:cBhvr>
                                      <p:tavLst>
                                        <p:tav tm="0">
                                          <p:val>
                                            <p:strVal val="#ppt_y+1"/>
                                          </p:val>
                                        </p:tav>
                                        <p:tav tm="100000">
                                          <p:val>
                                            <p:strVal val="#ppt_y-.03"/>
                                          </p:val>
                                        </p:tav>
                                      </p:tavLst>
                                    </p:anim>
                                    <p:anim calcmode="lin" valueType="num">
                                      <p:cBhvr>
                                        <p:cTn id="24" dur="100" accel="100000" fill="hold">
                                          <p:stCondLst>
                                            <p:cond delay="900"/>
                                          </p:stCondLst>
                                        </p:cTn>
                                        <p:tgtEl>
                                          <p:spTgt spid="7"/>
                                        </p:tgtEl>
                                        <p:attrNameLst>
                                          <p:attrName>ppt_y</p:attrName>
                                        </p:attrNameLst>
                                      </p:cBhvr>
                                      <p:tavLst>
                                        <p:tav tm="0">
                                          <p:val>
                                            <p:strVal val="#ppt_y-.03"/>
                                          </p:val>
                                        </p:tav>
                                        <p:tav tm="100000">
                                          <p:val>
                                            <p:strVal val="#ppt_y"/>
                                          </p:val>
                                        </p:tav>
                                      </p:tavLst>
                                    </p:anim>
                                  </p:childTnLst>
                                </p:cTn>
                              </p:par>
                            </p:childTnLst>
                          </p:cTn>
                        </p:par>
                        <p:par>
                          <p:cTn id="25" fill="hold">
                            <p:stCondLst>
                              <p:cond delay="3000"/>
                            </p:stCondLst>
                            <p:childTnLst>
                              <p:par>
                                <p:cTn id="26" presetID="37" presetClass="entr" presetSubtype="0" fill="hold" grpId="0" nodeType="after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900" decel="100000" fill="hold"/>
                                        <p:tgtEl>
                                          <p:spTgt spid="8"/>
                                        </p:tgtEl>
                                        <p:attrNameLst>
                                          <p:attrName>ppt_y</p:attrName>
                                        </p:attrNameLst>
                                      </p:cBhvr>
                                      <p:tavLst>
                                        <p:tav tm="0">
                                          <p:val>
                                            <p:strVal val="#ppt_y+1"/>
                                          </p:val>
                                        </p:tav>
                                        <p:tav tm="100000">
                                          <p:val>
                                            <p:strVal val="#ppt_y-.03"/>
                                          </p:val>
                                        </p:tav>
                                      </p:tavLst>
                                    </p:anim>
                                    <p:anim calcmode="lin" valueType="num">
                                      <p:cBhvr>
                                        <p:cTn id="31" dur="100" accel="100000" fill="hold">
                                          <p:stCondLst>
                                            <p:cond delay="900"/>
                                          </p:stCondLst>
                                        </p:cTn>
                                        <p:tgtEl>
                                          <p:spTgt spid="8"/>
                                        </p:tgtEl>
                                        <p:attrNameLst>
                                          <p:attrName>ppt_y</p:attrName>
                                        </p:attrNameLst>
                                      </p:cBhvr>
                                      <p:tavLst>
                                        <p:tav tm="0">
                                          <p:val>
                                            <p:strVal val="#ppt_y-.03"/>
                                          </p:val>
                                        </p:tav>
                                        <p:tav tm="100000">
                                          <p:val>
                                            <p:strVal val="#ppt_y"/>
                                          </p:val>
                                        </p:tav>
                                      </p:tavLst>
                                    </p:anim>
                                  </p:childTnLst>
                                </p:cTn>
                              </p:par>
                            </p:childTnLst>
                          </p:cTn>
                        </p:par>
                        <p:par>
                          <p:cTn id="32" fill="hold">
                            <p:stCondLst>
                              <p:cond delay="4000"/>
                            </p:stCondLst>
                            <p:childTnLst>
                              <p:par>
                                <p:cTn id="33" presetID="42" presetClass="entr" presetSubtype="0" fill="hold" nodeType="after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1000"/>
                                        <p:tgtEl>
                                          <p:spTgt spid="18"/>
                                        </p:tgtEl>
                                      </p:cBhvr>
                                    </p:animEffect>
                                    <p:anim calcmode="lin" valueType="num">
                                      <p:cBhvr>
                                        <p:cTn id="36" dur="1000" fill="hold"/>
                                        <p:tgtEl>
                                          <p:spTgt spid="18"/>
                                        </p:tgtEl>
                                        <p:attrNameLst>
                                          <p:attrName>ppt_x</p:attrName>
                                        </p:attrNameLst>
                                      </p:cBhvr>
                                      <p:tavLst>
                                        <p:tav tm="0">
                                          <p:val>
                                            <p:strVal val="#ppt_x"/>
                                          </p:val>
                                        </p:tav>
                                        <p:tav tm="100000">
                                          <p:val>
                                            <p:strVal val="#ppt_x"/>
                                          </p:val>
                                        </p:tav>
                                      </p:tavLst>
                                    </p:anim>
                                    <p:anim calcmode="lin" valueType="num">
                                      <p:cBhvr>
                                        <p:cTn id="37" dur="1000" fill="hold"/>
                                        <p:tgtEl>
                                          <p:spTgt spid="18"/>
                                        </p:tgtEl>
                                        <p:attrNameLst>
                                          <p:attrName>ppt_y</p:attrName>
                                        </p:attrNameLst>
                                      </p:cBhvr>
                                      <p:tavLst>
                                        <p:tav tm="0">
                                          <p:val>
                                            <p:strVal val="#ppt_y+.1"/>
                                          </p:val>
                                        </p:tav>
                                        <p:tav tm="100000">
                                          <p:val>
                                            <p:strVal val="#ppt_y"/>
                                          </p:val>
                                        </p:tav>
                                      </p:tavLst>
                                    </p:anim>
                                  </p:childTnLst>
                                </p:cTn>
                              </p:par>
                            </p:childTnLst>
                          </p:cTn>
                        </p:par>
                        <p:par>
                          <p:cTn id="38" fill="hold">
                            <p:stCondLst>
                              <p:cond delay="5000"/>
                            </p:stCondLst>
                            <p:childTnLst>
                              <p:par>
                                <p:cTn id="39" presetID="42" presetClass="entr" presetSubtype="0" fill="hold" nodeType="after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1000"/>
                                        <p:tgtEl>
                                          <p:spTgt spid="19"/>
                                        </p:tgtEl>
                                      </p:cBhvr>
                                    </p:animEffect>
                                    <p:anim calcmode="lin" valueType="num">
                                      <p:cBhvr>
                                        <p:cTn id="42" dur="1000" fill="hold"/>
                                        <p:tgtEl>
                                          <p:spTgt spid="19"/>
                                        </p:tgtEl>
                                        <p:attrNameLst>
                                          <p:attrName>ppt_x</p:attrName>
                                        </p:attrNameLst>
                                      </p:cBhvr>
                                      <p:tavLst>
                                        <p:tav tm="0">
                                          <p:val>
                                            <p:strVal val="#ppt_x"/>
                                          </p:val>
                                        </p:tav>
                                        <p:tav tm="100000">
                                          <p:val>
                                            <p:strVal val="#ppt_x"/>
                                          </p:val>
                                        </p:tav>
                                      </p:tavLst>
                                    </p:anim>
                                    <p:anim calcmode="lin" valueType="num">
                                      <p:cBhvr>
                                        <p:cTn id="43" dur="1000" fill="hold"/>
                                        <p:tgtEl>
                                          <p:spTgt spid="19"/>
                                        </p:tgtEl>
                                        <p:attrNameLst>
                                          <p:attrName>ppt_y</p:attrName>
                                        </p:attrNameLst>
                                      </p:cBhvr>
                                      <p:tavLst>
                                        <p:tav tm="0">
                                          <p:val>
                                            <p:strVal val="#ppt_y+.1"/>
                                          </p:val>
                                        </p:tav>
                                        <p:tav tm="100000">
                                          <p:val>
                                            <p:strVal val="#ppt_y"/>
                                          </p:val>
                                        </p:tav>
                                      </p:tavLst>
                                    </p:anim>
                                  </p:childTnLst>
                                </p:cTn>
                              </p:par>
                            </p:childTnLst>
                          </p:cTn>
                        </p:par>
                        <p:par>
                          <p:cTn id="44" fill="hold">
                            <p:stCondLst>
                              <p:cond delay="6000"/>
                            </p:stCondLst>
                            <p:childTnLst>
                              <p:par>
                                <p:cTn id="45" presetID="42" presetClass="entr" presetSubtype="0" fill="hold" nodeType="after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1000"/>
                                        <p:tgtEl>
                                          <p:spTgt spid="20"/>
                                        </p:tgtEl>
                                      </p:cBhvr>
                                    </p:animEffect>
                                    <p:anim calcmode="lin" valueType="num">
                                      <p:cBhvr>
                                        <p:cTn id="48" dur="1000" fill="hold"/>
                                        <p:tgtEl>
                                          <p:spTgt spid="20"/>
                                        </p:tgtEl>
                                        <p:attrNameLst>
                                          <p:attrName>ppt_x</p:attrName>
                                        </p:attrNameLst>
                                      </p:cBhvr>
                                      <p:tavLst>
                                        <p:tav tm="0">
                                          <p:val>
                                            <p:strVal val="#ppt_x"/>
                                          </p:val>
                                        </p:tav>
                                        <p:tav tm="100000">
                                          <p:val>
                                            <p:strVal val="#ppt_x"/>
                                          </p:val>
                                        </p:tav>
                                      </p:tavLst>
                                    </p:anim>
                                    <p:anim calcmode="lin" valueType="num">
                                      <p:cBhvr>
                                        <p:cTn id="49" dur="1000" fill="hold"/>
                                        <p:tgtEl>
                                          <p:spTgt spid="20"/>
                                        </p:tgtEl>
                                        <p:attrNameLst>
                                          <p:attrName>ppt_y</p:attrName>
                                        </p:attrNameLst>
                                      </p:cBhvr>
                                      <p:tavLst>
                                        <p:tav tm="0">
                                          <p:val>
                                            <p:strVal val="#ppt_y+.1"/>
                                          </p:val>
                                        </p:tav>
                                        <p:tav tm="100000">
                                          <p:val>
                                            <p:strVal val="#ppt_y"/>
                                          </p:val>
                                        </p:tav>
                                      </p:tavLst>
                                    </p:anim>
                                  </p:childTnLst>
                                </p:cTn>
                              </p:par>
                            </p:childTnLst>
                          </p:cTn>
                        </p:par>
                        <p:par>
                          <p:cTn id="50" fill="hold">
                            <p:stCondLst>
                              <p:cond delay="7000"/>
                            </p:stCondLst>
                            <p:childTnLst>
                              <p:par>
                                <p:cTn id="51" presetID="42" presetClass="entr" presetSubtype="0" fill="hold" nodeType="after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1000"/>
                                        <p:tgtEl>
                                          <p:spTgt spid="21"/>
                                        </p:tgtEl>
                                      </p:cBhvr>
                                    </p:animEffect>
                                    <p:anim calcmode="lin" valueType="num">
                                      <p:cBhvr>
                                        <p:cTn id="54" dur="1000" fill="hold"/>
                                        <p:tgtEl>
                                          <p:spTgt spid="21"/>
                                        </p:tgtEl>
                                        <p:attrNameLst>
                                          <p:attrName>ppt_x</p:attrName>
                                        </p:attrNameLst>
                                      </p:cBhvr>
                                      <p:tavLst>
                                        <p:tav tm="0">
                                          <p:val>
                                            <p:strVal val="#ppt_x"/>
                                          </p:val>
                                        </p:tav>
                                        <p:tav tm="100000">
                                          <p:val>
                                            <p:strVal val="#ppt_x"/>
                                          </p:val>
                                        </p:tav>
                                      </p:tavLst>
                                    </p:anim>
                                    <p:anim calcmode="lin" valueType="num">
                                      <p:cBhvr>
                                        <p:cTn id="55"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30"/>
                                        </p:tgtEl>
                                        <p:attrNameLst>
                                          <p:attrName>style.visibility</p:attrName>
                                        </p:attrNameLst>
                                      </p:cBhvr>
                                      <p:to>
                                        <p:strVal val="visible"/>
                                      </p:to>
                                    </p:set>
                                    <p:animEffect transition="in" filter="wipe(left)">
                                      <p:cBhvr>
                                        <p:cTn id="60" dur="500"/>
                                        <p:tgtEl>
                                          <p:spTgt spid="30"/>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31"/>
                                        </p:tgtEl>
                                        <p:attrNameLst>
                                          <p:attrName>style.visibility</p:attrName>
                                        </p:attrNameLst>
                                      </p:cBhvr>
                                      <p:to>
                                        <p:strVal val="visible"/>
                                      </p:to>
                                    </p:set>
                                    <p:animEffect transition="in" filter="wipe(left)">
                                      <p:cBhvr>
                                        <p:cTn id="65" dur="500"/>
                                        <p:tgtEl>
                                          <p:spTgt spid="31"/>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32"/>
                                        </p:tgtEl>
                                        <p:attrNameLst>
                                          <p:attrName>style.visibility</p:attrName>
                                        </p:attrNameLst>
                                      </p:cBhvr>
                                      <p:to>
                                        <p:strVal val="visible"/>
                                      </p:to>
                                    </p:set>
                                    <p:animEffect transition="in" filter="wipe(left)">
                                      <p:cBhvr>
                                        <p:cTn id="70" dur="500"/>
                                        <p:tgtEl>
                                          <p:spTgt spid="32"/>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33"/>
                                        </p:tgtEl>
                                        <p:attrNameLst>
                                          <p:attrName>style.visibility</p:attrName>
                                        </p:attrNameLst>
                                      </p:cBhvr>
                                      <p:to>
                                        <p:strVal val="visible"/>
                                      </p:to>
                                    </p:set>
                                    <p:animEffect transition="in" filter="wipe(left)">
                                      <p:cBhvr>
                                        <p:cTn id="75"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2" grpId="0" animBg="1"/>
      <p:bldP spid="31" grpId="0" animBg="1"/>
      <p:bldP spid="30" grpId="0" animBg="1"/>
      <p:bldP spid="5" grpId="0" animBg="1"/>
      <p:bldP spid="6" grpId="0" animBg="1"/>
      <p:bldP spid="7" grpId="0" animBg="1"/>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矩形 48">
            <a:extLst>
              <a:ext uri="{FF2B5EF4-FFF2-40B4-BE49-F238E27FC236}">
                <a16:creationId xmlns:a16="http://schemas.microsoft.com/office/drawing/2014/main" xmlns="" id="{78EEFE31-A1FA-417C-94C8-A628E957BFB2}"/>
              </a:ext>
            </a:extLst>
          </p:cNvPr>
          <p:cNvSpPr/>
          <p:nvPr/>
        </p:nvSpPr>
        <p:spPr>
          <a:xfrm rot="1057730">
            <a:off x="4491554" y="2715644"/>
            <a:ext cx="4839263" cy="1930647"/>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 name="Group 49"/>
          <p:cNvGrpSpPr/>
          <p:nvPr/>
        </p:nvGrpSpPr>
        <p:grpSpPr>
          <a:xfrm>
            <a:off x="3607611" y="1796124"/>
            <a:ext cx="928672" cy="1141611"/>
            <a:chOff x="3606801" y="1795463"/>
            <a:chExt cx="928688" cy="1141413"/>
          </a:xfrm>
        </p:grpSpPr>
        <p:sp>
          <p:nvSpPr>
            <p:cNvPr id="6152" name="Freeform 8"/>
            <p:cNvSpPr>
              <a:spLocks/>
            </p:cNvSpPr>
            <p:nvPr/>
          </p:nvSpPr>
          <p:spPr bwMode="auto">
            <a:xfrm>
              <a:off x="3606801" y="1795463"/>
              <a:ext cx="928688" cy="1141413"/>
            </a:xfrm>
            <a:custGeom>
              <a:avLst/>
              <a:gdLst/>
              <a:ahLst/>
              <a:cxnLst>
                <a:cxn ang="0">
                  <a:pos x="3" y="110"/>
                </a:cxn>
                <a:cxn ang="0">
                  <a:pos x="247" y="0"/>
                </a:cxn>
                <a:cxn ang="0">
                  <a:pos x="247" y="303"/>
                </a:cxn>
                <a:cxn ang="0">
                  <a:pos x="21" y="303"/>
                </a:cxn>
                <a:cxn ang="0">
                  <a:pos x="3" y="110"/>
                </a:cxn>
              </a:cxnLst>
              <a:rect l="0" t="0" r="r" b="b"/>
              <a:pathLst>
                <a:path w="247" h="303">
                  <a:moveTo>
                    <a:pt x="3" y="110"/>
                  </a:moveTo>
                  <a:cubicBezTo>
                    <a:pt x="103" y="89"/>
                    <a:pt x="184" y="52"/>
                    <a:pt x="247" y="0"/>
                  </a:cubicBezTo>
                  <a:cubicBezTo>
                    <a:pt x="247" y="303"/>
                    <a:pt x="247" y="303"/>
                    <a:pt x="247" y="303"/>
                  </a:cubicBezTo>
                  <a:cubicBezTo>
                    <a:pt x="21" y="303"/>
                    <a:pt x="21" y="303"/>
                    <a:pt x="21" y="303"/>
                  </a:cubicBezTo>
                  <a:cubicBezTo>
                    <a:pt x="5" y="245"/>
                    <a:pt x="0" y="180"/>
                    <a:pt x="3" y="110"/>
                  </a:cubicBezTo>
                  <a:close/>
                </a:path>
              </a:pathLst>
            </a:custGeom>
            <a:solidFill>
              <a:schemeClr val="accent1"/>
            </a:solidFill>
            <a:ln w="9525">
              <a:noFill/>
              <a:round/>
              <a:headEnd/>
              <a:tailEnd/>
            </a:ln>
          </p:spPr>
          <p:txBody>
            <a:bodyPr vert="horz" wrap="square" lIns="128562" tIns="64281" rIns="128562" bIns="64281" numCol="1" anchor="t" anchorCtr="0" compatLnSpc="1">
              <a:prstTxWarp prst="textNoShape">
                <a:avLst/>
              </a:prstTxWarp>
            </a:bodyPr>
            <a:lstStyle/>
            <a:p>
              <a:pPr>
                <a:lnSpc>
                  <a:spcPct val="120000"/>
                </a:lnSpc>
              </a:pPr>
              <a:endParaRPr lang="en-US"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Freeform 9"/>
            <p:cNvSpPr>
              <a:spLocks noEditPoints="1"/>
            </p:cNvSpPr>
            <p:nvPr/>
          </p:nvSpPr>
          <p:spPr bwMode="auto">
            <a:xfrm>
              <a:off x="3962400" y="2350968"/>
              <a:ext cx="275623" cy="307615"/>
            </a:xfrm>
            <a:custGeom>
              <a:avLst/>
              <a:gdLst/>
              <a:ahLst/>
              <a:cxnLst>
                <a:cxn ang="0">
                  <a:pos x="374" y="158"/>
                </a:cxn>
                <a:cxn ang="0">
                  <a:pos x="352" y="158"/>
                </a:cxn>
                <a:cxn ang="0">
                  <a:pos x="209" y="0"/>
                </a:cxn>
                <a:cxn ang="0">
                  <a:pos x="67" y="158"/>
                </a:cxn>
                <a:cxn ang="0">
                  <a:pos x="44" y="158"/>
                </a:cxn>
                <a:cxn ang="0">
                  <a:pos x="0" y="203"/>
                </a:cxn>
                <a:cxn ang="0">
                  <a:pos x="0" y="414"/>
                </a:cxn>
                <a:cxn ang="0">
                  <a:pos x="44" y="478"/>
                </a:cxn>
                <a:cxn ang="0">
                  <a:pos x="374" y="478"/>
                </a:cxn>
                <a:cxn ang="0">
                  <a:pos x="428" y="414"/>
                </a:cxn>
                <a:cxn ang="0">
                  <a:pos x="428" y="203"/>
                </a:cxn>
                <a:cxn ang="0">
                  <a:pos x="374" y="158"/>
                </a:cxn>
                <a:cxn ang="0">
                  <a:pos x="247" y="414"/>
                </a:cxn>
                <a:cxn ang="0">
                  <a:pos x="172" y="414"/>
                </a:cxn>
                <a:cxn ang="0">
                  <a:pos x="186" y="309"/>
                </a:cxn>
                <a:cxn ang="0">
                  <a:pos x="161" y="265"/>
                </a:cxn>
                <a:cxn ang="0">
                  <a:pos x="210" y="216"/>
                </a:cxn>
                <a:cxn ang="0">
                  <a:pos x="258" y="264"/>
                </a:cxn>
                <a:cxn ang="0">
                  <a:pos x="232" y="310"/>
                </a:cxn>
                <a:cxn ang="0">
                  <a:pos x="247" y="414"/>
                </a:cxn>
                <a:cxn ang="0">
                  <a:pos x="112" y="158"/>
                </a:cxn>
                <a:cxn ang="0">
                  <a:pos x="209" y="45"/>
                </a:cxn>
                <a:cxn ang="0">
                  <a:pos x="307" y="158"/>
                </a:cxn>
                <a:cxn ang="0">
                  <a:pos x="112" y="158"/>
                </a:cxn>
              </a:cxnLst>
              <a:rect l="0" t="0" r="r" b="b"/>
              <a:pathLst>
                <a:path w="428" h="478">
                  <a:moveTo>
                    <a:pt x="374" y="158"/>
                  </a:moveTo>
                  <a:cubicBezTo>
                    <a:pt x="352" y="158"/>
                    <a:pt x="352" y="158"/>
                    <a:pt x="352" y="158"/>
                  </a:cubicBezTo>
                  <a:cubicBezTo>
                    <a:pt x="352" y="58"/>
                    <a:pt x="292" y="0"/>
                    <a:pt x="209" y="0"/>
                  </a:cubicBezTo>
                  <a:cubicBezTo>
                    <a:pt x="127" y="0"/>
                    <a:pt x="67" y="58"/>
                    <a:pt x="67" y="158"/>
                  </a:cubicBezTo>
                  <a:cubicBezTo>
                    <a:pt x="44" y="158"/>
                    <a:pt x="44" y="158"/>
                    <a:pt x="44" y="158"/>
                  </a:cubicBezTo>
                  <a:cubicBezTo>
                    <a:pt x="11" y="158"/>
                    <a:pt x="0" y="170"/>
                    <a:pt x="0" y="203"/>
                  </a:cubicBezTo>
                  <a:cubicBezTo>
                    <a:pt x="0" y="414"/>
                    <a:pt x="0" y="414"/>
                    <a:pt x="0" y="414"/>
                  </a:cubicBezTo>
                  <a:cubicBezTo>
                    <a:pt x="0" y="447"/>
                    <a:pt x="11" y="478"/>
                    <a:pt x="44" y="478"/>
                  </a:cubicBezTo>
                  <a:cubicBezTo>
                    <a:pt x="374" y="478"/>
                    <a:pt x="374" y="478"/>
                    <a:pt x="374" y="478"/>
                  </a:cubicBezTo>
                  <a:cubicBezTo>
                    <a:pt x="407" y="478"/>
                    <a:pt x="428" y="447"/>
                    <a:pt x="428" y="414"/>
                  </a:cubicBezTo>
                  <a:cubicBezTo>
                    <a:pt x="428" y="203"/>
                    <a:pt x="428" y="203"/>
                    <a:pt x="428" y="203"/>
                  </a:cubicBezTo>
                  <a:cubicBezTo>
                    <a:pt x="428" y="170"/>
                    <a:pt x="407" y="158"/>
                    <a:pt x="374" y="158"/>
                  </a:cubicBezTo>
                  <a:moveTo>
                    <a:pt x="247" y="414"/>
                  </a:moveTo>
                  <a:cubicBezTo>
                    <a:pt x="172" y="414"/>
                    <a:pt x="172" y="414"/>
                    <a:pt x="172" y="414"/>
                  </a:cubicBezTo>
                  <a:cubicBezTo>
                    <a:pt x="186" y="309"/>
                    <a:pt x="186" y="309"/>
                    <a:pt x="186" y="309"/>
                  </a:cubicBezTo>
                  <a:cubicBezTo>
                    <a:pt x="171" y="301"/>
                    <a:pt x="161" y="283"/>
                    <a:pt x="161" y="265"/>
                  </a:cubicBezTo>
                  <a:cubicBezTo>
                    <a:pt x="161" y="238"/>
                    <a:pt x="183" y="216"/>
                    <a:pt x="210" y="216"/>
                  </a:cubicBezTo>
                  <a:cubicBezTo>
                    <a:pt x="236" y="216"/>
                    <a:pt x="258" y="237"/>
                    <a:pt x="258" y="264"/>
                  </a:cubicBezTo>
                  <a:cubicBezTo>
                    <a:pt x="258" y="282"/>
                    <a:pt x="248" y="302"/>
                    <a:pt x="232" y="310"/>
                  </a:cubicBezTo>
                  <a:lnTo>
                    <a:pt x="247" y="414"/>
                  </a:lnTo>
                  <a:close/>
                  <a:moveTo>
                    <a:pt x="112" y="158"/>
                  </a:moveTo>
                  <a:cubicBezTo>
                    <a:pt x="112" y="66"/>
                    <a:pt x="161" y="45"/>
                    <a:pt x="209" y="45"/>
                  </a:cubicBezTo>
                  <a:cubicBezTo>
                    <a:pt x="258" y="45"/>
                    <a:pt x="307" y="66"/>
                    <a:pt x="307" y="158"/>
                  </a:cubicBezTo>
                  <a:lnTo>
                    <a:pt x="112" y="158"/>
                  </a:lnTo>
                  <a:close/>
                </a:path>
              </a:pathLst>
            </a:custGeom>
            <a:solidFill>
              <a:srgbClr val="FFFFFF"/>
            </a:solidFill>
            <a:ln w="9525">
              <a:noFill/>
              <a:round/>
              <a:headEnd/>
              <a:tailEnd/>
            </a:ln>
          </p:spPr>
          <p:txBody>
            <a:bodyPr vert="horz" wrap="square" lIns="128562" tIns="64281" rIns="128562" bIns="64281" numCol="1" anchor="t" anchorCtr="0" compatLnSpc="1">
              <a:prstTxWarp prst="textNoShape">
                <a:avLst/>
              </a:prstTxWarp>
            </a:bodyPr>
            <a:lstStyle/>
            <a:p>
              <a:pPr>
                <a:lnSpc>
                  <a:spcPct val="120000"/>
                </a:lnSpc>
              </a:pPr>
              <a:endParaRPr lang="en-US"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3" name="Group 50"/>
          <p:cNvGrpSpPr/>
          <p:nvPr/>
        </p:nvGrpSpPr>
        <p:grpSpPr>
          <a:xfrm>
            <a:off x="4596607" y="1792946"/>
            <a:ext cx="927085" cy="1144788"/>
            <a:chOff x="4595813" y="1792288"/>
            <a:chExt cx="927100" cy="1144588"/>
          </a:xfrm>
        </p:grpSpPr>
        <p:sp>
          <p:nvSpPr>
            <p:cNvPr id="6153" name="Freeform 9"/>
            <p:cNvSpPr>
              <a:spLocks/>
            </p:cNvSpPr>
            <p:nvPr/>
          </p:nvSpPr>
          <p:spPr bwMode="auto">
            <a:xfrm>
              <a:off x="4595813" y="1792288"/>
              <a:ext cx="927100" cy="1144588"/>
            </a:xfrm>
            <a:custGeom>
              <a:avLst/>
              <a:gdLst/>
              <a:ahLst/>
              <a:cxnLst>
                <a:cxn ang="0">
                  <a:pos x="220" y="304"/>
                </a:cxn>
                <a:cxn ang="0">
                  <a:pos x="0" y="304"/>
                </a:cxn>
                <a:cxn ang="0">
                  <a:pos x="0" y="0"/>
                </a:cxn>
                <a:cxn ang="0">
                  <a:pos x="246" y="111"/>
                </a:cxn>
                <a:cxn ang="0">
                  <a:pos x="220" y="304"/>
                </a:cxn>
              </a:cxnLst>
              <a:rect l="0" t="0" r="r" b="b"/>
              <a:pathLst>
                <a:path w="246" h="304">
                  <a:moveTo>
                    <a:pt x="220" y="304"/>
                  </a:moveTo>
                  <a:cubicBezTo>
                    <a:pt x="0" y="304"/>
                    <a:pt x="0" y="304"/>
                    <a:pt x="0" y="304"/>
                  </a:cubicBezTo>
                  <a:cubicBezTo>
                    <a:pt x="0" y="0"/>
                    <a:pt x="0" y="0"/>
                    <a:pt x="0" y="0"/>
                  </a:cubicBezTo>
                  <a:cubicBezTo>
                    <a:pt x="76" y="56"/>
                    <a:pt x="158" y="93"/>
                    <a:pt x="246" y="111"/>
                  </a:cubicBezTo>
                  <a:cubicBezTo>
                    <a:pt x="243" y="183"/>
                    <a:pt x="235" y="247"/>
                    <a:pt x="220" y="304"/>
                  </a:cubicBezTo>
                  <a:close/>
                </a:path>
              </a:pathLst>
            </a:custGeom>
            <a:solidFill>
              <a:schemeClr val="accent2"/>
            </a:solidFill>
            <a:ln w="9525">
              <a:noFill/>
              <a:round/>
              <a:headEnd/>
              <a:tailEnd/>
            </a:ln>
          </p:spPr>
          <p:txBody>
            <a:bodyPr vert="horz" wrap="square" lIns="128562" tIns="64281" rIns="128562" bIns="64281" numCol="1" anchor="t" anchorCtr="0" compatLnSpc="1">
              <a:prstTxWarp prst="textNoShape">
                <a:avLst/>
              </a:prstTxWarp>
            </a:bodyPr>
            <a:lstStyle/>
            <a:p>
              <a:pPr>
                <a:lnSpc>
                  <a:spcPct val="120000"/>
                </a:lnSpc>
              </a:pPr>
              <a:endParaRPr lang="en-US"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Freeform 100"/>
            <p:cNvSpPr>
              <a:spLocks noEditPoints="1"/>
            </p:cNvSpPr>
            <p:nvPr/>
          </p:nvSpPr>
          <p:spPr bwMode="auto">
            <a:xfrm>
              <a:off x="4800600" y="2355899"/>
              <a:ext cx="323697" cy="310304"/>
            </a:xfrm>
            <a:custGeom>
              <a:avLst/>
              <a:gdLst/>
              <a:ahLst/>
              <a:cxnLst>
                <a:cxn ang="0">
                  <a:pos x="63" y="49"/>
                </a:cxn>
                <a:cxn ang="0">
                  <a:pos x="58" y="44"/>
                </a:cxn>
                <a:cxn ang="0">
                  <a:pos x="54" y="48"/>
                </a:cxn>
                <a:cxn ang="0">
                  <a:pos x="63" y="57"/>
                </a:cxn>
                <a:cxn ang="0">
                  <a:pos x="64" y="60"/>
                </a:cxn>
                <a:cxn ang="0">
                  <a:pos x="59" y="64"/>
                </a:cxn>
                <a:cxn ang="0">
                  <a:pos x="56" y="63"/>
                </a:cxn>
                <a:cxn ang="0">
                  <a:pos x="29" y="36"/>
                </a:cxn>
                <a:cxn ang="0">
                  <a:pos x="15" y="42"/>
                </a:cxn>
                <a:cxn ang="0">
                  <a:pos x="0" y="27"/>
                </a:cxn>
                <a:cxn ang="0">
                  <a:pos x="26" y="0"/>
                </a:cxn>
                <a:cxn ang="0">
                  <a:pos x="41" y="15"/>
                </a:cxn>
                <a:cxn ang="0">
                  <a:pos x="36" y="30"/>
                </a:cxn>
                <a:cxn ang="0">
                  <a:pos x="50" y="44"/>
                </a:cxn>
                <a:cxn ang="0">
                  <a:pos x="54" y="40"/>
                </a:cxn>
                <a:cxn ang="0">
                  <a:pos x="49" y="35"/>
                </a:cxn>
                <a:cxn ang="0">
                  <a:pos x="54" y="31"/>
                </a:cxn>
                <a:cxn ang="0">
                  <a:pos x="55" y="31"/>
                </a:cxn>
                <a:cxn ang="0">
                  <a:pos x="67" y="44"/>
                </a:cxn>
                <a:cxn ang="0">
                  <a:pos x="63" y="49"/>
                </a:cxn>
                <a:cxn ang="0">
                  <a:pos x="25" y="8"/>
                </a:cxn>
                <a:cxn ang="0">
                  <a:pos x="18" y="16"/>
                </a:cxn>
                <a:cxn ang="0">
                  <a:pos x="19" y="19"/>
                </a:cxn>
                <a:cxn ang="0">
                  <a:pos x="15" y="18"/>
                </a:cxn>
                <a:cxn ang="0">
                  <a:pos x="7" y="26"/>
                </a:cxn>
                <a:cxn ang="0">
                  <a:pos x="15" y="34"/>
                </a:cxn>
                <a:cxn ang="0">
                  <a:pos x="23" y="26"/>
                </a:cxn>
                <a:cxn ang="0">
                  <a:pos x="22" y="23"/>
                </a:cxn>
                <a:cxn ang="0">
                  <a:pos x="25" y="24"/>
                </a:cxn>
                <a:cxn ang="0">
                  <a:pos x="33" y="16"/>
                </a:cxn>
                <a:cxn ang="0">
                  <a:pos x="25" y="8"/>
                </a:cxn>
              </a:cxnLst>
              <a:rect l="0" t="0" r="r" b="b"/>
              <a:pathLst>
                <a:path w="67" h="64">
                  <a:moveTo>
                    <a:pt x="63" y="49"/>
                  </a:moveTo>
                  <a:cubicBezTo>
                    <a:pt x="62" y="49"/>
                    <a:pt x="58" y="45"/>
                    <a:pt x="58" y="44"/>
                  </a:cubicBezTo>
                  <a:cubicBezTo>
                    <a:pt x="54" y="48"/>
                    <a:pt x="54" y="48"/>
                    <a:pt x="54" y="48"/>
                  </a:cubicBezTo>
                  <a:cubicBezTo>
                    <a:pt x="63" y="57"/>
                    <a:pt x="63" y="57"/>
                    <a:pt x="63" y="57"/>
                  </a:cubicBezTo>
                  <a:cubicBezTo>
                    <a:pt x="63" y="58"/>
                    <a:pt x="64" y="59"/>
                    <a:pt x="64" y="60"/>
                  </a:cubicBezTo>
                  <a:cubicBezTo>
                    <a:pt x="64" y="62"/>
                    <a:pt x="61" y="64"/>
                    <a:pt x="59" y="64"/>
                  </a:cubicBezTo>
                  <a:cubicBezTo>
                    <a:pt x="58" y="64"/>
                    <a:pt x="57" y="64"/>
                    <a:pt x="56" y="63"/>
                  </a:cubicBezTo>
                  <a:cubicBezTo>
                    <a:pt x="29" y="36"/>
                    <a:pt x="29" y="36"/>
                    <a:pt x="29" y="36"/>
                  </a:cubicBezTo>
                  <a:cubicBezTo>
                    <a:pt x="25" y="39"/>
                    <a:pt x="20" y="42"/>
                    <a:pt x="15" y="42"/>
                  </a:cubicBezTo>
                  <a:cubicBezTo>
                    <a:pt x="6" y="42"/>
                    <a:pt x="0" y="36"/>
                    <a:pt x="0" y="27"/>
                  </a:cubicBezTo>
                  <a:cubicBezTo>
                    <a:pt x="0" y="14"/>
                    <a:pt x="13" y="0"/>
                    <a:pt x="26" y="0"/>
                  </a:cubicBezTo>
                  <a:cubicBezTo>
                    <a:pt x="35" y="0"/>
                    <a:pt x="41" y="6"/>
                    <a:pt x="41" y="15"/>
                  </a:cubicBezTo>
                  <a:cubicBezTo>
                    <a:pt x="41" y="21"/>
                    <a:pt x="39" y="26"/>
                    <a:pt x="36" y="30"/>
                  </a:cubicBezTo>
                  <a:cubicBezTo>
                    <a:pt x="50" y="44"/>
                    <a:pt x="50" y="44"/>
                    <a:pt x="50" y="44"/>
                  </a:cubicBezTo>
                  <a:cubicBezTo>
                    <a:pt x="54" y="40"/>
                    <a:pt x="54" y="40"/>
                    <a:pt x="54" y="40"/>
                  </a:cubicBezTo>
                  <a:cubicBezTo>
                    <a:pt x="53" y="39"/>
                    <a:pt x="49" y="36"/>
                    <a:pt x="49" y="35"/>
                  </a:cubicBezTo>
                  <a:cubicBezTo>
                    <a:pt x="49" y="34"/>
                    <a:pt x="53" y="31"/>
                    <a:pt x="54" y="31"/>
                  </a:cubicBezTo>
                  <a:cubicBezTo>
                    <a:pt x="54" y="31"/>
                    <a:pt x="54" y="31"/>
                    <a:pt x="55" y="31"/>
                  </a:cubicBezTo>
                  <a:cubicBezTo>
                    <a:pt x="56" y="32"/>
                    <a:pt x="67" y="43"/>
                    <a:pt x="67" y="44"/>
                  </a:cubicBezTo>
                  <a:cubicBezTo>
                    <a:pt x="67" y="45"/>
                    <a:pt x="64" y="49"/>
                    <a:pt x="63" y="49"/>
                  </a:cubicBezTo>
                  <a:close/>
                  <a:moveTo>
                    <a:pt x="25" y="8"/>
                  </a:moveTo>
                  <a:cubicBezTo>
                    <a:pt x="21" y="8"/>
                    <a:pt x="18" y="12"/>
                    <a:pt x="18" y="16"/>
                  </a:cubicBezTo>
                  <a:cubicBezTo>
                    <a:pt x="18" y="17"/>
                    <a:pt x="18" y="18"/>
                    <a:pt x="19" y="19"/>
                  </a:cubicBezTo>
                  <a:cubicBezTo>
                    <a:pt x="17" y="19"/>
                    <a:pt x="16" y="18"/>
                    <a:pt x="15" y="18"/>
                  </a:cubicBezTo>
                  <a:cubicBezTo>
                    <a:pt x="11" y="18"/>
                    <a:pt x="7" y="22"/>
                    <a:pt x="7" y="26"/>
                  </a:cubicBezTo>
                  <a:cubicBezTo>
                    <a:pt x="7" y="30"/>
                    <a:pt x="11" y="34"/>
                    <a:pt x="15" y="34"/>
                  </a:cubicBezTo>
                  <a:cubicBezTo>
                    <a:pt x="19" y="34"/>
                    <a:pt x="23" y="30"/>
                    <a:pt x="23" y="26"/>
                  </a:cubicBezTo>
                  <a:cubicBezTo>
                    <a:pt x="23" y="25"/>
                    <a:pt x="23" y="24"/>
                    <a:pt x="22" y="23"/>
                  </a:cubicBezTo>
                  <a:cubicBezTo>
                    <a:pt x="23" y="23"/>
                    <a:pt x="24" y="24"/>
                    <a:pt x="25" y="24"/>
                  </a:cubicBezTo>
                  <a:cubicBezTo>
                    <a:pt x="30" y="24"/>
                    <a:pt x="33" y="20"/>
                    <a:pt x="33" y="16"/>
                  </a:cubicBezTo>
                  <a:cubicBezTo>
                    <a:pt x="33" y="12"/>
                    <a:pt x="30" y="8"/>
                    <a:pt x="25" y="8"/>
                  </a:cubicBezTo>
                  <a:close/>
                </a:path>
              </a:pathLst>
            </a:custGeom>
            <a:solidFill>
              <a:schemeClr val="bg1"/>
            </a:solidFill>
            <a:ln w="9525">
              <a:noFill/>
              <a:round/>
              <a:headEnd/>
              <a:tailEnd/>
            </a:ln>
          </p:spPr>
          <p:txBody>
            <a:bodyPr vert="horz" wrap="square" lIns="128562" tIns="64281" rIns="128562" bIns="64281" numCol="1" anchor="t" anchorCtr="0" compatLnSpc="1">
              <a:prstTxWarp prst="textNoShape">
                <a:avLst/>
              </a:prstTxWarp>
            </a:bodyPr>
            <a:lstStyle/>
            <a:p>
              <a:pPr>
                <a:lnSpc>
                  <a:spcPct val="120000"/>
                </a:lnSpc>
              </a:pPr>
              <a:endParaRPr lang="en-US"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4" name="Group 51"/>
          <p:cNvGrpSpPr/>
          <p:nvPr/>
        </p:nvGrpSpPr>
        <p:grpSpPr>
          <a:xfrm>
            <a:off x="3704447" y="3001244"/>
            <a:ext cx="831836" cy="1024116"/>
            <a:chOff x="3703638" y="3000375"/>
            <a:chExt cx="831850" cy="1023938"/>
          </a:xfrm>
        </p:grpSpPr>
        <p:sp>
          <p:nvSpPr>
            <p:cNvPr id="6155" name="Freeform 11"/>
            <p:cNvSpPr>
              <a:spLocks/>
            </p:cNvSpPr>
            <p:nvPr/>
          </p:nvSpPr>
          <p:spPr bwMode="auto">
            <a:xfrm>
              <a:off x="3703638" y="3000375"/>
              <a:ext cx="831850" cy="1023938"/>
            </a:xfrm>
            <a:custGeom>
              <a:avLst/>
              <a:gdLst/>
              <a:ahLst/>
              <a:cxnLst>
                <a:cxn ang="0">
                  <a:pos x="221" y="0"/>
                </a:cxn>
                <a:cxn ang="0">
                  <a:pos x="221" y="272"/>
                </a:cxn>
                <a:cxn ang="0">
                  <a:pos x="0" y="0"/>
                </a:cxn>
                <a:cxn ang="0">
                  <a:pos x="221" y="0"/>
                </a:cxn>
              </a:cxnLst>
              <a:rect l="0" t="0" r="r" b="b"/>
              <a:pathLst>
                <a:path w="221" h="272">
                  <a:moveTo>
                    <a:pt x="221" y="0"/>
                  </a:moveTo>
                  <a:cubicBezTo>
                    <a:pt x="221" y="272"/>
                    <a:pt x="221" y="272"/>
                    <a:pt x="221" y="272"/>
                  </a:cubicBezTo>
                  <a:cubicBezTo>
                    <a:pt x="108" y="207"/>
                    <a:pt x="34" y="116"/>
                    <a:pt x="0" y="0"/>
                  </a:cubicBezTo>
                  <a:lnTo>
                    <a:pt x="221" y="0"/>
                  </a:lnTo>
                  <a:close/>
                </a:path>
              </a:pathLst>
            </a:custGeom>
            <a:solidFill>
              <a:schemeClr val="accent4"/>
            </a:solidFill>
            <a:ln w="9525">
              <a:noFill/>
              <a:round/>
              <a:headEnd/>
              <a:tailEnd/>
            </a:ln>
          </p:spPr>
          <p:txBody>
            <a:bodyPr vert="horz" wrap="square" lIns="128562" tIns="64281" rIns="128562" bIns="64281" numCol="1" anchor="t" anchorCtr="0" compatLnSpc="1">
              <a:prstTxWarp prst="textNoShape">
                <a:avLst/>
              </a:prstTxWarp>
            </a:bodyPr>
            <a:lstStyle/>
            <a:p>
              <a:pPr>
                <a:lnSpc>
                  <a:spcPct val="120000"/>
                </a:lnSpc>
              </a:pPr>
              <a:endParaRPr lang="en-US"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Freeform 131"/>
            <p:cNvSpPr>
              <a:spLocks/>
            </p:cNvSpPr>
            <p:nvPr/>
          </p:nvSpPr>
          <p:spPr bwMode="auto">
            <a:xfrm>
              <a:off x="4077352" y="3159042"/>
              <a:ext cx="321341" cy="326210"/>
            </a:xfrm>
            <a:custGeom>
              <a:avLst/>
              <a:gdLst/>
              <a:ahLst/>
              <a:cxnLst>
                <a:cxn ang="0">
                  <a:pos x="61" y="49"/>
                </a:cxn>
                <a:cxn ang="0">
                  <a:pos x="49" y="62"/>
                </a:cxn>
                <a:cxn ang="0">
                  <a:pos x="36" y="49"/>
                </a:cxn>
                <a:cxn ang="0">
                  <a:pos x="36" y="48"/>
                </a:cxn>
                <a:cxn ang="0">
                  <a:pos x="21" y="41"/>
                </a:cxn>
                <a:cxn ang="0">
                  <a:pos x="13" y="44"/>
                </a:cxn>
                <a:cxn ang="0">
                  <a:pos x="0" y="31"/>
                </a:cxn>
                <a:cxn ang="0">
                  <a:pos x="13" y="18"/>
                </a:cxn>
                <a:cxn ang="0">
                  <a:pos x="21" y="22"/>
                </a:cxn>
                <a:cxn ang="0">
                  <a:pos x="36" y="15"/>
                </a:cxn>
                <a:cxn ang="0">
                  <a:pos x="36" y="13"/>
                </a:cxn>
                <a:cxn ang="0">
                  <a:pos x="49" y="0"/>
                </a:cxn>
                <a:cxn ang="0">
                  <a:pos x="61" y="13"/>
                </a:cxn>
                <a:cxn ang="0">
                  <a:pos x="49" y="26"/>
                </a:cxn>
                <a:cxn ang="0">
                  <a:pos x="40" y="23"/>
                </a:cxn>
                <a:cxn ang="0">
                  <a:pos x="25" y="30"/>
                </a:cxn>
                <a:cxn ang="0">
                  <a:pos x="25" y="31"/>
                </a:cxn>
                <a:cxn ang="0">
                  <a:pos x="25" y="33"/>
                </a:cxn>
                <a:cxn ang="0">
                  <a:pos x="40" y="40"/>
                </a:cxn>
                <a:cxn ang="0">
                  <a:pos x="49" y="36"/>
                </a:cxn>
                <a:cxn ang="0">
                  <a:pos x="61" y="49"/>
                </a:cxn>
              </a:cxnLst>
              <a:rect l="0" t="0" r="r" b="b"/>
              <a:pathLst>
                <a:path w="61" h="62">
                  <a:moveTo>
                    <a:pt x="61" y="49"/>
                  </a:moveTo>
                  <a:cubicBezTo>
                    <a:pt x="61" y="56"/>
                    <a:pt x="56" y="62"/>
                    <a:pt x="49" y="62"/>
                  </a:cubicBezTo>
                  <a:cubicBezTo>
                    <a:pt x="41" y="62"/>
                    <a:pt x="36" y="56"/>
                    <a:pt x="36" y="49"/>
                  </a:cubicBezTo>
                  <a:cubicBezTo>
                    <a:pt x="36" y="49"/>
                    <a:pt x="36" y="48"/>
                    <a:pt x="36" y="48"/>
                  </a:cubicBezTo>
                  <a:cubicBezTo>
                    <a:pt x="21" y="41"/>
                    <a:pt x="21" y="41"/>
                    <a:pt x="21" y="41"/>
                  </a:cubicBezTo>
                  <a:cubicBezTo>
                    <a:pt x="19" y="43"/>
                    <a:pt x="16" y="44"/>
                    <a:pt x="13" y="44"/>
                  </a:cubicBezTo>
                  <a:cubicBezTo>
                    <a:pt x="6" y="44"/>
                    <a:pt x="0" y="38"/>
                    <a:pt x="0" y="31"/>
                  </a:cubicBezTo>
                  <a:cubicBezTo>
                    <a:pt x="0" y="24"/>
                    <a:pt x="6" y="18"/>
                    <a:pt x="13" y="18"/>
                  </a:cubicBezTo>
                  <a:cubicBezTo>
                    <a:pt x="16" y="18"/>
                    <a:pt x="19" y="20"/>
                    <a:pt x="21" y="22"/>
                  </a:cubicBezTo>
                  <a:cubicBezTo>
                    <a:pt x="36" y="15"/>
                    <a:pt x="36" y="15"/>
                    <a:pt x="36" y="15"/>
                  </a:cubicBezTo>
                  <a:cubicBezTo>
                    <a:pt x="36" y="14"/>
                    <a:pt x="36" y="14"/>
                    <a:pt x="36" y="13"/>
                  </a:cubicBezTo>
                  <a:cubicBezTo>
                    <a:pt x="36" y="6"/>
                    <a:pt x="41" y="0"/>
                    <a:pt x="49" y="0"/>
                  </a:cubicBezTo>
                  <a:cubicBezTo>
                    <a:pt x="56" y="0"/>
                    <a:pt x="61" y="6"/>
                    <a:pt x="61" y="13"/>
                  </a:cubicBezTo>
                  <a:cubicBezTo>
                    <a:pt x="61" y="20"/>
                    <a:pt x="56" y="26"/>
                    <a:pt x="49" y="26"/>
                  </a:cubicBezTo>
                  <a:cubicBezTo>
                    <a:pt x="45" y="26"/>
                    <a:pt x="42" y="25"/>
                    <a:pt x="40" y="23"/>
                  </a:cubicBezTo>
                  <a:cubicBezTo>
                    <a:pt x="25" y="30"/>
                    <a:pt x="25" y="30"/>
                    <a:pt x="25" y="30"/>
                  </a:cubicBezTo>
                  <a:cubicBezTo>
                    <a:pt x="25" y="30"/>
                    <a:pt x="25" y="31"/>
                    <a:pt x="25" y="31"/>
                  </a:cubicBezTo>
                  <a:cubicBezTo>
                    <a:pt x="25" y="32"/>
                    <a:pt x="25" y="32"/>
                    <a:pt x="25" y="33"/>
                  </a:cubicBezTo>
                  <a:cubicBezTo>
                    <a:pt x="40" y="40"/>
                    <a:pt x="40" y="40"/>
                    <a:pt x="40" y="40"/>
                  </a:cubicBezTo>
                  <a:cubicBezTo>
                    <a:pt x="42" y="38"/>
                    <a:pt x="45" y="36"/>
                    <a:pt x="49" y="36"/>
                  </a:cubicBezTo>
                  <a:cubicBezTo>
                    <a:pt x="56" y="36"/>
                    <a:pt x="61" y="42"/>
                    <a:pt x="61" y="49"/>
                  </a:cubicBezTo>
                  <a:close/>
                </a:path>
              </a:pathLst>
            </a:custGeom>
            <a:solidFill>
              <a:schemeClr val="bg1"/>
            </a:solidFill>
            <a:ln w="9525">
              <a:noFill/>
              <a:round/>
              <a:headEnd/>
              <a:tailEnd/>
            </a:ln>
          </p:spPr>
          <p:txBody>
            <a:bodyPr vert="horz" wrap="square" lIns="128562" tIns="64281" rIns="128562" bIns="64281" numCol="1" anchor="t" anchorCtr="0" compatLnSpc="1">
              <a:prstTxWarp prst="textNoShape">
                <a:avLst/>
              </a:prstTxWarp>
            </a:bodyPr>
            <a:lstStyle/>
            <a:p>
              <a:pPr>
                <a:lnSpc>
                  <a:spcPct val="120000"/>
                </a:lnSpc>
              </a:pPr>
              <a:endParaRPr lang="en-US"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5" name="Group 52"/>
          <p:cNvGrpSpPr/>
          <p:nvPr/>
        </p:nvGrpSpPr>
        <p:grpSpPr>
          <a:xfrm>
            <a:off x="4596606" y="3001243"/>
            <a:ext cx="814375" cy="1028879"/>
            <a:chOff x="4595813" y="3000375"/>
            <a:chExt cx="814388" cy="1028700"/>
          </a:xfrm>
        </p:grpSpPr>
        <p:sp>
          <p:nvSpPr>
            <p:cNvPr id="6154" name="Freeform 10"/>
            <p:cNvSpPr>
              <a:spLocks/>
            </p:cNvSpPr>
            <p:nvPr/>
          </p:nvSpPr>
          <p:spPr bwMode="auto">
            <a:xfrm>
              <a:off x="4595813" y="3000375"/>
              <a:ext cx="814388" cy="1028700"/>
            </a:xfrm>
            <a:custGeom>
              <a:avLst/>
              <a:gdLst/>
              <a:ahLst/>
              <a:cxnLst>
                <a:cxn ang="0">
                  <a:pos x="0" y="0"/>
                </a:cxn>
                <a:cxn ang="0">
                  <a:pos x="216" y="0"/>
                </a:cxn>
                <a:cxn ang="0">
                  <a:pos x="0" y="273"/>
                </a:cxn>
                <a:cxn ang="0">
                  <a:pos x="0" y="0"/>
                </a:cxn>
              </a:cxnLst>
              <a:rect l="0" t="0" r="r" b="b"/>
              <a:pathLst>
                <a:path w="216" h="273">
                  <a:moveTo>
                    <a:pt x="0" y="0"/>
                  </a:moveTo>
                  <a:cubicBezTo>
                    <a:pt x="216" y="0"/>
                    <a:pt x="216" y="0"/>
                    <a:pt x="216" y="0"/>
                  </a:cubicBezTo>
                  <a:cubicBezTo>
                    <a:pt x="178" y="134"/>
                    <a:pt x="106" y="225"/>
                    <a:pt x="0" y="273"/>
                  </a:cubicBezTo>
                  <a:lnTo>
                    <a:pt x="0" y="0"/>
                  </a:lnTo>
                  <a:close/>
                </a:path>
              </a:pathLst>
            </a:custGeom>
            <a:solidFill>
              <a:schemeClr val="accent3"/>
            </a:solidFill>
            <a:ln w="9525">
              <a:noFill/>
              <a:round/>
              <a:headEnd/>
              <a:tailEnd/>
            </a:ln>
          </p:spPr>
          <p:txBody>
            <a:bodyPr vert="horz" wrap="square" lIns="128562" tIns="64281" rIns="128562" bIns="64281" numCol="1" anchor="t" anchorCtr="0" compatLnSpc="1">
              <a:prstTxWarp prst="textNoShape">
                <a:avLst/>
              </a:prstTxWarp>
            </a:bodyPr>
            <a:lstStyle/>
            <a:p>
              <a:pPr>
                <a:lnSpc>
                  <a:spcPct val="120000"/>
                </a:lnSpc>
              </a:pPr>
              <a:endParaRPr lang="en-US"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62"/>
            <p:cNvSpPr>
              <a:spLocks noEditPoints="1"/>
            </p:cNvSpPr>
            <p:nvPr/>
          </p:nvSpPr>
          <p:spPr bwMode="auto">
            <a:xfrm>
              <a:off x="4737209" y="3175053"/>
              <a:ext cx="330417" cy="333059"/>
            </a:xfrm>
            <a:custGeom>
              <a:avLst/>
              <a:gdLst/>
              <a:ahLst/>
              <a:cxnLst>
                <a:cxn ang="0">
                  <a:pos x="58" y="33"/>
                </a:cxn>
                <a:cxn ang="0">
                  <a:pos x="57" y="34"/>
                </a:cxn>
                <a:cxn ang="0">
                  <a:pos x="50" y="35"/>
                </a:cxn>
                <a:cxn ang="0">
                  <a:pos x="49" y="39"/>
                </a:cxn>
                <a:cxn ang="0">
                  <a:pos x="53" y="44"/>
                </a:cxn>
                <a:cxn ang="0">
                  <a:pos x="53" y="45"/>
                </a:cxn>
                <a:cxn ang="0">
                  <a:pos x="53" y="46"/>
                </a:cxn>
                <a:cxn ang="0">
                  <a:pos x="45" y="53"/>
                </a:cxn>
                <a:cxn ang="0">
                  <a:pos x="44" y="52"/>
                </a:cxn>
                <a:cxn ang="0">
                  <a:pos x="39" y="48"/>
                </a:cxn>
                <a:cxn ang="0">
                  <a:pos x="36" y="50"/>
                </a:cxn>
                <a:cxn ang="0">
                  <a:pos x="34" y="57"/>
                </a:cxn>
                <a:cxn ang="0">
                  <a:pos x="33" y="58"/>
                </a:cxn>
                <a:cxn ang="0">
                  <a:pos x="25" y="58"/>
                </a:cxn>
                <a:cxn ang="0">
                  <a:pos x="23" y="57"/>
                </a:cxn>
                <a:cxn ang="0">
                  <a:pos x="22" y="50"/>
                </a:cxn>
                <a:cxn ang="0">
                  <a:pos x="19" y="48"/>
                </a:cxn>
                <a:cxn ang="0">
                  <a:pos x="14" y="52"/>
                </a:cxn>
                <a:cxn ang="0">
                  <a:pos x="13" y="53"/>
                </a:cxn>
                <a:cxn ang="0">
                  <a:pos x="12" y="52"/>
                </a:cxn>
                <a:cxn ang="0">
                  <a:pos x="5" y="46"/>
                </a:cxn>
                <a:cxn ang="0">
                  <a:pos x="5" y="45"/>
                </a:cxn>
                <a:cxn ang="0">
                  <a:pos x="5" y="44"/>
                </a:cxn>
                <a:cxn ang="0">
                  <a:pos x="9" y="39"/>
                </a:cxn>
                <a:cxn ang="0">
                  <a:pos x="8" y="35"/>
                </a:cxn>
                <a:cxn ang="0">
                  <a:pos x="1" y="34"/>
                </a:cxn>
                <a:cxn ang="0">
                  <a:pos x="0" y="33"/>
                </a:cxn>
                <a:cxn ang="0">
                  <a:pos x="0" y="24"/>
                </a:cxn>
                <a:cxn ang="0">
                  <a:pos x="1" y="23"/>
                </a:cxn>
                <a:cxn ang="0">
                  <a:pos x="8" y="22"/>
                </a:cxn>
                <a:cxn ang="0">
                  <a:pos x="9" y="18"/>
                </a:cxn>
                <a:cxn ang="0">
                  <a:pos x="5" y="13"/>
                </a:cxn>
                <a:cxn ang="0">
                  <a:pos x="5" y="12"/>
                </a:cxn>
                <a:cxn ang="0">
                  <a:pos x="5" y="11"/>
                </a:cxn>
                <a:cxn ang="0">
                  <a:pos x="13" y="5"/>
                </a:cxn>
                <a:cxn ang="0">
                  <a:pos x="14" y="5"/>
                </a:cxn>
                <a:cxn ang="0">
                  <a:pos x="19" y="9"/>
                </a:cxn>
                <a:cxn ang="0">
                  <a:pos x="22" y="8"/>
                </a:cxn>
                <a:cxn ang="0">
                  <a:pos x="23" y="1"/>
                </a:cxn>
                <a:cxn ang="0">
                  <a:pos x="25" y="0"/>
                </a:cxn>
                <a:cxn ang="0">
                  <a:pos x="33" y="0"/>
                </a:cxn>
                <a:cxn ang="0">
                  <a:pos x="34" y="1"/>
                </a:cxn>
                <a:cxn ang="0">
                  <a:pos x="36" y="8"/>
                </a:cxn>
                <a:cxn ang="0">
                  <a:pos x="39" y="9"/>
                </a:cxn>
                <a:cxn ang="0">
                  <a:pos x="44" y="5"/>
                </a:cxn>
                <a:cxn ang="0">
                  <a:pos x="45" y="5"/>
                </a:cxn>
                <a:cxn ang="0">
                  <a:pos x="46" y="5"/>
                </a:cxn>
                <a:cxn ang="0">
                  <a:pos x="52" y="12"/>
                </a:cxn>
                <a:cxn ang="0">
                  <a:pos x="53" y="12"/>
                </a:cxn>
                <a:cxn ang="0">
                  <a:pos x="52" y="13"/>
                </a:cxn>
                <a:cxn ang="0">
                  <a:pos x="48" y="18"/>
                </a:cxn>
                <a:cxn ang="0">
                  <a:pos x="50" y="22"/>
                </a:cxn>
                <a:cxn ang="0">
                  <a:pos x="57" y="23"/>
                </a:cxn>
                <a:cxn ang="0">
                  <a:pos x="58" y="25"/>
                </a:cxn>
                <a:cxn ang="0">
                  <a:pos x="58" y="33"/>
                </a:cxn>
                <a:cxn ang="0">
                  <a:pos x="29" y="19"/>
                </a:cxn>
                <a:cxn ang="0">
                  <a:pos x="19" y="29"/>
                </a:cxn>
                <a:cxn ang="0">
                  <a:pos x="29" y="38"/>
                </a:cxn>
                <a:cxn ang="0">
                  <a:pos x="39" y="29"/>
                </a:cxn>
                <a:cxn ang="0">
                  <a:pos x="29" y="19"/>
                </a:cxn>
              </a:cxnLst>
              <a:rect l="0" t="0" r="r" b="b"/>
              <a:pathLst>
                <a:path w="58" h="58">
                  <a:moveTo>
                    <a:pt x="58" y="33"/>
                  </a:moveTo>
                  <a:cubicBezTo>
                    <a:pt x="58" y="34"/>
                    <a:pt x="58" y="34"/>
                    <a:pt x="57" y="34"/>
                  </a:cubicBezTo>
                  <a:cubicBezTo>
                    <a:pt x="50" y="35"/>
                    <a:pt x="50" y="35"/>
                    <a:pt x="50" y="35"/>
                  </a:cubicBezTo>
                  <a:cubicBezTo>
                    <a:pt x="50" y="37"/>
                    <a:pt x="49" y="38"/>
                    <a:pt x="49" y="39"/>
                  </a:cubicBezTo>
                  <a:cubicBezTo>
                    <a:pt x="50" y="41"/>
                    <a:pt x="51" y="42"/>
                    <a:pt x="53" y="44"/>
                  </a:cubicBezTo>
                  <a:cubicBezTo>
                    <a:pt x="53" y="44"/>
                    <a:pt x="53" y="45"/>
                    <a:pt x="53" y="45"/>
                  </a:cubicBezTo>
                  <a:cubicBezTo>
                    <a:pt x="53" y="45"/>
                    <a:pt x="53" y="46"/>
                    <a:pt x="53" y="46"/>
                  </a:cubicBezTo>
                  <a:cubicBezTo>
                    <a:pt x="52" y="47"/>
                    <a:pt x="47" y="53"/>
                    <a:pt x="45" y="53"/>
                  </a:cubicBezTo>
                  <a:cubicBezTo>
                    <a:pt x="45" y="53"/>
                    <a:pt x="45" y="53"/>
                    <a:pt x="44" y="52"/>
                  </a:cubicBezTo>
                  <a:cubicBezTo>
                    <a:pt x="39" y="48"/>
                    <a:pt x="39" y="48"/>
                    <a:pt x="39" y="48"/>
                  </a:cubicBezTo>
                  <a:cubicBezTo>
                    <a:pt x="38" y="49"/>
                    <a:pt x="37" y="49"/>
                    <a:pt x="36" y="50"/>
                  </a:cubicBezTo>
                  <a:cubicBezTo>
                    <a:pt x="35" y="52"/>
                    <a:pt x="35" y="55"/>
                    <a:pt x="34" y="57"/>
                  </a:cubicBezTo>
                  <a:cubicBezTo>
                    <a:pt x="34" y="57"/>
                    <a:pt x="34" y="58"/>
                    <a:pt x="33" y="58"/>
                  </a:cubicBezTo>
                  <a:cubicBezTo>
                    <a:pt x="25" y="58"/>
                    <a:pt x="25" y="58"/>
                    <a:pt x="25" y="58"/>
                  </a:cubicBezTo>
                  <a:cubicBezTo>
                    <a:pt x="24" y="58"/>
                    <a:pt x="23" y="57"/>
                    <a:pt x="23" y="57"/>
                  </a:cubicBezTo>
                  <a:cubicBezTo>
                    <a:pt x="22" y="50"/>
                    <a:pt x="22" y="50"/>
                    <a:pt x="22" y="50"/>
                  </a:cubicBezTo>
                  <a:cubicBezTo>
                    <a:pt x="21" y="49"/>
                    <a:pt x="20" y="49"/>
                    <a:pt x="19" y="48"/>
                  </a:cubicBezTo>
                  <a:cubicBezTo>
                    <a:pt x="14" y="52"/>
                    <a:pt x="14" y="52"/>
                    <a:pt x="14" y="52"/>
                  </a:cubicBezTo>
                  <a:cubicBezTo>
                    <a:pt x="13" y="53"/>
                    <a:pt x="13" y="53"/>
                    <a:pt x="13" y="53"/>
                  </a:cubicBezTo>
                  <a:cubicBezTo>
                    <a:pt x="12" y="53"/>
                    <a:pt x="12" y="53"/>
                    <a:pt x="12" y="52"/>
                  </a:cubicBezTo>
                  <a:cubicBezTo>
                    <a:pt x="10" y="50"/>
                    <a:pt x="7" y="48"/>
                    <a:pt x="5" y="46"/>
                  </a:cubicBezTo>
                  <a:cubicBezTo>
                    <a:pt x="5" y="46"/>
                    <a:pt x="5" y="45"/>
                    <a:pt x="5" y="45"/>
                  </a:cubicBezTo>
                  <a:cubicBezTo>
                    <a:pt x="5" y="45"/>
                    <a:pt x="5" y="44"/>
                    <a:pt x="5" y="44"/>
                  </a:cubicBezTo>
                  <a:cubicBezTo>
                    <a:pt x="7" y="42"/>
                    <a:pt x="8" y="41"/>
                    <a:pt x="9" y="39"/>
                  </a:cubicBezTo>
                  <a:cubicBezTo>
                    <a:pt x="9" y="38"/>
                    <a:pt x="8" y="37"/>
                    <a:pt x="8" y="35"/>
                  </a:cubicBezTo>
                  <a:cubicBezTo>
                    <a:pt x="1" y="34"/>
                    <a:pt x="1" y="34"/>
                    <a:pt x="1" y="34"/>
                  </a:cubicBezTo>
                  <a:cubicBezTo>
                    <a:pt x="0" y="34"/>
                    <a:pt x="0" y="33"/>
                    <a:pt x="0" y="33"/>
                  </a:cubicBezTo>
                  <a:cubicBezTo>
                    <a:pt x="0" y="24"/>
                    <a:pt x="0" y="24"/>
                    <a:pt x="0" y="24"/>
                  </a:cubicBezTo>
                  <a:cubicBezTo>
                    <a:pt x="0" y="24"/>
                    <a:pt x="0" y="23"/>
                    <a:pt x="1" y="23"/>
                  </a:cubicBezTo>
                  <a:cubicBezTo>
                    <a:pt x="8" y="22"/>
                    <a:pt x="8" y="22"/>
                    <a:pt x="8" y="22"/>
                  </a:cubicBezTo>
                  <a:cubicBezTo>
                    <a:pt x="8" y="21"/>
                    <a:pt x="9" y="20"/>
                    <a:pt x="9" y="18"/>
                  </a:cubicBezTo>
                  <a:cubicBezTo>
                    <a:pt x="8" y="17"/>
                    <a:pt x="7" y="15"/>
                    <a:pt x="5" y="13"/>
                  </a:cubicBezTo>
                  <a:cubicBezTo>
                    <a:pt x="5" y="13"/>
                    <a:pt x="5" y="13"/>
                    <a:pt x="5" y="12"/>
                  </a:cubicBezTo>
                  <a:cubicBezTo>
                    <a:pt x="5" y="12"/>
                    <a:pt x="5" y="12"/>
                    <a:pt x="5" y="11"/>
                  </a:cubicBezTo>
                  <a:cubicBezTo>
                    <a:pt x="6" y="10"/>
                    <a:pt x="11" y="5"/>
                    <a:pt x="13" y="5"/>
                  </a:cubicBezTo>
                  <a:cubicBezTo>
                    <a:pt x="13" y="5"/>
                    <a:pt x="13" y="5"/>
                    <a:pt x="14" y="5"/>
                  </a:cubicBezTo>
                  <a:cubicBezTo>
                    <a:pt x="19" y="9"/>
                    <a:pt x="19" y="9"/>
                    <a:pt x="19" y="9"/>
                  </a:cubicBezTo>
                  <a:cubicBezTo>
                    <a:pt x="20" y="9"/>
                    <a:pt x="21" y="8"/>
                    <a:pt x="22" y="8"/>
                  </a:cubicBezTo>
                  <a:cubicBezTo>
                    <a:pt x="22" y="5"/>
                    <a:pt x="23" y="3"/>
                    <a:pt x="23" y="1"/>
                  </a:cubicBezTo>
                  <a:cubicBezTo>
                    <a:pt x="23" y="0"/>
                    <a:pt x="24" y="0"/>
                    <a:pt x="25" y="0"/>
                  </a:cubicBezTo>
                  <a:cubicBezTo>
                    <a:pt x="33" y="0"/>
                    <a:pt x="33" y="0"/>
                    <a:pt x="33" y="0"/>
                  </a:cubicBezTo>
                  <a:cubicBezTo>
                    <a:pt x="34" y="0"/>
                    <a:pt x="34" y="0"/>
                    <a:pt x="34" y="1"/>
                  </a:cubicBezTo>
                  <a:cubicBezTo>
                    <a:pt x="36" y="8"/>
                    <a:pt x="36" y="8"/>
                    <a:pt x="36" y="8"/>
                  </a:cubicBezTo>
                  <a:cubicBezTo>
                    <a:pt x="37" y="8"/>
                    <a:pt x="38" y="9"/>
                    <a:pt x="39" y="9"/>
                  </a:cubicBezTo>
                  <a:cubicBezTo>
                    <a:pt x="44" y="5"/>
                    <a:pt x="44" y="5"/>
                    <a:pt x="44" y="5"/>
                  </a:cubicBezTo>
                  <a:cubicBezTo>
                    <a:pt x="45" y="5"/>
                    <a:pt x="45" y="5"/>
                    <a:pt x="45" y="5"/>
                  </a:cubicBezTo>
                  <a:cubicBezTo>
                    <a:pt x="46" y="5"/>
                    <a:pt x="46" y="5"/>
                    <a:pt x="46" y="5"/>
                  </a:cubicBezTo>
                  <a:cubicBezTo>
                    <a:pt x="48" y="7"/>
                    <a:pt x="51" y="9"/>
                    <a:pt x="52" y="12"/>
                  </a:cubicBezTo>
                  <a:cubicBezTo>
                    <a:pt x="53" y="12"/>
                    <a:pt x="53" y="12"/>
                    <a:pt x="53" y="12"/>
                  </a:cubicBezTo>
                  <a:cubicBezTo>
                    <a:pt x="53" y="13"/>
                    <a:pt x="53" y="13"/>
                    <a:pt x="52" y="13"/>
                  </a:cubicBezTo>
                  <a:cubicBezTo>
                    <a:pt x="51" y="15"/>
                    <a:pt x="50" y="17"/>
                    <a:pt x="48" y="18"/>
                  </a:cubicBezTo>
                  <a:cubicBezTo>
                    <a:pt x="49" y="20"/>
                    <a:pt x="50" y="21"/>
                    <a:pt x="50" y="22"/>
                  </a:cubicBezTo>
                  <a:cubicBezTo>
                    <a:pt x="57" y="23"/>
                    <a:pt x="57" y="23"/>
                    <a:pt x="57" y="23"/>
                  </a:cubicBezTo>
                  <a:cubicBezTo>
                    <a:pt x="58" y="23"/>
                    <a:pt x="58" y="24"/>
                    <a:pt x="58" y="25"/>
                  </a:cubicBezTo>
                  <a:lnTo>
                    <a:pt x="58" y="33"/>
                  </a:lnTo>
                  <a:close/>
                  <a:moveTo>
                    <a:pt x="29" y="19"/>
                  </a:moveTo>
                  <a:cubicBezTo>
                    <a:pt x="24" y="19"/>
                    <a:pt x="19" y="23"/>
                    <a:pt x="19" y="29"/>
                  </a:cubicBezTo>
                  <a:cubicBezTo>
                    <a:pt x="19" y="34"/>
                    <a:pt x="24" y="38"/>
                    <a:pt x="29" y="38"/>
                  </a:cubicBezTo>
                  <a:cubicBezTo>
                    <a:pt x="34" y="38"/>
                    <a:pt x="39" y="34"/>
                    <a:pt x="39" y="29"/>
                  </a:cubicBezTo>
                  <a:cubicBezTo>
                    <a:pt x="39" y="23"/>
                    <a:pt x="34" y="19"/>
                    <a:pt x="29" y="19"/>
                  </a:cubicBezTo>
                  <a:close/>
                </a:path>
              </a:pathLst>
            </a:custGeom>
            <a:solidFill>
              <a:schemeClr val="bg1"/>
            </a:solidFill>
            <a:ln w="9525">
              <a:noFill/>
              <a:round/>
              <a:headEnd/>
              <a:tailEnd/>
            </a:ln>
          </p:spPr>
          <p:txBody>
            <a:bodyPr vert="horz" wrap="square" lIns="128562" tIns="64281" rIns="128562" bIns="64281" numCol="1" anchor="t" anchorCtr="0" compatLnSpc="1">
              <a:prstTxWarp prst="textNoShape">
                <a:avLst/>
              </a:prstTxWarp>
            </a:bodyPr>
            <a:lstStyle/>
            <a:p>
              <a:pPr>
                <a:lnSpc>
                  <a:spcPct val="120000"/>
                </a:lnSpc>
              </a:pPr>
              <a:endParaRPr lang="en-US"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6" name="Group 17"/>
          <p:cNvGrpSpPr/>
          <p:nvPr/>
        </p:nvGrpSpPr>
        <p:grpSpPr>
          <a:xfrm>
            <a:off x="1153147" y="1493147"/>
            <a:ext cx="1510477" cy="535047"/>
            <a:chOff x="844734" y="1945882"/>
            <a:chExt cx="2287091" cy="406796"/>
          </a:xfrm>
        </p:grpSpPr>
        <p:sp>
          <p:nvSpPr>
            <p:cNvPr id="26" name="Footer Text"/>
            <p:cNvSpPr txBox="1"/>
            <p:nvPr/>
          </p:nvSpPr>
          <p:spPr>
            <a:xfrm>
              <a:off x="844734" y="2099989"/>
              <a:ext cx="2287091" cy="252689"/>
            </a:xfrm>
            <a:prstGeom prst="rect">
              <a:avLst/>
            </a:prstGeom>
            <a:noFill/>
          </p:spPr>
          <p:txBody>
            <a:bodyPr wrap="square" lIns="0" tIns="0" rIns="0" bIns="0" rtlCol="0">
              <a:spAutoFit/>
            </a:bodyPr>
            <a:lstStyle/>
            <a:p>
              <a:pPr algn="r">
                <a:lnSpc>
                  <a:spcPct val="120000"/>
                </a:lnSpc>
              </a:pPr>
              <a:r>
                <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r>
                <a:rPr lang="zh-CN" altLang="en-US"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a:t>
              </a:r>
              <a:endParaRPr lang="en-US"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TextBox 26"/>
            <p:cNvSpPr txBox="1"/>
            <p:nvPr/>
          </p:nvSpPr>
          <p:spPr>
            <a:xfrm>
              <a:off x="1772782" y="1945882"/>
              <a:ext cx="1359043" cy="140383"/>
            </a:xfrm>
            <a:prstGeom prst="rect">
              <a:avLst/>
            </a:prstGeom>
            <a:noFill/>
          </p:spPr>
          <p:txBody>
            <a:bodyPr wrap="none" lIns="0" tIns="0" rIns="0" bIns="0" rtlCol="0" anchor="ctr">
              <a:spAutoFit/>
            </a:bodyPr>
            <a:lstStyle/>
            <a:p>
              <a:pPr algn="r">
                <a:lnSpc>
                  <a:spcPct val="120000"/>
                </a:lnSpc>
              </a:pPr>
              <a:r>
                <a:rPr lang="zh-CN" altLang="en-US"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US"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7" name="Group 32"/>
          <p:cNvGrpSpPr/>
          <p:nvPr/>
        </p:nvGrpSpPr>
        <p:grpSpPr>
          <a:xfrm>
            <a:off x="1266616" y="3529671"/>
            <a:ext cx="1510477" cy="545130"/>
            <a:chOff x="844734" y="1951756"/>
            <a:chExt cx="2287091" cy="379764"/>
          </a:xfrm>
        </p:grpSpPr>
        <p:sp>
          <p:nvSpPr>
            <p:cNvPr id="29" name="Footer Text"/>
            <p:cNvSpPr txBox="1"/>
            <p:nvPr/>
          </p:nvSpPr>
          <p:spPr>
            <a:xfrm>
              <a:off x="844734" y="2099986"/>
              <a:ext cx="2287091" cy="231534"/>
            </a:xfrm>
            <a:prstGeom prst="rect">
              <a:avLst/>
            </a:prstGeom>
            <a:noFill/>
          </p:spPr>
          <p:txBody>
            <a:bodyPr wrap="square" lIns="0" tIns="0" rIns="0" bIns="0" rtlCol="0">
              <a:spAutoFit/>
            </a:bodyPr>
            <a:lstStyle/>
            <a:p>
              <a:pPr algn="r">
                <a:lnSpc>
                  <a:spcPct val="120000"/>
                </a:lnSpc>
              </a:pPr>
              <a:r>
                <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r>
                <a:rPr lang="zh-CN" altLang="en-US"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a:t>
              </a:r>
              <a:endParaRPr lang="en-US"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TextBox 29"/>
            <p:cNvSpPr txBox="1"/>
            <p:nvPr/>
          </p:nvSpPr>
          <p:spPr>
            <a:xfrm>
              <a:off x="1772782" y="1951756"/>
              <a:ext cx="1359043" cy="128630"/>
            </a:xfrm>
            <a:prstGeom prst="rect">
              <a:avLst/>
            </a:prstGeom>
            <a:noFill/>
          </p:spPr>
          <p:txBody>
            <a:bodyPr wrap="none" lIns="0" tIns="0" rIns="0" bIns="0" rtlCol="0" anchor="ctr">
              <a:spAutoFit/>
            </a:bodyPr>
            <a:lstStyle/>
            <a:p>
              <a:pPr algn="r">
                <a:lnSpc>
                  <a:spcPct val="120000"/>
                </a:lnSpc>
              </a:pPr>
              <a:r>
                <a:rPr lang="zh-CN" altLang="en-US"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US"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8" name="Group 38"/>
          <p:cNvGrpSpPr/>
          <p:nvPr/>
        </p:nvGrpSpPr>
        <p:grpSpPr>
          <a:xfrm>
            <a:off x="6408281" y="1472456"/>
            <a:ext cx="1510477" cy="508605"/>
            <a:chOff x="844734" y="1923763"/>
            <a:chExt cx="2287091" cy="508517"/>
          </a:xfrm>
        </p:grpSpPr>
        <p:sp>
          <p:nvSpPr>
            <p:cNvPr id="32" name="Footer Text"/>
            <p:cNvSpPr txBox="1"/>
            <p:nvPr/>
          </p:nvSpPr>
          <p:spPr>
            <a:xfrm>
              <a:off x="844734" y="2099983"/>
              <a:ext cx="2287091" cy="332297"/>
            </a:xfrm>
            <a:prstGeom prst="rect">
              <a:avLst/>
            </a:prstGeom>
            <a:noFill/>
          </p:spPr>
          <p:txBody>
            <a:bodyPr wrap="square" lIns="0" tIns="0" rIns="0" bIns="0" rtlCol="0">
              <a:spAutoFit/>
            </a:bodyPr>
            <a:lstStyle/>
            <a:p>
              <a:pPr>
                <a:lnSpc>
                  <a:spcPct val="120000"/>
                </a:lnSpc>
              </a:pPr>
              <a:r>
                <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r>
                <a:rPr lang="zh-CN" altLang="en-US"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a:t>
              </a:r>
              <a:endParaRPr lang="en-US"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3" name="TextBox 32"/>
            <p:cNvSpPr txBox="1"/>
            <p:nvPr/>
          </p:nvSpPr>
          <p:spPr>
            <a:xfrm>
              <a:off x="844734" y="1923763"/>
              <a:ext cx="1359043" cy="184609"/>
            </a:xfrm>
            <a:prstGeom prst="rect">
              <a:avLst/>
            </a:prstGeom>
            <a:noFill/>
          </p:spPr>
          <p:txBody>
            <a:bodyPr wrap="none" lIns="0" tIns="0" rIns="0" bIns="0" rtlCol="0" anchor="ctr">
              <a:spAutoFit/>
            </a:bodyPr>
            <a:lstStyle/>
            <a:p>
              <a:pPr>
                <a:lnSpc>
                  <a:spcPct val="120000"/>
                </a:lnSpc>
              </a:pPr>
              <a:r>
                <a:rPr lang="zh-CN" altLang="en-US"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US"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9" name="Group 44"/>
          <p:cNvGrpSpPr/>
          <p:nvPr/>
        </p:nvGrpSpPr>
        <p:grpSpPr>
          <a:xfrm>
            <a:off x="6255884" y="3529681"/>
            <a:ext cx="1510477" cy="545126"/>
            <a:chOff x="844734" y="1951757"/>
            <a:chExt cx="2287091" cy="379760"/>
          </a:xfrm>
        </p:grpSpPr>
        <p:sp>
          <p:nvSpPr>
            <p:cNvPr id="35" name="Footer Text"/>
            <p:cNvSpPr txBox="1"/>
            <p:nvPr/>
          </p:nvSpPr>
          <p:spPr>
            <a:xfrm>
              <a:off x="844734" y="2099984"/>
              <a:ext cx="2287091" cy="231533"/>
            </a:xfrm>
            <a:prstGeom prst="rect">
              <a:avLst/>
            </a:prstGeom>
            <a:noFill/>
          </p:spPr>
          <p:txBody>
            <a:bodyPr wrap="square" lIns="0" tIns="0" rIns="0" bIns="0" rtlCol="0">
              <a:spAutoFit/>
            </a:bodyPr>
            <a:lstStyle/>
            <a:p>
              <a:pPr>
                <a:lnSpc>
                  <a:spcPct val="120000"/>
                </a:lnSpc>
              </a:pPr>
              <a:r>
                <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r>
                <a:rPr lang="zh-CN" altLang="en-US"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a:t>
              </a:r>
              <a:endParaRPr lang="en-US"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6" name="TextBox 35"/>
            <p:cNvSpPr txBox="1"/>
            <p:nvPr/>
          </p:nvSpPr>
          <p:spPr>
            <a:xfrm>
              <a:off x="844734" y="1951757"/>
              <a:ext cx="1359043" cy="128630"/>
            </a:xfrm>
            <a:prstGeom prst="rect">
              <a:avLst/>
            </a:prstGeom>
            <a:noFill/>
          </p:spPr>
          <p:txBody>
            <a:bodyPr wrap="none" lIns="0" tIns="0" rIns="0" bIns="0" rtlCol="0" anchor="ctr">
              <a:spAutoFit/>
            </a:bodyPr>
            <a:lstStyle/>
            <a:p>
              <a:pPr>
                <a:lnSpc>
                  <a:spcPct val="120000"/>
                </a:lnSpc>
              </a:pPr>
              <a:r>
                <a:rPr lang="zh-CN" altLang="en-US"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US"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0" name="Group 81"/>
          <p:cNvGrpSpPr/>
          <p:nvPr/>
        </p:nvGrpSpPr>
        <p:grpSpPr>
          <a:xfrm flipV="1">
            <a:off x="2919573" y="3689010"/>
            <a:ext cx="1118905" cy="219385"/>
            <a:chOff x="2712812" y="1457456"/>
            <a:chExt cx="1118923" cy="223062"/>
          </a:xfrm>
        </p:grpSpPr>
        <p:cxnSp>
          <p:nvCxnSpPr>
            <p:cNvPr id="38" name="Straight Connector 37"/>
            <p:cNvCxnSpPr/>
            <p:nvPr/>
          </p:nvCxnSpPr>
          <p:spPr>
            <a:xfrm flipH="1" flipV="1">
              <a:off x="3592681" y="1460250"/>
              <a:ext cx="239054" cy="220268"/>
            </a:xfrm>
            <a:prstGeom prst="line">
              <a:avLst/>
            </a:prstGeom>
            <a:ln w="19050" cap="rnd">
              <a:solidFill>
                <a:schemeClr val="accent4"/>
              </a:solidFill>
              <a:prstDash val="solid"/>
              <a:headEnd type="oval"/>
              <a:tailEnd type="ova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rot="10800000" flipV="1">
              <a:off x="2712812" y="1457456"/>
              <a:ext cx="879870" cy="1615"/>
            </a:xfrm>
            <a:prstGeom prst="line">
              <a:avLst/>
            </a:prstGeom>
            <a:ln w="19050" cap="rnd">
              <a:solidFill>
                <a:schemeClr val="accent4"/>
              </a:solidFill>
              <a:prstDash val="solid"/>
              <a:headEnd type="oval"/>
              <a:tailEnd type="oval"/>
            </a:ln>
          </p:spPr>
          <p:style>
            <a:lnRef idx="1">
              <a:schemeClr val="accent1"/>
            </a:lnRef>
            <a:fillRef idx="0">
              <a:schemeClr val="accent1"/>
            </a:fillRef>
            <a:effectRef idx="0">
              <a:schemeClr val="accent1"/>
            </a:effectRef>
            <a:fontRef idx="minor">
              <a:schemeClr val="tx1"/>
            </a:fontRef>
          </p:style>
        </p:cxnSp>
      </p:grpSp>
      <p:grpSp>
        <p:nvGrpSpPr>
          <p:cNvPr id="11" name="Group 81"/>
          <p:cNvGrpSpPr/>
          <p:nvPr/>
        </p:nvGrpSpPr>
        <p:grpSpPr>
          <a:xfrm flipH="1" flipV="1">
            <a:off x="5045571" y="3689804"/>
            <a:ext cx="1061298" cy="217797"/>
            <a:chOff x="2770419" y="1459071"/>
            <a:chExt cx="1061316" cy="221447"/>
          </a:xfrm>
        </p:grpSpPr>
        <p:cxnSp>
          <p:nvCxnSpPr>
            <p:cNvPr id="41" name="Straight Connector 40"/>
            <p:cNvCxnSpPr/>
            <p:nvPr/>
          </p:nvCxnSpPr>
          <p:spPr>
            <a:xfrm flipH="1" flipV="1">
              <a:off x="3592681" y="1460250"/>
              <a:ext cx="239054" cy="220268"/>
            </a:xfrm>
            <a:prstGeom prst="line">
              <a:avLst/>
            </a:prstGeom>
            <a:ln w="19050" cap="rnd">
              <a:solidFill>
                <a:schemeClr val="accent3"/>
              </a:solidFill>
              <a:prstDash val="solid"/>
              <a:headEnd type="oval"/>
              <a:tailEnd type="ova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H="1" flipV="1">
              <a:off x="2770419" y="1459071"/>
              <a:ext cx="822263" cy="2"/>
            </a:xfrm>
            <a:prstGeom prst="line">
              <a:avLst/>
            </a:prstGeom>
            <a:ln w="19050" cap="rnd">
              <a:solidFill>
                <a:schemeClr val="accent3"/>
              </a:solidFill>
              <a:prstDash val="solid"/>
              <a:headEnd type="oval"/>
              <a:tailEnd type="oval"/>
            </a:ln>
          </p:spPr>
          <p:style>
            <a:lnRef idx="1">
              <a:schemeClr val="accent1"/>
            </a:lnRef>
            <a:fillRef idx="0">
              <a:schemeClr val="accent1"/>
            </a:fillRef>
            <a:effectRef idx="0">
              <a:schemeClr val="accent1"/>
            </a:effectRef>
            <a:fontRef idx="minor">
              <a:schemeClr val="tx1"/>
            </a:fontRef>
          </p:style>
        </p:cxnSp>
      </p:grpSp>
      <p:grpSp>
        <p:nvGrpSpPr>
          <p:cNvPr id="12" name="Group 81"/>
          <p:cNvGrpSpPr/>
          <p:nvPr/>
        </p:nvGrpSpPr>
        <p:grpSpPr>
          <a:xfrm>
            <a:off x="2820223" y="1868401"/>
            <a:ext cx="1118905" cy="219385"/>
            <a:chOff x="2712812" y="1457456"/>
            <a:chExt cx="1118923" cy="223062"/>
          </a:xfrm>
        </p:grpSpPr>
        <p:cxnSp>
          <p:nvCxnSpPr>
            <p:cNvPr id="44" name="Straight Connector 43"/>
            <p:cNvCxnSpPr/>
            <p:nvPr/>
          </p:nvCxnSpPr>
          <p:spPr>
            <a:xfrm flipH="1" flipV="1">
              <a:off x="3592681" y="1460250"/>
              <a:ext cx="239054" cy="220268"/>
            </a:xfrm>
            <a:prstGeom prst="line">
              <a:avLst/>
            </a:prstGeom>
            <a:ln w="19050" cap="rnd">
              <a:solidFill>
                <a:schemeClr val="accent1"/>
              </a:solidFill>
              <a:prstDash val="solid"/>
              <a:headEnd type="oval"/>
              <a:tailEnd type="ova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rot="10800000" flipV="1">
              <a:off x="2712812" y="1457456"/>
              <a:ext cx="879870" cy="1615"/>
            </a:xfrm>
            <a:prstGeom prst="line">
              <a:avLst/>
            </a:prstGeom>
            <a:ln w="19050" cap="rnd">
              <a:solidFill>
                <a:schemeClr val="accent1"/>
              </a:solidFill>
              <a:prstDash val="solid"/>
              <a:headEnd type="oval"/>
              <a:tailEnd type="oval"/>
            </a:ln>
          </p:spPr>
          <p:style>
            <a:lnRef idx="1">
              <a:schemeClr val="accent1"/>
            </a:lnRef>
            <a:fillRef idx="0">
              <a:schemeClr val="accent1"/>
            </a:fillRef>
            <a:effectRef idx="0">
              <a:schemeClr val="accent1"/>
            </a:effectRef>
            <a:fontRef idx="minor">
              <a:schemeClr val="tx1"/>
            </a:fontRef>
          </p:style>
        </p:cxnSp>
      </p:grpSp>
      <p:grpSp>
        <p:nvGrpSpPr>
          <p:cNvPr id="13" name="Group 81"/>
          <p:cNvGrpSpPr/>
          <p:nvPr/>
        </p:nvGrpSpPr>
        <p:grpSpPr>
          <a:xfrm flipH="1">
            <a:off x="5204434" y="1869195"/>
            <a:ext cx="1061298" cy="217797"/>
            <a:chOff x="2770419" y="1459071"/>
            <a:chExt cx="1061316" cy="221447"/>
          </a:xfrm>
        </p:grpSpPr>
        <p:cxnSp>
          <p:nvCxnSpPr>
            <p:cNvPr id="47" name="Straight Connector 46"/>
            <p:cNvCxnSpPr/>
            <p:nvPr/>
          </p:nvCxnSpPr>
          <p:spPr>
            <a:xfrm flipH="1" flipV="1">
              <a:off x="3592681" y="1460250"/>
              <a:ext cx="239054" cy="220268"/>
            </a:xfrm>
            <a:prstGeom prst="line">
              <a:avLst/>
            </a:prstGeom>
            <a:ln w="19050" cap="rnd">
              <a:solidFill>
                <a:schemeClr val="accent2"/>
              </a:solidFill>
              <a:prstDash val="solid"/>
              <a:headEnd type="oval"/>
              <a:tailEnd type="ova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flipH="1" flipV="1">
              <a:off x="2770419" y="1459071"/>
              <a:ext cx="822263" cy="2"/>
            </a:xfrm>
            <a:prstGeom prst="line">
              <a:avLst/>
            </a:prstGeom>
            <a:ln w="19050" cap="rnd">
              <a:solidFill>
                <a:schemeClr val="accent2"/>
              </a:solidFill>
              <a:prstDash val="solid"/>
              <a:headEnd type="oval"/>
              <a:tailEnd type="oval"/>
            </a:ln>
          </p:spPr>
          <p:style>
            <a:lnRef idx="1">
              <a:schemeClr val="accent1"/>
            </a:lnRef>
            <a:fillRef idx="0">
              <a:schemeClr val="accent1"/>
            </a:fillRef>
            <a:effectRef idx="0">
              <a:schemeClr val="accent1"/>
            </a:effectRef>
            <a:fontRef idx="minor">
              <a:schemeClr val="tx1"/>
            </a:fontRef>
          </p:style>
        </p:cxnSp>
      </p:grpSp>
      <p:pic>
        <p:nvPicPr>
          <p:cNvPr id="40" name="图片 3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37905" y="61236"/>
            <a:ext cx="979629" cy="909108"/>
          </a:xfrm>
          <a:prstGeom prst="rect">
            <a:avLst/>
          </a:prstGeom>
        </p:spPr>
      </p:pic>
    </p:spTree>
    <p:extLst>
      <p:ext uri="{BB962C8B-B14F-4D97-AF65-F5344CB8AC3E}">
        <p14:creationId xmlns:p14="http://schemas.microsoft.com/office/powerpoint/2010/main" val="4107607568"/>
      </p:ext>
    </p:extLst>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22" presetClass="entr" presetSubtype="2" fill="hold" nodeType="after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right)">
                                      <p:cBhvr>
                                        <p:cTn id="13" dur="500"/>
                                        <p:tgtEl>
                                          <p:spTgt spid="12"/>
                                        </p:tgtEl>
                                      </p:cBhvr>
                                    </p:animEffect>
                                  </p:childTnLst>
                                </p:cTn>
                              </p:par>
                            </p:childTnLst>
                          </p:cTn>
                        </p:par>
                        <p:par>
                          <p:cTn id="14" fill="hold">
                            <p:stCondLst>
                              <p:cond delay="1000"/>
                            </p:stCondLst>
                            <p:childTnLst>
                              <p:par>
                                <p:cTn id="15" presetID="22" presetClass="entr" presetSubtype="2"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right)">
                                      <p:cBhvr>
                                        <p:cTn id="17" dur="500"/>
                                        <p:tgtEl>
                                          <p:spTgt spid="6"/>
                                        </p:tgtEl>
                                      </p:cBhvr>
                                    </p:animEffect>
                                  </p:childTnLst>
                                </p:cTn>
                              </p:par>
                            </p:childTnLst>
                          </p:cTn>
                        </p:par>
                        <p:par>
                          <p:cTn id="18" fill="hold">
                            <p:stCondLst>
                              <p:cond delay="1500"/>
                            </p:stCondLst>
                            <p:childTnLst>
                              <p:par>
                                <p:cTn id="19" presetID="53" presetClass="entr" presetSubtype="0" fill="hold" nodeType="after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p:cTn id="21" dur="500" fill="hold"/>
                                        <p:tgtEl>
                                          <p:spTgt spid="3"/>
                                        </p:tgtEl>
                                        <p:attrNameLst>
                                          <p:attrName>ppt_w</p:attrName>
                                        </p:attrNameLst>
                                      </p:cBhvr>
                                      <p:tavLst>
                                        <p:tav tm="0">
                                          <p:val>
                                            <p:fltVal val="0"/>
                                          </p:val>
                                        </p:tav>
                                        <p:tav tm="100000">
                                          <p:val>
                                            <p:strVal val="#ppt_w"/>
                                          </p:val>
                                        </p:tav>
                                      </p:tavLst>
                                    </p:anim>
                                    <p:anim calcmode="lin" valueType="num">
                                      <p:cBhvr>
                                        <p:cTn id="22" dur="500" fill="hold"/>
                                        <p:tgtEl>
                                          <p:spTgt spid="3"/>
                                        </p:tgtEl>
                                        <p:attrNameLst>
                                          <p:attrName>ppt_h</p:attrName>
                                        </p:attrNameLst>
                                      </p:cBhvr>
                                      <p:tavLst>
                                        <p:tav tm="0">
                                          <p:val>
                                            <p:fltVal val="0"/>
                                          </p:val>
                                        </p:tav>
                                        <p:tav tm="100000">
                                          <p:val>
                                            <p:strVal val="#ppt_h"/>
                                          </p:val>
                                        </p:tav>
                                      </p:tavLst>
                                    </p:anim>
                                    <p:animEffect transition="in" filter="fade">
                                      <p:cBhvr>
                                        <p:cTn id="23" dur="500"/>
                                        <p:tgtEl>
                                          <p:spTgt spid="3"/>
                                        </p:tgtEl>
                                      </p:cBhvr>
                                    </p:animEffect>
                                  </p:childTnLst>
                                </p:cTn>
                              </p:par>
                            </p:childTnLst>
                          </p:cTn>
                        </p:par>
                        <p:par>
                          <p:cTn id="24" fill="hold">
                            <p:stCondLst>
                              <p:cond delay="2000"/>
                            </p:stCondLst>
                            <p:childTnLst>
                              <p:par>
                                <p:cTn id="25" presetID="22" presetClass="entr" presetSubtype="8" fill="hold"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left)">
                                      <p:cBhvr>
                                        <p:cTn id="27" dur="500"/>
                                        <p:tgtEl>
                                          <p:spTgt spid="13"/>
                                        </p:tgtEl>
                                      </p:cBhvr>
                                    </p:animEffect>
                                  </p:childTnLst>
                                </p:cTn>
                              </p:par>
                            </p:childTnLst>
                          </p:cTn>
                        </p:par>
                        <p:par>
                          <p:cTn id="28" fill="hold">
                            <p:stCondLst>
                              <p:cond delay="2500"/>
                            </p:stCondLst>
                            <p:childTnLst>
                              <p:par>
                                <p:cTn id="29" presetID="22" presetClass="entr" presetSubtype="8" fill="hold" nodeType="after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left)">
                                      <p:cBhvr>
                                        <p:cTn id="31" dur="500"/>
                                        <p:tgtEl>
                                          <p:spTgt spid="8"/>
                                        </p:tgtEl>
                                      </p:cBhvr>
                                    </p:animEffect>
                                  </p:childTnLst>
                                </p:cTn>
                              </p:par>
                            </p:childTnLst>
                          </p:cTn>
                        </p:par>
                        <p:par>
                          <p:cTn id="32" fill="hold">
                            <p:stCondLst>
                              <p:cond delay="3000"/>
                            </p:stCondLst>
                            <p:childTnLst>
                              <p:par>
                                <p:cTn id="33" presetID="53" presetClass="entr" presetSubtype="0" fill="hold" nodeType="afterEffect">
                                  <p:stCondLst>
                                    <p:cond delay="0"/>
                                  </p:stCondLst>
                                  <p:childTnLst>
                                    <p:set>
                                      <p:cBhvr>
                                        <p:cTn id="34" dur="1" fill="hold">
                                          <p:stCondLst>
                                            <p:cond delay="0"/>
                                          </p:stCondLst>
                                        </p:cTn>
                                        <p:tgtEl>
                                          <p:spTgt spid="4"/>
                                        </p:tgtEl>
                                        <p:attrNameLst>
                                          <p:attrName>style.visibility</p:attrName>
                                        </p:attrNameLst>
                                      </p:cBhvr>
                                      <p:to>
                                        <p:strVal val="visible"/>
                                      </p:to>
                                    </p:set>
                                    <p:anim calcmode="lin" valueType="num">
                                      <p:cBhvr>
                                        <p:cTn id="35" dur="500" fill="hold"/>
                                        <p:tgtEl>
                                          <p:spTgt spid="4"/>
                                        </p:tgtEl>
                                        <p:attrNameLst>
                                          <p:attrName>ppt_w</p:attrName>
                                        </p:attrNameLst>
                                      </p:cBhvr>
                                      <p:tavLst>
                                        <p:tav tm="0">
                                          <p:val>
                                            <p:fltVal val="0"/>
                                          </p:val>
                                        </p:tav>
                                        <p:tav tm="100000">
                                          <p:val>
                                            <p:strVal val="#ppt_w"/>
                                          </p:val>
                                        </p:tav>
                                      </p:tavLst>
                                    </p:anim>
                                    <p:anim calcmode="lin" valueType="num">
                                      <p:cBhvr>
                                        <p:cTn id="36" dur="500" fill="hold"/>
                                        <p:tgtEl>
                                          <p:spTgt spid="4"/>
                                        </p:tgtEl>
                                        <p:attrNameLst>
                                          <p:attrName>ppt_h</p:attrName>
                                        </p:attrNameLst>
                                      </p:cBhvr>
                                      <p:tavLst>
                                        <p:tav tm="0">
                                          <p:val>
                                            <p:fltVal val="0"/>
                                          </p:val>
                                        </p:tav>
                                        <p:tav tm="100000">
                                          <p:val>
                                            <p:strVal val="#ppt_h"/>
                                          </p:val>
                                        </p:tav>
                                      </p:tavLst>
                                    </p:anim>
                                    <p:animEffect transition="in" filter="fade">
                                      <p:cBhvr>
                                        <p:cTn id="37" dur="500"/>
                                        <p:tgtEl>
                                          <p:spTgt spid="4"/>
                                        </p:tgtEl>
                                      </p:cBhvr>
                                    </p:animEffect>
                                  </p:childTnLst>
                                </p:cTn>
                              </p:par>
                            </p:childTnLst>
                          </p:cTn>
                        </p:par>
                        <p:par>
                          <p:cTn id="38" fill="hold">
                            <p:stCondLst>
                              <p:cond delay="3500"/>
                            </p:stCondLst>
                            <p:childTnLst>
                              <p:par>
                                <p:cTn id="39" presetID="22" presetClass="entr" presetSubtype="2" fill="hold"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right)">
                                      <p:cBhvr>
                                        <p:cTn id="41" dur="500"/>
                                        <p:tgtEl>
                                          <p:spTgt spid="10"/>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wipe(right)">
                                      <p:cBhvr>
                                        <p:cTn id="45" dur="500"/>
                                        <p:tgtEl>
                                          <p:spTgt spid="7"/>
                                        </p:tgtEl>
                                      </p:cBhvr>
                                    </p:animEffect>
                                  </p:childTnLst>
                                </p:cTn>
                              </p:par>
                            </p:childTnLst>
                          </p:cTn>
                        </p:par>
                        <p:par>
                          <p:cTn id="46" fill="hold">
                            <p:stCondLst>
                              <p:cond delay="4500"/>
                            </p:stCondLst>
                            <p:childTnLst>
                              <p:par>
                                <p:cTn id="47" presetID="53" presetClass="entr" presetSubtype="0" fill="hold" nodeType="afterEffect">
                                  <p:stCondLst>
                                    <p:cond delay="0"/>
                                  </p:stCondLst>
                                  <p:childTnLst>
                                    <p:set>
                                      <p:cBhvr>
                                        <p:cTn id="48" dur="1" fill="hold">
                                          <p:stCondLst>
                                            <p:cond delay="0"/>
                                          </p:stCondLst>
                                        </p:cTn>
                                        <p:tgtEl>
                                          <p:spTgt spid="5"/>
                                        </p:tgtEl>
                                        <p:attrNameLst>
                                          <p:attrName>style.visibility</p:attrName>
                                        </p:attrNameLst>
                                      </p:cBhvr>
                                      <p:to>
                                        <p:strVal val="visible"/>
                                      </p:to>
                                    </p:set>
                                    <p:anim calcmode="lin" valueType="num">
                                      <p:cBhvr>
                                        <p:cTn id="49" dur="500" fill="hold"/>
                                        <p:tgtEl>
                                          <p:spTgt spid="5"/>
                                        </p:tgtEl>
                                        <p:attrNameLst>
                                          <p:attrName>ppt_w</p:attrName>
                                        </p:attrNameLst>
                                      </p:cBhvr>
                                      <p:tavLst>
                                        <p:tav tm="0">
                                          <p:val>
                                            <p:fltVal val="0"/>
                                          </p:val>
                                        </p:tav>
                                        <p:tav tm="100000">
                                          <p:val>
                                            <p:strVal val="#ppt_w"/>
                                          </p:val>
                                        </p:tav>
                                      </p:tavLst>
                                    </p:anim>
                                    <p:anim calcmode="lin" valueType="num">
                                      <p:cBhvr>
                                        <p:cTn id="50" dur="500" fill="hold"/>
                                        <p:tgtEl>
                                          <p:spTgt spid="5"/>
                                        </p:tgtEl>
                                        <p:attrNameLst>
                                          <p:attrName>ppt_h</p:attrName>
                                        </p:attrNameLst>
                                      </p:cBhvr>
                                      <p:tavLst>
                                        <p:tav tm="0">
                                          <p:val>
                                            <p:fltVal val="0"/>
                                          </p:val>
                                        </p:tav>
                                        <p:tav tm="100000">
                                          <p:val>
                                            <p:strVal val="#ppt_h"/>
                                          </p:val>
                                        </p:tav>
                                      </p:tavLst>
                                    </p:anim>
                                    <p:animEffect transition="in" filter="fade">
                                      <p:cBhvr>
                                        <p:cTn id="51" dur="500"/>
                                        <p:tgtEl>
                                          <p:spTgt spid="5"/>
                                        </p:tgtEl>
                                      </p:cBhvr>
                                    </p:animEffect>
                                  </p:childTnLst>
                                </p:cTn>
                              </p:par>
                            </p:childTnLst>
                          </p:cTn>
                        </p:par>
                        <p:par>
                          <p:cTn id="52" fill="hold">
                            <p:stCondLst>
                              <p:cond delay="5000"/>
                            </p:stCondLst>
                            <p:childTnLst>
                              <p:par>
                                <p:cTn id="53" presetID="22" presetClass="entr" presetSubtype="8" fill="hold" nodeType="after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wipe(left)">
                                      <p:cBhvr>
                                        <p:cTn id="55" dur="500"/>
                                        <p:tgtEl>
                                          <p:spTgt spid="11"/>
                                        </p:tgtEl>
                                      </p:cBhvr>
                                    </p:animEffect>
                                  </p:childTnLst>
                                </p:cTn>
                              </p:par>
                            </p:childTnLst>
                          </p:cTn>
                        </p:par>
                        <p:par>
                          <p:cTn id="56" fill="hold">
                            <p:stCondLst>
                              <p:cond delay="5500"/>
                            </p:stCondLst>
                            <p:childTnLst>
                              <p:par>
                                <p:cTn id="57" presetID="22" presetClass="entr" presetSubtype="8" fill="hold" nodeType="afterEffect">
                                  <p:stCondLst>
                                    <p:cond delay="0"/>
                                  </p:stCondLst>
                                  <p:childTnLst>
                                    <p:set>
                                      <p:cBhvr>
                                        <p:cTn id="58" dur="1" fill="hold">
                                          <p:stCondLst>
                                            <p:cond delay="0"/>
                                          </p:stCondLst>
                                        </p:cTn>
                                        <p:tgtEl>
                                          <p:spTgt spid="9"/>
                                        </p:tgtEl>
                                        <p:attrNameLst>
                                          <p:attrName>style.visibility</p:attrName>
                                        </p:attrNameLst>
                                      </p:cBhvr>
                                      <p:to>
                                        <p:strVal val="visible"/>
                                      </p:to>
                                    </p:set>
                                    <p:animEffect transition="in" filter="wipe(left)">
                                      <p:cBhvr>
                                        <p:cTn id="59" dur="500"/>
                                        <p:tgtEl>
                                          <p:spTgt spid="9"/>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49"/>
                                        </p:tgtEl>
                                        <p:attrNameLst>
                                          <p:attrName>style.visibility</p:attrName>
                                        </p:attrNameLst>
                                      </p:cBhvr>
                                      <p:to>
                                        <p:strVal val="visible"/>
                                      </p:to>
                                    </p:set>
                                    <p:animEffect transition="in" filter="wipe(left)">
                                      <p:cBhvr>
                                        <p:cTn id="64"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xmlns="" id="{B41E3B1B-C5D4-42EC-9A72-C4E188A6DD8E}"/>
              </a:ext>
            </a:extLst>
          </p:cNvPr>
          <p:cNvSpPr txBox="1"/>
          <p:nvPr/>
        </p:nvSpPr>
        <p:spPr>
          <a:xfrm>
            <a:off x="3527802" y="1936666"/>
            <a:ext cx="3493264" cy="707886"/>
          </a:xfrm>
          <a:prstGeom prst="rect">
            <a:avLst/>
          </a:prstGeom>
          <a:noFill/>
        </p:spPr>
        <p:txBody>
          <a:bodyPr wrap="none" rtlCol="0">
            <a:spAutoFit/>
          </a:bodyPr>
          <a:lstStyle/>
          <a:p>
            <a:r>
              <a:rPr lang="zh-CN" altLang="en-US" sz="4000" b="1" spc="300" dirty="0">
                <a:solidFill>
                  <a:schemeClr val="accent1"/>
                </a:solidFill>
                <a:latin typeface="微软雅黑" panose="020B0503020204020204" pitchFamily="34" charset="-122"/>
                <a:ea typeface="微软雅黑" panose="020B0503020204020204" pitchFamily="34" charset="-122"/>
              </a:rPr>
              <a:t>后续目标计划</a:t>
            </a:r>
          </a:p>
        </p:txBody>
      </p:sp>
      <p:grpSp>
        <p:nvGrpSpPr>
          <p:cNvPr id="4" name="组合 3"/>
          <p:cNvGrpSpPr/>
          <p:nvPr/>
        </p:nvGrpSpPr>
        <p:grpSpPr>
          <a:xfrm>
            <a:off x="1404442" y="1852083"/>
            <a:ext cx="3991621" cy="2016605"/>
            <a:chOff x="1548458" y="1735524"/>
            <a:chExt cx="3991621" cy="2016605"/>
          </a:xfrm>
        </p:grpSpPr>
        <p:sp>
          <p:nvSpPr>
            <p:cNvPr id="6" name="矩形 5">
              <a:extLst>
                <a:ext uri="{FF2B5EF4-FFF2-40B4-BE49-F238E27FC236}">
                  <a16:creationId xmlns:a16="http://schemas.microsoft.com/office/drawing/2014/main" xmlns="" id="{A03E2D81-A098-4F79-8D6D-60E3B520850D}"/>
                </a:ext>
              </a:extLst>
            </p:cNvPr>
            <p:cNvSpPr/>
            <p:nvPr/>
          </p:nvSpPr>
          <p:spPr>
            <a:xfrm rot="1400643">
              <a:off x="2134121" y="2428055"/>
              <a:ext cx="3405958" cy="1324074"/>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p:cNvGrpSpPr/>
            <p:nvPr/>
          </p:nvGrpSpPr>
          <p:grpSpPr>
            <a:xfrm>
              <a:off x="1548458" y="1735524"/>
              <a:ext cx="1309988" cy="1309988"/>
              <a:chOff x="1174574" y="1234009"/>
              <a:chExt cx="2239520" cy="2239520"/>
            </a:xfrm>
          </p:grpSpPr>
          <p:sp>
            <p:nvSpPr>
              <p:cNvPr id="7" name="椭圆 6">
                <a:extLst>
                  <a:ext uri="{FF2B5EF4-FFF2-40B4-BE49-F238E27FC236}">
                    <a16:creationId xmlns:a16="http://schemas.microsoft.com/office/drawing/2014/main" xmlns="" id="{C4BE6785-D46F-4798-A828-984E2C57DE19}"/>
                  </a:ext>
                </a:extLst>
              </p:cNvPr>
              <p:cNvSpPr/>
              <p:nvPr/>
            </p:nvSpPr>
            <p:spPr>
              <a:xfrm>
                <a:off x="1174574" y="1234009"/>
                <a:ext cx="2239520" cy="223952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8">
                <a:extLst>
                  <a:ext uri="{FF2B5EF4-FFF2-40B4-BE49-F238E27FC236}">
                    <a16:creationId xmlns:a16="http://schemas.microsoft.com/office/drawing/2014/main" xmlns="" id="{04F69230-F3A6-4586-9371-A858F4763E9F}"/>
                  </a:ext>
                </a:extLst>
              </p:cNvPr>
              <p:cNvSpPr txBox="1"/>
              <p:nvPr/>
            </p:nvSpPr>
            <p:spPr>
              <a:xfrm>
                <a:off x="1723249" y="1906094"/>
                <a:ext cx="1029774" cy="895350"/>
              </a:xfrm>
              <a:prstGeom prst="rect">
                <a:avLst/>
              </a:prstGeom>
              <a:noFill/>
              <a:ln w="117475">
                <a:noFill/>
              </a:ln>
              <a:effectLst/>
            </p:spPr>
            <p:txBody>
              <a:bodyPr wrap="none" rtlCol="0">
                <a:prstTxWarp prst="textPlain">
                  <a:avLst/>
                </a:prstTxWarp>
                <a:spAutoFit/>
              </a:bodyPr>
              <a:lstStyle/>
              <a:p>
                <a:pPr algn="ctr"/>
                <a:r>
                  <a:rPr lang="en-US" altLang="zh-CN" spc="100" dirty="0" smtClean="0">
                    <a:solidFill>
                      <a:schemeClr val="bg1"/>
                    </a:solidFill>
                    <a:effectLst>
                      <a:outerShdw blurRad="38100" dist="38100" dir="2700000" algn="tl">
                        <a:srgbClr val="000000">
                          <a:alpha val="43137"/>
                        </a:srgbClr>
                      </a:outerShdw>
                    </a:effectLst>
                    <a:latin typeface="Impact" panose="020B0806030902050204" pitchFamily="34" charset="0"/>
                    <a:cs typeface="Arial" panose="020B0604020202020204" pitchFamily="34" charset="0"/>
                  </a:rPr>
                  <a:t>04</a:t>
                </a:r>
                <a:endParaRPr lang="zh-CN" altLang="en-US" spc="100" dirty="0">
                  <a:solidFill>
                    <a:schemeClr val="bg1"/>
                  </a:solidFill>
                  <a:effectLst>
                    <a:outerShdw blurRad="38100" dist="38100" dir="2700000" algn="tl">
                      <a:srgbClr val="000000">
                        <a:alpha val="43137"/>
                      </a:srgbClr>
                    </a:outerShdw>
                  </a:effectLst>
                  <a:latin typeface="Impact" panose="020B0806030902050204" pitchFamily="34" charset="0"/>
                  <a:cs typeface="Arial" panose="020B0604020202020204" pitchFamily="34" charset="0"/>
                </a:endParaRPr>
              </a:p>
            </p:txBody>
          </p:sp>
        </p:grpSp>
      </p:grpSp>
      <p:sp>
        <p:nvSpPr>
          <p:cNvPr id="10" name="矩形 259"/>
          <p:cNvSpPr>
            <a:spLocks noChangeArrowheads="1"/>
          </p:cNvSpPr>
          <p:nvPr/>
        </p:nvSpPr>
        <p:spPr bwMode="auto">
          <a:xfrm>
            <a:off x="3673440" y="2644552"/>
            <a:ext cx="3707666" cy="698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50000"/>
              </a:lnSpc>
              <a:buNone/>
            </a:pPr>
            <a:r>
              <a:rPr lang="en-US" altLang="zh-CN" sz="1050" dirty="0">
                <a:solidFill>
                  <a:schemeClr val="tx1">
                    <a:lumMod val="65000"/>
                    <a:lumOff val="35000"/>
                  </a:schemeClr>
                </a:solidFill>
                <a:cs typeface="Arial" panose="020B0604020202020204" pitchFamily="34" charset="0"/>
              </a:rPr>
              <a:t>Please replace text, click add relevant headline, modify the text content, also can copy your content to this directly. Please replace text, </a:t>
            </a:r>
            <a:endParaRPr lang="zh-CN" altLang="en-US" sz="1050" dirty="0">
              <a:solidFill>
                <a:schemeClr val="accent1"/>
              </a:solidFill>
              <a:cs typeface="Arial" panose="020B0604020202020204" pitchFamily="34" charset="0"/>
            </a:endParaRPr>
          </a:p>
        </p:txBody>
      </p:sp>
    </p:spTree>
    <p:extLst>
      <p:ext uri="{BB962C8B-B14F-4D97-AF65-F5344CB8AC3E}">
        <p14:creationId xmlns:p14="http://schemas.microsoft.com/office/powerpoint/2010/main" val="2952210020"/>
      </p:ext>
    </p:extLst>
  </p:cSld>
  <p:clrMapOvr>
    <a:masterClrMapping/>
  </p:clrMapOvr>
  <p:transition spd="slow" advTm="3000">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anim calcmode="lin" valueType="num">
                                      <p:cBhvr>
                                        <p:cTn id="8" dur="750" fill="hold"/>
                                        <p:tgtEl>
                                          <p:spTgt spid="4"/>
                                        </p:tgtEl>
                                        <p:attrNameLst>
                                          <p:attrName>ppt_x</p:attrName>
                                        </p:attrNameLst>
                                      </p:cBhvr>
                                      <p:tavLst>
                                        <p:tav tm="0">
                                          <p:val>
                                            <p:strVal val="#ppt_x"/>
                                          </p:val>
                                        </p:tav>
                                        <p:tav tm="100000">
                                          <p:val>
                                            <p:strVal val="#ppt_x"/>
                                          </p:val>
                                        </p:tav>
                                      </p:tavLst>
                                    </p:anim>
                                    <p:anim calcmode="lin" valueType="num">
                                      <p:cBhvr>
                                        <p:cTn id="9" dur="75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22" presetClass="entr" presetSubtype="8" fill="hold" grpId="0"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childTnLst>
                          </p:cTn>
                        </p:par>
                        <p:par>
                          <p:cTn id="14" fill="hold">
                            <p:stCondLst>
                              <p:cond delay="1250"/>
                            </p:stCondLst>
                            <p:childTnLst>
                              <p:par>
                                <p:cTn id="15" presetID="42" presetClass="entr" presetSubtype="0"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anim calcmode="lin" valueType="num">
                                      <p:cBhvr>
                                        <p:cTn id="18" dur="500" fill="hold"/>
                                        <p:tgtEl>
                                          <p:spTgt spid="10"/>
                                        </p:tgtEl>
                                        <p:attrNameLst>
                                          <p:attrName>ppt_x</p:attrName>
                                        </p:attrNameLst>
                                      </p:cBhvr>
                                      <p:tavLst>
                                        <p:tav tm="0">
                                          <p:val>
                                            <p:strVal val="#ppt_x"/>
                                          </p:val>
                                        </p:tav>
                                        <p:tav tm="100000">
                                          <p:val>
                                            <p:strVal val="#ppt_x"/>
                                          </p:val>
                                        </p:tav>
                                      </p:tavLst>
                                    </p:anim>
                                    <p:anim calcmode="lin" valueType="num">
                                      <p:cBhvr>
                                        <p:cTn id="19" dur="5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矩形 35">
            <a:extLst>
              <a:ext uri="{FF2B5EF4-FFF2-40B4-BE49-F238E27FC236}">
                <a16:creationId xmlns:a16="http://schemas.microsoft.com/office/drawing/2014/main" xmlns="" id="{46456775-55A2-478B-88B2-1CB97F9F40B9}"/>
              </a:ext>
            </a:extLst>
          </p:cNvPr>
          <p:cNvSpPr/>
          <p:nvPr/>
        </p:nvSpPr>
        <p:spPr>
          <a:xfrm rot="1057730">
            <a:off x="7857480" y="2883813"/>
            <a:ext cx="2629977" cy="637408"/>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矩形 34">
            <a:extLst>
              <a:ext uri="{FF2B5EF4-FFF2-40B4-BE49-F238E27FC236}">
                <a16:creationId xmlns:a16="http://schemas.microsoft.com/office/drawing/2014/main" xmlns="" id="{6D098C24-3E91-46B9-9FC6-574ADAFDD5D2}"/>
              </a:ext>
            </a:extLst>
          </p:cNvPr>
          <p:cNvSpPr/>
          <p:nvPr/>
        </p:nvSpPr>
        <p:spPr>
          <a:xfrm rot="1057730">
            <a:off x="6129041" y="2867055"/>
            <a:ext cx="2629977" cy="637408"/>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矩形 33">
            <a:extLst>
              <a:ext uri="{FF2B5EF4-FFF2-40B4-BE49-F238E27FC236}">
                <a16:creationId xmlns:a16="http://schemas.microsoft.com/office/drawing/2014/main" xmlns="" id="{8C2F245E-333A-48E5-87CF-BEE0895A8F50}"/>
              </a:ext>
            </a:extLst>
          </p:cNvPr>
          <p:cNvSpPr/>
          <p:nvPr/>
        </p:nvSpPr>
        <p:spPr>
          <a:xfrm rot="1057730">
            <a:off x="4462096" y="2899685"/>
            <a:ext cx="2629977" cy="637408"/>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矩形 32">
            <a:extLst>
              <a:ext uri="{FF2B5EF4-FFF2-40B4-BE49-F238E27FC236}">
                <a16:creationId xmlns:a16="http://schemas.microsoft.com/office/drawing/2014/main" xmlns="" id="{6DF13FE8-75B1-4AF3-ACC2-EB39DCEF9244}"/>
              </a:ext>
            </a:extLst>
          </p:cNvPr>
          <p:cNvSpPr/>
          <p:nvPr/>
        </p:nvSpPr>
        <p:spPr>
          <a:xfrm rot="1057730">
            <a:off x="2792858" y="2915985"/>
            <a:ext cx="2629977" cy="637408"/>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矩形 31">
            <a:extLst>
              <a:ext uri="{FF2B5EF4-FFF2-40B4-BE49-F238E27FC236}">
                <a16:creationId xmlns:a16="http://schemas.microsoft.com/office/drawing/2014/main" xmlns="" id="{C877555B-6FB2-4A81-9BDD-0A9B947B484C}"/>
              </a:ext>
            </a:extLst>
          </p:cNvPr>
          <p:cNvSpPr/>
          <p:nvPr/>
        </p:nvSpPr>
        <p:spPr>
          <a:xfrm rot="1057730">
            <a:off x="1138747" y="2883813"/>
            <a:ext cx="2629977" cy="637408"/>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 name="Group 35"/>
          <p:cNvGrpSpPr/>
          <p:nvPr/>
        </p:nvGrpSpPr>
        <p:grpSpPr bwMode="auto">
          <a:xfrm>
            <a:off x="516263" y="1735512"/>
            <a:ext cx="8107182" cy="467997"/>
            <a:chOff x="408" y="1537"/>
            <a:chExt cx="6808" cy="393"/>
          </a:xfrm>
        </p:grpSpPr>
        <p:sp>
          <p:nvSpPr>
            <p:cNvPr id="7" name="Rectangle 3"/>
            <p:cNvSpPr>
              <a:spLocks noChangeArrowheads="1"/>
            </p:cNvSpPr>
            <p:nvPr/>
          </p:nvSpPr>
          <p:spPr bwMode="gray">
            <a:xfrm>
              <a:off x="408" y="1537"/>
              <a:ext cx="6808" cy="390"/>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solidFill>
                  <a:schemeClr val="bg1"/>
                </a:solidFill>
                <a:latin typeface="微软雅黑" panose="020B0503020204020204" charset="-122"/>
                <a:ea typeface="微软雅黑" panose="020B0503020204020204" charset="-122"/>
              </a:endParaRPr>
            </a:p>
          </p:txBody>
        </p:sp>
        <p:sp>
          <p:nvSpPr>
            <p:cNvPr id="8" name="Text Box 7"/>
            <p:cNvSpPr txBox="1">
              <a:spLocks noChangeArrowheads="1"/>
            </p:cNvSpPr>
            <p:nvPr/>
          </p:nvSpPr>
          <p:spPr bwMode="gray">
            <a:xfrm>
              <a:off x="1679" y="1620"/>
              <a:ext cx="1056" cy="3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dirty="0">
                  <a:solidFill>
                    <a:schemeClr val="bg1"/>
                  </a:solidFill>
                  <a:latin typeface="微软雅黑" panose="020B0503020204020204" charset="-122"/>
                  <a:ea typeface="微软雅黑" panose="020B0503020204020204" charset="-122"/>
                  <a:cs typeface="Arial" panose="020B0604020202020204" pitchFamily="34" charset="0"/>
                </a:rPr>
                <a:t>添加标题</a:t>
              </a:r>
            </a:p>
          </p:txBody>
        </p:sp>
        <p:sp>
          <p:nvSpPr>
            <p:cNvPr id="9" name="AutoShape 9"/>
            <p:cNvSpPr>
              <a:spLocks noChangeArrowheads="1"/>
            </p:cNvSpPr>
            <p:nvPr/>
          </p:nvSpPr>
          <p:spPr bwMode="gray">
            <a:xfrm>
              <a:off x="2870" y="1642"/>
              <a:ext cx="232" cy="172"/>
            </a:xfrm>
            <a:prstGeom prst="rightArrow">
              <a:avLst>
                <a:gd name="adj1" fmla="val 50000"/>
                <a:gd name="adj2" fmla="val 60467"/>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solidFill>
                  <a:schemeClr val="bg1"/>
                </a:solidFill>
                <a:latin typeface="微软雅黑" panose="020B0503020204020204" charset="-122"/>
                <a:ea typeface="微软雅黑" panose="020B0503020204020204" charset="-122"/>
              </a:endParaRPr>
            </a:p>
          </p:txBody>
        </p:sp>
        <p:sp>
          <p:nvSpPr>
            <p:cNvPr id="10" name="Text Box 10"/>
            <p:cNvSpPr txBox="1">
              <a:spLocks noChangeArrowheads="1"/>
            </p:cNvSpPr>
            <p:nvPr/>
          </p:nvSpPr>
          <p:spPr bwMode="gray">
            <a:xfrm>
              <a:off x="3223" y="1620"/>
              <a:ext cx="1056" cy="3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dirty="0">
                  <a:solidFill>
                    <a:schemeClr val="bg1"/>
                  </a:solidFill>
                  <a:latin typeface="微软雅黑" panose="020B0503020204020204" charset="-122"/>
                  <a:ea typeface="微软雅黑" panose="020B0503020204020204" charset="-122"/>
                  <a:cs typeface="Arial" panose="020B0604020202020204" pitchFamily="34" charset="0"/>
                </a:rPr>
                <a:t>添加标题</a:t>
              </a:r>
            </a:p>
          </p:txBody>
        </p:sp>
        <p:sp>
          <p:nvSpPr>
            <p:cNvPr id="11" name="AutoShape 11"/>
            <p:cNvSpPr>
              <a:spLocks noChangeArrowheads="1"/>
            </p:cNvSpPr>
            <p:nvPr/>
          </p:nvSpPr>
          <p:spPr bwMode="gray">
            <a:xfrm>
              <a:off x="4345" y="1642"/>
              <a:ext cx="232" cy="172"/>
            </a:xfrm>
            <a:prstGeom prst="rightArrow">
              <a:avLst>
                <a:gd name="adj1" fmla="val 50000"/>
                <a:gd name="adj2" fmla="val 60467"/>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solidFill>
                  <a:schemeClr val="bg1"/>
                </a:solidFill>
                <a:latin typeface="微软雅黑" panose="020B0503020204020204" charset="-122"/>
                <a:ea typeface="微软雅黑" panose="020B0503020204020204" charset="-122"/>
              </a:endParaRPr>
            </a:p>
          </p:txBody>
        </p:sp>
        <p:sp>
          <p:nvSpPr>
            <p:cNvPr id="12" name="Text Box 12"/>
            <p:cNvSpPr txBox="1">
              <a:spLocks noChangeArrowheads="1"/>
            </p:cNvSpPr>
            <p:nvPr/>
          </p:nvSpPr>
          <p:spPr bwMode="gray">
            <a:xfrm>
              <a:off x="4648" y="1620"/>
              <a:ext cx="1056" cy="3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dirty="0">
                  <a:solidFill>
                    <a:schemeClr val="bg1"/>
                  </a:solidFill>
                  <a:latin typeface="微软雅黑" panose="020B0503020204020204" charset="-122"/>
                  <a:ea typeface="微软雅黑" panose="020B0503020204020204" charset="-122"/>
                  <a:cs typeface="Arial" panose="020B0604020202020204" pitchFamily="34" charset="0"/>
                </a:rPr>
                <a:t>添加标题</a:t>
              </a:r>
            </a:p>
          </p:txBody>
        </p:sp>
        <p:sp>
          <p:nvSpPr>
            <p:cNvPr id="13" name="AutoShape 11"/>
            <p:cNvSpPr>
              <a:spLocks noChangeArrowheads="1"/>
            </p:cNvSpPr>
            <p:nvPr/>
          </p:nvSpPr>
          <p:spPr bwMode="gray">
            <a:xfrm>
              <a:off x="5840" y="1642"/>
              <a:ext cx="232" cy="172"/>
            </a:xfrm>
            <a:prstGeom prst="rightArrow">
              <a:avLst>
                <a:gd name="adj1" fmla="val 50000"/>
                <a:gd name="adj2" fmla="val 60467"/>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solidFill>
                  <a:schemeClr val="bg1"/>
                </a:solidFill>
                <a:latin typeface="微软雅黑" panose="020B0503020204020204" charset="-122"/>
                <a:ea typeface="微软雅黑" panose="020B0503020204020204" charset="-122"/>
              </a:endParaRPr>
            </a:p>
          </p:txBody>
        </p:sp>
        <p:sp>
          <p:nvSpPr>
            <p:cNvPr id="14" name="Text Box 12"/>
            <p:cNvSpPr txBox="1">
              <a:spLocks noChangeArrowheads="1"/>
            </p:cNvSpPr>
            <p:nvPr/>
          </p:nvSpPr>
          <p:spPr bwMode="gray">
            <a:xfrm>
              <a:off x="6116" y="1620"/>
              <a:ext cx="1056" cy="3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dirty="0">
                  <a:solidFill>
                    <a:schemeClr val="bg1"/>
                  </a:solidFill>
                  <a:latin typeface="微软雅黑" panose="020B0503020204020204" charset="-122"/>
                  <a:ea typeface="微软雅黑" panose="020B0503020204020204" charset="-122"/>
                  <a:cs typeface="Arial" panose="020B0604020202020204" pitchFamily="34" charset="0"/>
                </a:rPr>
                <a:t>添加标题</a:t>
              </a:r>
            </a:p>
          </p:txBody>
        </p:sp>
      </p:grpSp>
      <p:grpSp>
        <p:nvGrpSpPr>
          <p:cNvPr id="6" name="Group 4"/>
          <p:cNvGrpSpPr/>
          <p:nvPr/>
        </p:nvGrpSpPr>
        <p:grpSpPr bwMode="auto">
          <a:xfrm>
            <a:off x="507928" y="1735512"/>
            <a:ext cx="1540936" cy="464425"/>
            <a:chOff x="404" y="1980"/>
            <a:chExt cx="1294" cy="298"/>
          </a:xfrm>
          <a:solidFill>
            <a:srgbClr val="656565"/>
          </a:solidFill>
        </p:grpSpPr>
        <p:sp>
          <p:nvSpPr>
            <p:cNvPr id="16" name="Rectangle 5"/>
            <p:cNvSpPr>
              <a:spLocks noChangeArrowheads="1"/>
            </p:cNvSpPr>
            <p:nvPr/>
          </p:nvSpPr>
          <p:spPr bwMode="invGray">
            <a:xfrm>
              <a:off x="404" y="1980"/>
              <a:ext cx="1205" cy="2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dirty="0">
                  <a:solidFill>
                    <a:schemeClr val="bg1"/>
                  </a:solidFill>
                  <a:latin typeface="微软雅黑" panose="020B0503020204020204" charset="-122"/>
                  <a:ea typeface="微软雅黑" panose="020B0503020204020204" charset="-122"/>
                </a:rPr>
                <a:t>添加标题</a:t>
              </a:r>
            </a:p>
          </p:txBody>
        </p:sp>
        <p:sp>
          <p:nvSpPr>
            <p:cNvPr id="17" name="AutoShape 6"/>
            <p:cNvSpPr>
              <a:spLocks noChangeArrowheads="1"/>
            </p:cNvSpPr>
            <p:nvPr/>
          </p:nvSpPr>
          <p:spPr bwMode="invGray">
            <a:xfrm rot="5400000">
              <a:off x="1568" y="2072"/>
              <a:ext cx="139" cy="120"/>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solidFill>
                  <a:schemeClr val="bg1"/>
                </a:solidFill>
                <a:latin typeface="微软雅黑" panose="020B0503020204020204" charset="-122"/>
                <a:ea typeface="微软雅黑" panose="020B0503020204020204" charset="-122"/>
              </a:endParaRPr>
            </a:p>
          </p:txBody>
        </p:sp>
      </p:grpSp>
      <p:cxnSp>
        <p:nvCxnSpPr>
          <p:cNvPr id="18" name="AutoShape 17"/>
          <p:cNvCxnSpPr>
            <a:cxnSpLocks noChangeShapeType="1"/>
          </p:cNvCxnSpPr>
          <p:nvPr/>
        </p:nvCxnSpPr>
        <p:spPr bwMode="gray">
          <a:xfrm>
            <a:off x="1609178" y="2759626"/>
            <a:ext cx="650194" cy="0"/>
          </a:xfrm>
          <a:prstGeom prst="straightConnector1">
            <a:avLst/>
          </a:prstGeom>
          <a:noFill/>
          <a:ln w="12700">
            <a:solidFill>
              <a:schemeClr val="tx1">
                <a:lumMod val="50000"/>
                <a:lumOff val="50000"/>
              </a:schemeClr>
            </a:solidFill>
            <a:round/>
            <a:headEnd type="oval" w="sm" len="sm"/>
            <a:tailEnd type="oval" w="sm" len="sm"/>
          </a:ln>
          <a:extLst>
            <a:ext uri="{909E8E84-426E-40DD-AFC4-6F175D3DCCD1}">
              <a14:hiddenFill xmlns:a14="http://schemas.microsoft.com/office/drawing/2010/main">
                <a:noFill/>
              </a14:hiddenFill>
            </a:ext>
          </a:extLst>
        </p:spPr>
      </p:cxnSp>
      <p:cxnSp>
        <p:nvCxnSpPr>
          <p:cNvPr id="19" name="AutoShape 18"/>
          <p:cNvCxnSpPr>
            <a:cxnSpLocks noChangeShapeType="1"/>
          </p:cNvCxnSpPr>
          <p:nvPr/>
        </p:nvCxnSpPr>
        <p:spPr bwMode="gray">
          <a:xfrm>
            <a:off x="3274909" y="2759626"/>
            <a:ext cx="657339" cy="0"/>
          </a:xfrm>
          <a:prstGeom prst="straightConnector1">
            <a:avLst/>
          </a:prstGeom>
          <a:noFill/>
          <a:ln w="12700">
            <a:solidFill>
              <a:schemeClr val="tx1">
                <a:lumMod val="50000"/>
                <a:lumOff val="50000"/>
              </a:schemeClr>
            </a:solidFill>
            <a:round/>
            <a:headEnd type="oval" w="sm" len="sm"/>
            <a:tailEnd type="oval" w="sm" len="sm"/>
          </a:ln>
          <a:extLst>
            <a:ext uri="{909E8E84-426E-40DD-AFC4-6F175D3DCCD1}">
              <a14:hiddenFill xmlns:a14="http://schemas.microsoft.com/office/drawing/2010/main">
                <a:noFill/>
              </a14:hiddenFill>
            </a:ext>
          </a:extLst>
        </p:spPr>
      </p:cxnSp>
      <p:cxnSp>
        <p:nvCxnSpPr>
          <p:cNvPr id="20" name="AutoShape 19"/>
          <p:cNvCxnSpPr>
            <a:cxnSpLocks noChangeShapeType="1"/>
          </p:cNvCxnSpPr>
          <p:nvPr/>
        </p:nvCxnSpPr>
        <p:spPr bwMode="gray">
          <a:xfrm>
            <a:off x="5016200" y="2759626"/>
            <a:ext cx="621614" cy="0"/>
          </a:xfrm>
          <a:prstGeom prst="straightConnector1">
            <a:avLst/>
          </a:prstGeom>
          <a:noFill/>
          <a:ln w="12700">
            <a:solidFill>
              <a:schemeClr val="tx1">
                <a:lumMod val="50000"/>
                <a:lumOff val="50000"/>
              </a:schemeClr>
            </a:solidFill>
            <a:round/>
            <a:headEnd type="oval" w="sm" len="sm"/>
            <a:tailEnd type="oval" w="sm" len="sm"/>
          </a:ln>
          <a:extLst>
            <a:ext uri="{909E8E84-426E-40DD-AFC4-6F175D3DCCD1}">
              <a14:hiddenFill xmlns:a14="http://schemas.microsoft.com/office/drawing/2010/main">
                <a:noFill/>
              </a14:hiddenFill>
            </a:ext>
          </a:extLst>
        </p:spPr>
      </p:cxnSp>
      <p:sp>
        <p:nvSpPr>
          <p:cNvPr id="21" name="AutoShape 13"/>
          <p:cNvSpPr>
            <a:spLocks noChangeArrowheads="1"/>
          </p:cNvSpPr>
          <p:nvPr/>
        </p:nvSpPr>
        <p:spPr bwMode="gray">
          <a:xfrm>
            <a:off x="729736" y="2341645"/>
            <a:ext cx="835964" cy="835964"/>
          </a:xfrm>
          <a:prstGeom prst="diamond">
            <a:avLst/>
          </a:prstGeom>
          <a:solidFill>
            <a:schemeClr val="accent1"/>
          </a:solidFill>
          <a:ln w="9525">
            <a:miter lim="800000"/>
          </a:ln>
        </p:spPr>
        <p:txBody>
          <a:bodyPr wrap="none" lIns="68592" tIns="34296" rIns="68592" bIns="34296" anchor="ctr">
            <a:flatTx/>
          </a:bodyPr>
          <a:lstStyle/>
          <a:p>
            <a:pPr algn="ctr">
              <a:defRPr/>
            </a:pPr>
            <a:r>
              <a:rPr lang="en-US" altLang="zh-CN" kern="0" dirty="0">
                <a:solidFill>
                  <a:schemeClr val="bg1"/>
                </a:solidFill>
                <a:latin typeface="微软雅黑" panose="020B0503020204020204" charset="-122"/>
                <a:ea typeface="微软雅黑" panose="020B0503020204020204" charset="-122"/>
              </a:rPr>
              <a:t>TEXT</a:t>
            </a:r>
            <a:endParaRPr lang="zh-CN" altLang="en-US" kern="0" dirty="0">
              <a:solidFill>
                <a:schemeClr val="bg1"/>
              </a:solidFill>
              <a:latin typeface="微软雅黑" panose="020B0503020204020204" charset="-122"/>
              <a:ea typeface="微软雅黑" panose="020B0503020204020204" charset="-122"/>
            </a:endParaRPr>
          </a:p>
        </p:txBody>
      </p:sp>
      <p:sp>
        <p:nvSpPr>
          <p:cNvPr id="22" name="AutoShape 14"/>
          <p:cNvSpPr>
            <a:spLocks noChangeArrowheads="1"/>
          </p:cNvSpPr>
          <p:nvPr/>
        </p:nvSpPr>
        <p:spPr bwMode="gray">
          <a:xfrm>
            <a:off x="2325476" y="2341644"/>
            <a:ext cx="835964" cy="835964"/>
          </a:xfrm>
          <a:prstGeom prst="diamond">
            <a:avLst/>
          </a:prstGeom>
          <a:solidFill>
            <a:schemeClr val="accent2"/>
          </a:solidFill>
          <a:ln w="9525">
            <a:miter lim="800000"/>
          </a:ln>
        </p:spPr>
        <p:txBody>
          <a:bodyPr wrap="none" lIns="68592" tIns="34296" rIns="68592" bIns="34296" anchor="ctr">
            <a:flatTx/>
          </a:bodyPr>
          <a:lstStyle/>
          <a:p>
            <a:pPr algn="ctr">
              <a:defRPr/>
            </a:pPr>
            <a:r>
              <a:rPr lang="en-US" altLang="zh-CN" kern="0" dirty="0">
                <a:solidFill>
                  <a:schemeClr val="bg1"/>
                </a:solidFill>
                <a:latin typeface="微软雅黑" panose="020B0503020204020204" charset="-122"/>
                <a:ea typeface="微软雅黑" panose="020B0503020204020204" charset="-122"/>
              </a:rPr>
              <a:t>TEXT</a:t>
            </a:r>
            <a:endParaRPr lang="zh-CN" altLang="en-US" kern="0" dirty="0">
              <a:solidFill>
                <a:schemeClr val="bg1"/>
              </a:solidFill>
              <a:latin typeface="微软雅黑" panose="020B0503020204020204" charset="-122"/>
              <a:ea typeface="微软雅黑" panose="020B0503020204020204" charset="-122"/>
            </a:endParaRPr>
          </a:p>
        </p:txBody>
      </p:sp>
      <p:sp>
        <p:nvSpPr>
          <p:cNvPr id="23" name="AutoShape 15"/>
          <p:cNvSpPr>
            <a:spLocks noChangeArrowheads="1"/>
          </p:cNvSpPr>
          <p:nvPr/>
        </p:nvSpPr>
        <p:spPr bwMode="gray">
          <a:xfrm>
            <a:off x="4056051" y="2341644"/>
            <a:ext cx="835964" cy="835964"/>
          </a:xfrm>
          <a:prstGeom prst="diamond">
            <a:avLst/>
          </a:prstGeom>
          <a:solidFill>
            <a:schemeClr val="accent3"/>
          </a:solidFill>
          <a:ln w="9525">
            <a:miter lim="800000"/>
          </a:ln>
        </p:spPr>
        <p:txBody>
          <a:bodyPr wrap="none" lIns="68592" tIns="34296" rIns="68592" bIns="34296" anchor="ctr">
            <a:flatTx/>
          </a:bodyPr>
          <a:lstStyle/>
          <a:p>
            <a:pPr algn="ctr">
              <a:defRPr/>
            </a:pPr>
            <a:r>
              <a:rPr lang="en-US" altLang="zh-CN" kern="0" dirty="0">
                <a:solidFill>
                  <a:schemeClr val="bg1"/>
                </a:solidFill>
                <a:latin typeface="微软雅黑" panose="020B0503020204020204" charset="-122"/>
                <a:ea typeface="微软雅黑" panose="020B0503020204020204" charset="-122"/>
              </a:rPr>
              <a:t>TEXT</a:t>
            </a:r>
            <a:endParaRPr lang="zh-CN" altLang="en-US" kern="0" dirty="0">
              <a:solidFill>
                <a:schemeClr val="bg1"/>
              </a:solidFill>
              <a:latin typeface="微软雅黑" panose="020B0503020204020204" charset="-122"/>
              <a:ea typeface="微软雅黑" panose="020B0503020204020204" charset="-122"/>
            </a:endParaRPr>
          </a:p>
        </p:txBody>
      </p:sp>
      <p:sp>
        <p:nvSpPr>
          <p:cNvPr id="24" name="AutoShape 16"/>
          <p:cNvSpPr>
            <a:spLocks noChangeArrowheads="1"/>
          </p:cNvSpPr>
          <p:nvPr/>
        </p:nvSpPr>
        <p:spPr bwMode="gray">
          <a:xfrm>
            <a:off x="5752934" y="2341644"/>
            <a:ext cx="835964" cy="835964"/>
          </a:xfrm>
          <a:prstGeom prst="diamond">
            <a:avLst/>
          </a:prstGeom>
          <a:solidFill>
            <a:schemeClr val="accent4"/>
          </a:solidFill>
          <a:ln w="9525">
            <a:miter lim="800000"/>
          </a:ln>
        </p:spPr>
        <p:txBody>
          <a:bodyPr wrap="none" lIns="68592" tIns="34296" rIns="68592" bIns="34296" anchor="ctr">
            <a:flatTx/>
          </a:bodyPr>
          <a:lstStyle/>
          <a:p>
            <a:pPr algn="ctr">
              <a:defRPr/>
            </a:pPr>
            <a:r>
              <a:rPr lang="en-US" altLang="zh-CN" kern="0" dirty="0">
                <a:solidFill>
                  <a:schemeClr val="bg1"/>
                </a:solidFill>
                <a:latin typeface="微软雅黑" panose="020B0503020204020204" charset="-122"/>
                <a:ea typeface="微软雅黑" panose="020B0503020204020204" charset="-122"/>
              </a:rPr>
              <a:t>TEXT</a:t>
            </a:r>
            <a:endParaRPr lang="zh-CN" altLang="en-US" kern="0" dirty="0">
              <a:solidFill>
                <a:schemeClr val="bg1"/>
              </a:solidFill>
              <a:latin typeface="微软雅黑" panose="020B0503020204020204" charset="-122"/>
              <a:ea typeface="微软雅黑" panose="020B0503020204020204" charset="-122"/>
            </a:endParaRPr>
          </a:p>
        </p:txBody>
      </p:sp>
      <p:sp>
        <p:nvSpPr>
          <p:cNvPr id="25" name="Text Box 24"/>
          <p:cNvSpPr txBox="1">
            <a:spLocks noChangeArrowheads="1"/>
          </p:cNvSpPr>
          <p:nvPr/>
        </p:nvSpPr>
        <p:spPr bwMode="gray">
          <a:xfrm>
            <a:off x="339740" y="3201425"/>
            <a:ext cx="1569515" cy="40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92" tIns="34296" rIns="68592" bIns="34296">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050" dirty="0">
                <a:solidFill>
                  <a:schemeClr val="bg1">
                    <a:lumMod val="50000"/>
                  </a:schemeClr>
                </a:solidFill>
                <a:latin typeface="微软雅黑" panose="020B0503020204020204" charset="-122"/>
                <a:ea typeface="微软雅黑" panose="020B0503020204020204" charset="-122"/>
                <a:cs typeface="Arial" panose="020B0604020202020204" pitchFamily="34" charset="0"/>
              </a:rPr>
              <a:t>请在此粘贴或者输入您的文字内容</a:t>
            </a:r>
          </a:p>
        </p:txBody>
      </p:sp>
      <p:sp>
        <p:nvSpPr>
          <p:cNvPr id="26" name="Text Box 25"/>
          <p:cNvSpPr txBox="1">
            <a:spLocks noChangeArrowheads="1"/>
          </p:cNvSpPr>
          <p:nvPr/>
        </p:nvSpPr>
        <p:spPr bwMode="gray">
          <a:xfrm>
            <a:off x="1936075" y="3201425"/>
            <a:ext cx="1569515" cy="40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92" tIns="34296" rIns="68592" bIns="34296">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050" dirty="0">
                <a:solidFill>
                  <a:schemeClr val="bg1">
                    <a:lumMod val="50000"/>
                  </a:schemeClr>
                </a:solidFill>
                <a:latin typeface="微软雅黑" panose="020B0503020204020204" charset="-122"/>
                <a:ea typeface="微软雅黑" panose="020B0503020204020204" charset="-122"/>
                <a:cs typeface="Arial" panose="020B0604020202020204" pitchFamily="34" charset="0"/>
              </a:rPr>
              <a:t>请在此粘贴或者输入您的文字内容</a:t>
            </a:r>
          </a:p>
        </p:txBody>
      </p:sp>
      <p:sp>
        <p:nvSpPr>
          <p:cNvPr id="27" name="Text Box 26"/>
          <p:cNvSpPr txBox="1">
            <a:spLocks noChangeArrowheads="1"/>
          </p:cNvSpPr>
          <p:nvPr/>
        </p:nvSpPr>
        <p:spPr bwMode="gray">
          <a:xfrm>
            <a:off x="3667594" y="3201425"/>
            <a:ext cx="1569515" cy="40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92" tIns="34296" rIns="68592" bIns="34296">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050" dirty="0">
                <a:solidFill>
                  <a:schemeClr val="bg1">
                    <a:lumMod val="50000"/>
                  </a:schemeClr>
                </a:solidFill>
                <a:latin typeface="微软雅黑" panose="020B0503020204020204" charset="-122"/>
                <a:ea typeface="微软雅黑" panose="020B0503020204020204" charset="-122"/>
                <a:cs typeface="Arial" panose="020B0604020202020204" pitchFamily="34" charset="0"/>
              </a:rPr>
              <a:t>请在此粘贴或者输入您的文字内容</a:t>
            </a:r>
          </a:p>
        </p:txBody>
      </p:sp>
      <p:sp>
        <p:nvSpPr>
          <p:cNvPr id="28" name="Text Box 27"/>
          <p:cNvSpPr txBox="1">
            <a:spLocks noChangeArrowheads="1"/>
          </p:cNvSpPr>
          <p:nvPr/>
        </p:nvSpPr>
        <p:spPr bwMode="gray">
          <a:xfrm>
            <a:off x="5386158" y="3201425"/>
            <a:ext cx="1569515" cy="40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92" tIns="34296" rIns="68592" bIns="34296">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050" dirty="0">
                <a:solidFill>
                  <a:schemeClr val="bg1">
                    <a:lumMod val="50000"/>
                  </a:schemeClr>
                </a:solidFill>
                <a:latin typeface="微软雅黑" panose="020B0503020204020204" charset="-122"/>
                <a:ea typeface="微软雅黑" panose="020B0503020204020204" charset="-122"/>
                <a:cs typeface="Arial" panose="020B0604020202020204" pitchFamily="34" charset="0"/>
              </a:rPr>
              <a:t>请在此粘贴或者输入您的文字内容</a:t>
            </a:r>
          </a:p>
        </p:txBody>
      </p:sp>
      <p:cxnSp>
        <p:nvCxnSpPr>
          <p:cNvPr id="29" name="AutoShape 19"/>
          <p:cNvCxnSpPr>
            <a:cxnSpLocks noChangeShapeType="1"/>
          </p:cNvCxnSpPr>
          <p:nvPr/>
        </p:nvCxnSpPr>
        <p:spPr bwMode="gray">
          <a:xfrm>
            <a:off x="6732987" y="2759626"/>
            <a:ext cx="621614" cy="0"/>
          </a:xfrm>
          <a:prstGeom prst="straightConnector1">
            <a:avLst/>
          </a:prstGeom>
          <a:noFill/>
          <a:ln w="12700">
            <a:solidFill>
              <a:schemeClr val="tx1">
                <a:lumMod val="50000"/>
                <a:lumOff val="50000"/>
              </a:schemeClr>
            </a:solidFill>
            <a:round/>
            <a:headEnd type="oval" w="sm" len="sm"/>
            <a:tailEnd type="oval" w="sm" len="sm"/>
          </a:ln>
          <a:extLst>
            <a:ext uri="{909E8E84-426E-40DD-AFC4-6F175D3DCCD1}">
              <a14:hiddenFill xmlns:a14="http://schemas.microsoft.com/office/drawing/2010/main">
                <a:noFill/>
              </a14:hiddenFill>
            </a:ext>
          </a:extLst>
        </p:spPr>
      </p:cxnSp>
      <p:sp>
        <p:nvSpPr>
          <p:cNvPr id="30" name="AutoShape 16"/>
          <p:cNvSpPr>
            <a:spLocks noChangeArrowheads="1"/>
          </p:cNvSpPr>
          <p:nvPr/>
        </p:nvSpPr>
        <p:spPr bwMode="gray">
          <a:xfrm>
            <a:off x="7462701" y="2341644"/>
            <a:ext cx="835964" cy="835964"/>
          </a:xfrm>
          <a:prstGeom prst="diamond">
            <a:avLst/>
          </a:prstGeom>
          <a:solidFill>
            <a:schemeClr val="accent2"/>
          </a:solidFill>
          <a:ln w="9525">
            <a:miter lim="800000"/>
          </a:ln>
        </p:spPr>
        <p:txBody>
          <a:bodyPr wrap="none" lIns="68592" tIns="34296" rIns="68592" bIns="34296" anchor="ctr">
            <a:flatTx/>
          </a:bodyPr>
          <a:lstStyle/>
          <a:p>
            <a:pPr algn="ctr">
              <a:defRPr/>
            </a:pPr>
            <a:r>
              <a:rPr lang="en-US" altLang="zh-CN" kern="0" dirty="0">
                <a:solidFill>
                  <a:schemeClr val="bg1"/>
                </a:solidFill>
                <a:latin typeface="微软雅黑" panose="020B0503020204020204" charset="-122"/>
                <a:ea typeface="微软雅黑" panose="020B0503020204020204" charset="-122"/>
              </a:rPr>
              <a:t>TEXT</a:t>
            </a:r>
            <a:endParaRPr lang="zh-CN" altLang="en-US" kern="0" dirty="0">
              <a:solidFill>
                <a:schemeClr val="bg1"/>
              </a:solidFill>
              <a:latin typeface="微软雅黑" panose="020B0503020204020204" charset="-122"/>
              <a:ea typeface="微软雅黑" panose="020B0503020204020204" charset="-122"/>
            </a:endParaRPr>
          </a:p>
        </p:txBody>
      </p:sp>
      <p:sp>
        <p:nvSpPr>
          <p:cNvPr id="31" name="Text Box 27"/>
          <p:cNvSpPr txBox="1">
            <a:spLocks noChangeArrowheads="1"/>
          </p:cNvSpPr>
          <p:nvPr/>
        </p:nvSpPr>
        <p:spPr bwMode="gray">
          <a:xfrm>
            <a:off x="7095925" y="3201425"/>
            <a:ext cx="1569515" cy="40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92" tIns="34296" rIns="68592" bIns="34296">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050" dirty="0">
                <a:solidFill>
                  <a:schemeClr val="bg1">
                    <a:lumMod val="50000"/>
                  </a:schemeClr>
                </a:solidFill>
                <a:latin typeface="微软雅黑" panose="020B0503020204020204" charset="-122"/>
                <a:ea typeface="微软雅黑" panose="020B0503020204020204" charset="-122"/>
                <a:cs typeface="Arial" panose="020B0604020202020204" pitchFamily="34" charset="0"/>
              </a:rPr>
              <a:t>请在此粘贴或者输入您的文字内容</a:t>
            </a:r>
          </a:p>
        </p:txBody>
      </p:sp>
      <p:pic>
        <p:nvPicPr>
          <p:cNvPr id="37" name="图片 3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37905" y="61236"/>
            <a:ext cx="979629" cy="909108"/>
          </a:xfrm>
          <a:prstGeom prst="rect">
            <a:avLst/>
          </a:prstGeom>
        </p:spPr>
      </p:pic>
    </p:spTree>
    <p:extLst>
      <p:ext uri="{BB962C8B-B14F-4D97-AF65-F5344CB8AC3E}">
        <p14:creationId xmlns:p14="http://schemas.microsoft.com/office/powerpoint/2010/main" val="1561917112"/>
      </p:ext>
    </p:extLst>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50"/>
                                        <p:tgtEl>
                                          <p:spTgt spid="6"/>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par>
                          <p:cTn id="12" fill="hold">
                            <p:stCondLst>
                              <p:cond delay="1500"/>
                            </p:stCondLst>
                            <p:childTnLst>
                              <p:par>
                                <p:cTn id="13" presetID="3" presetClass="entr" presetSubtype="10"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blinds(horizontal)">
                                      <p:cBhvr>
                                        <p:cTn id="15" dur="500"/>
                                        <p:tgtEl>
                                          <p:spTgt spid="21"/>
                                        </p:tgtEl>
                                      </p:cBhvr>
                                    </p:animEffect>
                                  </p:childTnLst>
                                </p:cTn>
                              </p:par>
                            </p:childTnLst>
                          </p:cTn>
                        </p:par>
                        <p:par>
                          <p:cTn id="16" fill="hold">
                            <p:stCondLst>
                              <p:cond delay="2000"/>
                            </p:stCondLst>
                            <p:childTnLst>
                              <p:par>
                                <p:cTn id="17" presetID="12" presetClass="entr" presetSubtype="4" fill="hold" grpId="0" nodeType="after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slide(fromBottom)">
                                      <p:cBhvr>
                                        <p:cTn id="19" dur="500"/>
                                        <p:tgtEl>
                                          <p:spTgt spid="25"/>
                                        </p:tgtEl>
                                      </p:cBhvr>
                                    </p:animEffect>
                                  </p:childTnLst>
                                </p:cTn>
                              </p:par>
                            </p:childTnLst>
                          </p:cTn>
                        </p:par>
                        <p:par>
                          <p:cTn id="20" fill="hold">
                            <p:stCondLst>
                              <p:cond delay="2500"/>
                            </p:stCondLst>
                            <p:childTnLst>
                              <p:par>
                                <p:cTn id="21" presetID="22" presetClass="entr" presetSubtype="8" fill="hold" nodeType="after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wipe(left)">
                                      <p:cBhvr>
                                        <p:cTn id="23" dur="500"/>
                                        <p:tgtEl>
                                          <p:spTgt spid="18"/>
                                        </p:tgtEl>
                                      </p:cBhvr>
                                    </p:animEffect>
                                  </p:childTnLst>
                                </p:cTn>
                              </p:par>
                            </p:childTnLst>
                          </p:cTn>
                        </p:par>
                        <p:par>
                          <p:cTn id="24" fill="hold">
                            <p:stCondLst>
                              <p:cond delay="3000"/>
                            </p:stCondLst>
                            <p:childTnLst>
                              <p:par>
                                <p:cTn id="25" presetID="3" presetClass="entr" presetSubtype="10" fill="hold" grpId="0" nodeType="after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blinds(horizontal)">
                                      <p:cBhvr>
                                        <p:cTn id="27" dur="500"/>
                                        <p:tgtEl>
                                          <p:spTgt spid="22"/>
                                        </p:tgtEl>
                                      </p:cBhvr>
                                    </p:animEffect>
                                  </p:childTnLst>
                                </p:cTn>
                              </p:par>
                            </p:childTnLst>
                          </p:cTn>
                        </p:par>
                        <p:par>
                          <p:cTn id="28" fill="hold">
                            <p:stCondLst>
                              <p:cond delay="3500"/>
                            </p:stCondLst>
                            <p:childTnLst>
                              <p:par>
                                <p:cTn id="29" presetID="12" presetClass="entr" presetSubtype="4"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slide(fromBottom)">
                                      <p:cBhvr>
                                        <p:cTn id="31" dur="500"/>
                                        <p:tgtEl>
                                          <p:spTgt spid="26"/>
                                        </p:tgtEl>
                                      </p:cBhvr>
                                    </p:animEffect>
                                  </p:childTnLst>
                                </p:cTn>
                              </p:par>
                            </p:childTnLst>
                          </p:cTn>
                        </p:par>
                        <p:par>
                          <p:cTn id="32" fill="hold">
                            <p:stCondLst>
                              <p:cond delay="4000"/>
                            </p:stCondLst>
                            <p:childTnLst>
                              <p:par>
                                <p:cTn id="33" presetID="22" presetClass="entr" presetSubtype="8" fill="hold" nodeType="after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wipe(left)">
                                      <p:cBhvr>
                                        <p:cTn id="35" dur="500"/>
                                        <p:tgtEl>
                                          <p:spTgt spid="19"/>
                                        </p:tgtEl>
                                      </p:cBhvr>
                                    </p:animEffect>
                                  </p:childTnLst>
                                </p:cTn>
                              </p:par>
                            </p:childTnLst>
                          </p:cTn>
                        </p:par>
                        <p:par>
                          <p:cTn id="36" fill="hold">
                            <p:stCondLst>
                              <p:cond delay="4500"/>
                            </p:stCondLst>
                            <p:childTnLst>
                              <p:par>
                                <p:cTn id="37" presetID="3" presetClass="entr" presetSubtype="10" fill="hold" grpId="0" nodeType="after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blinds(horizontal)">
                                      <p:cBhvr>
                                        <p:cTn id="39" dur="500"/>
                                        <p:tgtEl>
                                          <p:spTgt spid="23"/>
                                        </p:tgtEl>
                                      </p:cBhvr>
                                    </p:animEffect>
                                  </p:childTnLst>
                                </p:cTn>
                              </p:par>
                            </p:childTnLst>
                          </p:cTn>
                        </p:par>
                        <p:par>
                          <p:cTn id="40" fill="hold">
                            <p:stCondLst>
                              <p:cond delay="5000"/>
                            </p:stCondLst>
                            <p:childTnLst>
                              <p:par>
                                <p:cTn id="41" presetID="12" presetClass="entr" presetSubtype="4" fill="hold" grpId="0" nodeType="after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slide(fromBottom)">
                                      <p:cBhvr>
                                        <p:cTn id="43" dur="500"/>
                                        <p:tgtEl>
                                          <p:spTgt spid="27"/>
                                        </p:tgtEl>
                                      </p:cBhvr>
                                    </p:animEffect>
                                  </p:childTnLst>
                                </p:cTn>
                              </p:par>
                            </p:childTnLst>
                          </p:cTn>
                        </p:par>
                        <p:par>
                          <p:cTn id="44" fill="hold">
                            <p:stCondLst>
                              <p:cond delay="5500"/>
                            </p:stCondLst>
                            <p:childTnLst>
                              <p:par>
                                <p:cTn id="45" presetID="22" presetClass="entr" presetSubtype="8" fill="hold" nodeType="after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wipe(left)">
                                      <p:cBhvr>
                                        <p:cTn id="47" dur="500"/>
                                        <p:tgtEl>
                                          <p:spTgt spid="20"/>
                                        </p:tgtEl>
                                      </p:cBhvr>
                                    </p:animEffect>
                                  </p:childTnLst>
                                </p:cTn>
                              </p:par>
                            </p:childTnLst>
                          </p:cTn>
                        </p:par>
                        <p:par>
                          <p:cTn id="48" fill="hold">
                            <p:stCondLst>
                              <p:cond delay="6000"/>
                            </p:stCondLst>
                            <p:childTnLst>
                              <p:par>
                                <p:cTn id="49" presetID="3" presetClass="entr" presetSubtype="10" fill="hold" grpId="0" nodeType="after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blinds(horizontal)">
                                      <p:cBhvr>
                                        <p:cTn id="51" dur="500"/>
                                        <p:tgtEl>
                                          <p:spTgt spid="24"/>
                                        </p:tgtEl>
                                      </p:cBhvr>
                                    </p:animEffect>
                                  </p:childTnLst>
                                </p:cTn>
                              </p:par>
                            </p:childTnLst>
                          </p:cTn>
                        </p:par>
                        <p:par>
                          <p:cTn id="52" fill="hold">
                            <p:stCondLst>
                              <p:cond delay="6500"/>
                            </p:stCondLst>
                            <p:childTnLst>
                              <p:par>
                                <p:cTn id="53" presetID="12" presetClass="entr" presetSubtype="4" fill="hold" grpId="0" nodeType="after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slide(fromBottom)">
                                      <p:cBhvr>
                                        <p:cTn id="55" dur="500"/>
                                        <p:tgtEl>
                                          <p:spTgt spid="28"/>
                                        </p:tgtEl>
                                      </p:cBhvr>
                                    </p:animEffect>
                                  </p:childTnLst>
                                </p:cTn>
                              </p:par>
                            </p:childTnLst>
                          </p:cTn>
                        </p:par>
                        <p:par>
                          <p:cTn id="56" fill="hold">
                            <p:stCondLst>
                              <p:cond delay="7000"/>
                            </p:stCondLst>
                            <p:childTnLst>
                              <p:par>
                                <p:cTn id="57" presetID="22" presetClass="entr" presetSubtype="8" fill="hold" nodeType="after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wipe(left)">
                                      <p:cBhvr>
                                        <p:cTn id="59" dur="500"/>
                                        <p:tgtEl>
                                          <p:spTgt spid="29"/>
                                        </p:tgtEl>
                                      </p:cBhvr>
                                    </p:animEffect>
                                  </p:childTnLst>
                                </p:cTn>
                              </p:par>
                            </p:childTnLst>
                          </p:cTn>
                        </p:par>
                        <p:par>
                          <p:cTn id="60" fill="hold">
                            <p:stCondLst>
                              <p:cond delay="7500"/>
                            </p:stCondLst>
                            <p:childTnLst>
                              <p:par>
                                <p:cTn id="61" presetID="3" presetClass="entr" presetSubtype="10" fill="hold" grpId="0" nodeType="afterEffect">
                                  <p:stCondLst>
                                    <p:cond delay="0"/>
                                  </p:stCondLst>
                                  <p:childTnLst>
                                    <p:set>
                                      <p:cBhvr>
                                        <p:cTn id="62" dur="1" fill="hold">
                                          <p:stCondLst>
                                            <p:cond delay="0"/>
                                          </p:stCondLst>
                                        </p:cTn>
                                        <p:tgtEl>
                                          <p:spTgt spid="30"/>
                                        </p:tgtEl>
                                        <p:attrNameLst>
                                          <p:attrName>style.visibility</p:attrName>
                                        </p:attrNameLst>
                                      </p:cBhvr>
                                      <p:to>
                                        <p:strVal val="visible"/>
                                      </p:to>
                                    </p:set>
                                    <p:animEffect transition="in" filter="blinds(horizontal)">
                                      <p:cBhvr>
                                        <p:cTn id="63" dur="500"/>
                                        <p:tgtEl>
                                          <p:spTgt spid="30"/>
                                        </p:tgtEl>
                                      </p:cBhvr>
                                    </p:animEffect>
                                  </p:childTnLst>
                                </p:cTn>
                              </p:par>
                            </p:childTnLst>
                          </p:cTn>
                        </p:par>
                        <p:par>
                          <p:cTn id="64" fill="hold">
                            <p:stCondLst>
                              <p:cond delay="8000"/>
                            </p:stCondLst>
                            <p:childTnLst>
                              <p:par>
                                <p:cTn id="65" presetID="12" presetClass="entr" presetSubtype="4" fill="hold" grpId="0" nodeType="after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slide(fromBottom)">
                                      <p:cBhvr>
                                        <p:cTn id="67" dur="500"/>
                                        <p:tgtEl>
                                          <p:spTgt spid="31"/>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32"/>
                                        </p:tgtEl>
                                        <p:attrNameLst>
                                          <p:attrName>style.visibility</p:attrName>
                                        </p:attrNameLst>
                                      </p:cBhvr>
                                      <p:to>
                                        <p:strVal val="visible"/>
                                      </p:to>
                                    </p:set>
                                    <p:animEffect transition="in" filter="wipe(left)">
                                      <p:cBhvr>
                                        <p:cTn id="72" dur="500"/>
                                        <p:tgtEl>
                                          <p:spTgt spid="32"/>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33"/>
                                        </p:tgtEl>
                                        <p:attrNameLst>
                                          <p:attrName>style.visibility</p:attrName>
                                        </p:attrNameLst>
                                      </p:cBhvr>
                                      <p:to>
                                        <p:strVal val="visible"/>
                                      </p:to>
                                    </p:set>
                                    <p:animEffect transition="in" filter="wipe(left)">
                                      <p:cBhvr>
                                        <p:cTn id="77" dur="500"/>
                                        <p:tgtEl>
                                          <p:spTgt spid="33"/>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34"/>
                                        </p:tgtEl>
                                        <p:attrNameLst>
                                          <p:attrName>style.visibility</p:attrName>
                                        </p:attrNameLst>
                                      </p:cBhvr>
                                      <p:to>
                                        <p:strVal val="visible"/>
                                      </p:to>
                                    </p:set>
                                    <p:animEffect transition="in" filter="wipe(left)">
                                      <p:cBhvr>
                                        <p:cTn id="82" dur="500"/>
                                        <p:tgtEl>
                                          <p:spTgt spid="34"/>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35"/>
                                        </p:tgtEl>
                                        <p:attrNameLst>
                                          <p:attrName>style.visibility</p:attrName>
                                        </p:attrNameLst>
                                      </p:cBhvr>
                                      <p:to>
                                        <p:strVal val="visible"/>
                                      </p:to>
                                    </p:set>
                                    <p:animEffect transition="in" filter="wipe(left)">
                                      <p:cBhvr>
                                        <p:cTn id="87" dur="500"/>
                                        <p:tgtEl>
                                          <p:spTgt spid="35"/>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36"/>
                                        </p:tgtEl>
                                        <p:attrNameLst>
                                          <p:attrName>style.visibility</p:attrName>
                                        </p:attrNameLst>
                                      </p:cBhvr>
                                      <p:to>
                                        <p:strVal val="visible"/>
                                      </p:to>
                                    </p:set>
                                    <p:animEffect transition="in" filter="wipe(left)">
                                      <p:cBhvr>
                                        <p:cTn id="9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5" grpId="0" animBg="1"/>
      <p:bldP spid="34" grpId="0" animBg="1"/>
      <p:bldP spid="33" grpId="0" animBg="1"/>
      <p:bldP spid="32" grpId="0" animBg="1"/>
      <p:bldP spid="21" grpId="0" bldLvl="0" animBg="1"/>
      <p:bldP spid="22" grpId="0" bldLvl="0" animBg="1"/>
      <p:bldP spid="23" grpId="0" bldLvl="0" animBg="1"/>
      <p:bldP spid="24" grpId="0" bldLvl="0" animBg="1"/>
      <p:bldP spid="25" grpId="0"/>
      <p:bldP spid="26" grpId="0"/>
      <p:bldP spid="27" grpId="0"/>
      <p:bldP spid="28" grpId="0"/>
      <p:bldP spid="30" grpId="0" bldLvl="0" animBg="1"/>
      <p:bldP spid="3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xmlns="" id="{F8935B40-F830-47CE-9BAB-849AA862CCEE}"/>
              </a:ext>
            </a:extLst>
          </p:cNvPr>
          <p:cNvSpPr/>
          <p:nvPr/>
        </p:nvSpPr>
        <p:spPr>
          <a:xfrm rot="1057730">
            <a:off x="4158174" y="3001823"/>
            <a:ext cx="6185420" cy="2129640"/>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Shape 1896"/>
          <p:cNvSpPr/>
          <p:nvPr/>
        </p:nvSpPr>
        <p:spPr>
          <a:xfrm>
            <a:off x="6607950" y="3575657"/>
            <a:ext cx="1939546" cy="554094"/>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lgn="l">
              <a:lnSpc>
                <a:spcPct val="120000"/>
              </a:lnSpc>
              <a:spcBef>
                <a:spcPts val="2500"/>
              </a:spcBef>
              <a:defRPr sz="2000">
                <a:solidFill>
                  <a:srgbClr val="53585F"/>
                </a:solidFill>
              </a:defRPr>
            </a:lvl1pPr>
          </a:lstStyle>
          <a:p>
            <a:pPr>
              <a:defRPr sz="1800">
                <a:solidFill>
                  <a:srgbClr val="000000"/>
                </a:solidFill>
              </a:defRPr>
            </a:pPr>
            <a:r>
              <a:rPr lang="en-US" altLang="zh-CN" sz="600" dirty="0">
                <a:solidFill>
                  <a:schemeClr val="bg1">
                    <a:lumMod val="65000"/>
                  </a:schemeClr>
                </a:solidFill>
                <a:latin typeface="Arial" panose="020B0604020202020204" pitchFamily="34" charset="0"/>
                <a:ea typeface="微软雅黑" panose="020B0503020204020204" pitchFamily="34" charset="-122"/>
                <a:cs typeface="Open Sans" panose="020B0606030504020204" pitchFamily="34" charset="0"/>
                <a:sym typeface="Arial" panose="020B0604020202020204" pitchFamily="34" charset="0"/>
              </a:rPr>
              <a:t>Please replace text, click add relevant headline, modify the text content, also can copy your content to this </a:t>
            </a:r>
            <a:r>
              <a:rPr lang="en-US" altLang="zh-CN" sz="600" dirty="0" err="1">
                <a:solidFill>
                  <a:schemeClr val="bg1">
                    <a:lumMod val="65000"/>
                  </a:schemeClr>
                </a:solidFill>
                <a:latin typeface="Arial" panose="020B0604020202020204" pitchFamily="34" charset="0"/>
                <a:ea typeface="微软雅黑" panose="020B0503020204020204" pitchFamily="34" charset="-122"/>
                <a:cs typeface="Open Sans" panose="020B0606030504020204" pitchFamily="34" charset="0"/>
                <a:sym typeface="Arial" panose="020B0604020202020204" pitchFamily="34" charset="0"/>
              </a:rPr>
              <a:t>directly.Please</a:t>
            </a:r>
            <a:r>
              <a:rPr lang="en-US" altLang="zh-CN" sz="600" dirty="0">
                <a:solidFill>
                  <a:schemeClr val="bg1">
                    <a:lumMod val="65000"/>
                  </a:schemeClr>
                </a:solidFill>
                <a:latin typeface="Arial" panose="020B0604020202020204" pitchFamily="34" charset="0"/>
                <a:ea typeface="微软雅黑" panose="020B0503020204020204" pitchFamily="34" charset="-122"/>
                <a:cs typeface="Open Sans" panose="020B0606030504020204" pitchFamily="34" charset="0"/>
                <a:sym typeface="Arial" panose="020B0604020202020204" pitchFamily="34" charset="0"/>
              </a:rPr>
              <a:t> replace text, click add relevant headline, modify the text content, also can copy your content to this directly.</a:t>
            </a:r>
            <a:endParaRPr lang="zh-CN" altLang="en-US" sz="600" dirty="0">
              <a:solidFill>
                <a:schemeClr val="bg1">
                  <a:lumMod val="65000"/>
                </a:schemeClr>
              </a:solidFill>
              <a:latin typeface="Arial" panose="020B0604020202020204" pitchFamily="34" charset="0"/>
              <a:ea typeface="微软雅黑" panose="020B0503020204020204" pitchFamily="34" charset="-122"/>
              <a:cs typeface="Open Sans" panose="020B0606030504020204" pitchFamily="34" charset="0"/>
              <a:sym typeface="Arial" panose="020B0604020202020204" pitchFamily="34" charset="0"/>
            </a:endParaRPr>
          </a:p>
        </p:txBody>
      </p:sp>
      <p:sp>
        <p:nvSpPr>
          <p:cNvPr id="10" name="Shape 1897"/>
          <p:cNvSpPr/>
          <p:nvPr/>
        </p:nvSpPr>
        <p:spPr>
          <a:xfrm>
            <a:off x="1294929" y="2700409"/>
            <a:ext cx="1929831" cy="554094"/>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ctr">
            <a:spAutoFit/>
          </a:bodyPr>
          <a:lstStyle>
            <a:lvl1pPr algn="r">
              <a:lnSpc>
                <a:spcPct val="120000"/>
              </a:lnSpc>
              <a:spcBef>
                <a:spcPts val="4500"/>
              </a:spcBef>
              <a:defRPr sz="2000">
                <a:solidFill>
                  <a:srgbClr val="53585F"/>
                </a:solidFill>
              </a:defRPr>
            </a:lvl1pPr>
          </a:lstStyle>
          <a:p>
            <a:pPr>
              <a:defRPr sz="1800">
                <a:solidFill>
                  <a:srgbClr val="000000"/>
                </a:solidFill>
              </a:defRPr>
            </a:pPr>
            <a:r>
              <a:rPr lang="en-US" altLang="zh-CN" sz="600" dirty="0">
                <a:solidFill>
                  <a:schemeClr val="bg1">
                    <a:lumMod val="65000"/>
                  </a:schemeClr>
                </a:solidFill>
                <a:latin typeface="Arial" panose="020B0604020202020204" pitchFamily="34" charset="0"/>
                <a:ea typeface="微软雅黑" panose="020B0503020204020204" pitchFamily="34" charset="-122"/>
                <a:cs typeface="Open Sans" panose="020B0606030504020204" pitchFamily="34" charset="0"/>
                <a:sym typeface="Arial" panose="020B0604020202020204" pitchFamily="34" charset="0"/>
              </a:rPr>
              <a:t>Please replace text, click add relevant headline, modify the text content, also can copy your content to this </a:t>
            </a:r>
            <a:r>
              <a:rPr lang="en-US" altLang="zh-CN" sz="600" dirty="0" err="1">
                <a:solidFill>
                  <a:schemeClr val="bg1">
                    <a:lumMod val="65000"/>
                  </a:schemeClr>
                </a:solidFill>
                <a:latin typeface="Arial" panose="020B0604020202020204" pitchFamily="34" charset="0"/>
                <a:ea typeface="微软雅黑" panose="020B0503020204020204" pitchFamily="34" charset="-122"/>
                <a:cs typeface="Open Sans" panose="020B0606030504020204" pitchFamily="34" charset="0"/>
                <a:sym typeface="Arial" panose="020B0604020202020204" pitchFamily="34" charset="0"/>
              </a:rPr>
              <a:t>directly.Please</a:t>
            </a:r>
            <a:r>
              <a:rPr lang="en-US" altLang="zh-CN" sz="600" dirty="0">
                <a:solidFill>
                  <a:schemeClr val="bg1">
                    <a:lumMod val="65000"/>
                  </a:schemeClr>
                </a:solidFill>
                <a:latin typeface="Arial" panose="020B0604020202020204" pitchFamily="34" charset="0"/>
                <a:ea typeface="微软雅黑" panose="020B0503020204020204" pitchFamily="34" charset="-122"/>
                <a:cs typeface="Open Sans" panose="020B0606030504020204" pitchFamily="34" charset="0"/>
                <a:sym typeface="Arial" panose="020B0604020202020204" pitchFamily="34" charset="0"/>
              </a:rPr>
              <a:t> replace text, click add relevant headline, modify the text content, also can copy your content to this directly.</a:t>
            </a:r>
            <a:endParaRPr lang="zh-CN" altLang="en-US" sz="600" dirty="0">
              <a:solidFill>
                <a:schemeClr val="bg1">
                  <a:lumMod val="65000"/>
                </a:schemeClr>
              </a:solidFill>
              <a:latin typeface="Arial" panose="020B0604020202020204" pitchFamily="34" charset="0"/>
              <a:ea typeface="微软雅黑" panose="020B0503020204020204" pitchFamily="34" charset="-122"/>
              <a:cs typeface="Open Sans" panose="020B0606030504020204" pitchFamily="34" charset="0"/>
              <a:sym typeface="Arial" panose="020B0604020202020204" pitchFamily="34" charset="0"/>
            </a:endParaRPr>
          </a:p>
        </p:txBody>
      </p:sp>
      <p:sp>
        <p:nvSpPr>
          <p:cNvPr id="12" name="Shape 1899"/>
          <p:cNvSpPr/>
          <p:nvPr/>
        </p:nvSpPr>
        <p:spPr>
          <a:xfrm>
            <a:off x="2698736" y="3472986"/>
            <a:ext cx="3748118" cy="862890"/>
          </a:xfrm>
          <a:custGeom>
            <a:avLst/>
            <a:gdLst/>
            <a:ahLst/>
            <a:cxnLst>
              <a:cxn ang="0">
                <a:pos x="wd2" y="hd2"/>
              </a:cxn>
              <a:cxn ang="5400000">
                <a:pos x="wd2" y="hd2"/>
              </a:cxn>
              <a:cxn ang="10800000">
                <a:pos x="wd2" y="hd2"/>
              </a:cxn>
              <a:cxn ang="16200000">
                <a:pos x="wd2" y="hd2"/>
              </a:cxn>
            </a:cxnLst>
            <a:rect l="0" t="0" r="r" b="b"/>
            <a:pathLst>
              <a:path w="21600" h="21600" extrusionOk="0">
                <a:moveTo>
                  <a:pt x="3557" y="0"/>
                </a:moveTo>
                <a:lnTo>
                  <a:pt x="0" y="21600"/>
                </a:lnTo>
                <a:lnTo>
                  <a:pt x="21600" y="21600"/>
                </a:lnTo>
                <a:lnTo>
                  <a:pt x="18043" y="0"/>
                </a:lnTo>
                <a:lnTo>
                  <a:pt x="3557" y="0"/>
                </a:lnTo>
                <a:close/>
              </a:path>
            </a:pathLst>
          </a:custGeom>
          <a:solidFill>
            <a:schemeClr val="accent3"/>
          </a:solidFill>
          <a:ln w="12700">
            <a:miter lim="400000"/>
          </a:ln>
        </p:spPr>
        <p:txBody>
          <a:bodyPr lIns="19052" tIns="19052" rIns="19052" bIns="19052" anchor="ctr"/>
          <a:lstStyle/>
          <a:p>
            <a:pPr>
              <a:lnSpc>
                <a:spcPct val="120000"/>
              </a:lnSpc>
            </a:pPr>
            <a:endParaRPr sz="1300" dirty="0">
              <a:solidFill>
                <a:srgbClr val="53585F"/>
              </a:solidFill>
              <a:latin typeface="Arial" panose="020B0604020202020204" pitchFamily="34" charset="0"/>
              <a:ea typeface="微软雅黑" panose="020B0503020204020204" pitchFamily="34" charset="-122"/>
              <a:sym typeface="Arial" panose="020B0604020202020204" pitchFamily="34" charset="0"/>
            </a:endParaRPr>
          </a:p>
        </p:txBody>
      </p:sp>
      <p:sp>
        <p:nvSpPr>
          <p:cNvPr id="13" name="Shape 1900"/>
          <p:cNvSpPr/>
          <p:nvPr/>
        </p:nvSpPr>
        <p:spPr>
          <a:xfrm>
            <a:off x="3314503" y="2601903"/>
            <a:ext cx="2516583" cy="871084"/>
          </a:xfrm>
          <a:custGeom>
            <a:avLst/>
            <a:gdLst/>
            <a:ahLst/>
            <a:cxnLst>
              <a:cxn ang="0">
                <a:pos x="wd2" y="hd2"/>
              </a:cxn>
              <a:cxn ang="5400000">
                <a:pos x="wd2" y="hd2"/>
              </a:cxn>
              <a:cxn ang="10800000">
                <a:pos x="wd2" y="hd2"/>
              </a:cxn>
              <a:cxn ang="16200000">
                <a:pos x="wd2" y="hd2"/>
              </a:cxn>
            </a:cxnLst>
            <a:rect l="0" t="0" r="r" b="b"/>
            <a:pathLst>
              <a:path w="21600" h="21600" extrusionOk="0">
                <a:moveTo>
                  <a:pt x="5347" y="0"/>
                </a:moveTo>
                <a:lnTo>
                  <a:pt x="0" y="21600"/>
                </a:lnTo>
                <a:lnTo>
                  <a:pt x="21600" y="21600"/>
                </a:lnTo>
                <a:lnTo>
                  <a:pt x="16251" y="0"/>
                </a:lnTo>
                <a:lnTo>
                  <a:pt x="5347" y="0"/>
                </a:lnTo>
                <a:close/>
              </a:path>
            </a:pathLst>
          </a:custGeom>
          <a:solidFill>
            <a:schemeClr val="accent2"/>
          </a:solidFill>
          <a:ln w="12700">
            <a:miter lim="400000"/>
          </a:ln>
        </p:spPr>
        <p:txBody>
          <a:bodyPr lIns="19052" tIns="19052" rIns="19052" bIns="19052" anchor="ctr"/>
          <a:lstStyle/>
          <a:p>
            <a:pPr>
              <a:lnSpc>
                <a:spcPct val="120000"/>
              </a:lnSpc>
            </a:pPr>
            <a:endParaRPr sz="1300" dirty="0">
              <a:solidFill>
                <a:srgbClr val="53585F"/>
              </a:solidFill>
              <a:latin typeface="Arial" panose="020B0604020202020204" pitchFamily="34" charset="0"/>
              <a:ea typeface="微软雅黑" panose="020B0503020204020204" pitchFamily="34" charset="-122"/>
              <a:sym typeface="Arial" panose="020B0604020202020204" pitchFamily="34" charset="0"/>
            </a:endParaRPr>
          </a:p>
        </p:txBody>
      </p:sp>
      <p:sp>
        <p:nvSpPr>
          <p:cNvPr id="14" name="Shape 1901"/>
          <p:cNvSpPr/>
          <p:nvPr/>
        </p:nvSpPr>
        <p:spPr>
          <a:xfrm>
            <a:off x="3938883" y="1710337"/>
            <a:ext cx="1267824" cy="887026"/>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8183" y="5234"/>
                </a:lnTo>
                <a:lnTo>
                  <a:pt x="8190" y="5234"/>
                </a:lnTo>
                <a:lnTo>
                  <a:pt x="0" y="21600"/>
                </a:lnTo>
                <a:lnTo>
                  <a:pt x="21600" y="21600"/>
                </a:lnTo>
                <a:lnTo>
                  <a:pt x="13410" y="5234"/>
                </a:lnTo>
                <a:lnTo>
                  <a:pt x="13417" y="5234"/>
                </a:lnTo>
                <a:lnTo>
                  <a:pt x="10800" y="0"/>
                </a:lnTo>
                <a:close/>
              </a:path>
            </a:pathLst>
          </a:custGeom>
          <a:solidFill>
            <a:schemeClr val="accent1"/>
          </a:solidFill>
          <a:ln w="12700">
            <a:miter lim="400000"/>
          </a:ln>
        </p:spPr>
        <p:txBody>
          <a:bodyPr lIns="19052" tIns="19052" rIns="19052" bIns="19052" anchor="ctr"/>
          <a:lstStyle/>
          <a:p>
            <a:pPr>
              <a:lnSpc>
                <a:spcPct val="120000"/>
              </a:lnSpc>
            </a:pPr>
            <a:endParaRPr sz="1300" dirty="0">
              <a:solidFill>
                <a:srgbClr val="53585F"/>
              </a:solidFill>
              <a:latin typeface="Arial" panose="020B0604020202020204" pitchFamily="34" charset="0"/>
              <a:ea typeface="微软雅黑" panose="020B0503020204020204" pitchFamily="34" charset="-122"/>
              <a:sym typeface="Arial" panose="020B0604020202020204" pitchFamily="34" charset="0"/>
            </a:endParaRPr>
          </a:p>
        </p:txBody>
      </p:sp>
      <p:sp>
        <p:nvSpPr>
          <p:cNvPr id="4" name="Text Placeholder 3"/>
          <p:cNvSpPr>
            <a:spLocks noGrp="1"/>
          </p:cNvSpPr>
          <p:nvPr>
            <p:ph type="body" sz="quarter" idx="4294967295"/>
          </p:nvPr>
        </p:nvSpPr>
        <p:spPr>
          <a:xfrm>
            <a:off x="0" y="3813175"/>
            <a:ext cx="1155700" cy="184150"/>
          </a:xfrm>
          <a:prstGeom prst="rect">
            <a:avLst/>
          </a:prstGeom>
        </p:spPr>
        <p:txBody>
          <a:bodyPr vert="horz" wrap="square" lIns="0" tIns="0" rIns="0" bIns="0" rtlCol="0" anchor="ctr">
            <a:spAutoFit/>
          </a:bodyPr>
          <a:lstStyle/>
          <a:p>
            <a:pPr marL="0" indent="0" algn="ctr">
              <a:lnSpc>
                <a:spcPct val="120000"/>
              </a:lnSpc>
              <a:buNone/>
            </a:pPr>
            <a:r>
              <a:rPr lang="zh-CN" altLang="en-US" sz="1000" dirty="0">
                <a:solidFill>
                  <a:srgbClr val="FCFCFC"/>
                </a:solidFill>
                <a:latin typeface="+mn-ea"/>
                <a:sym typeface="Arial" panose="020B0604020202020204" pitchFamily="34" charset="0"/>
              </a:rPr>
              <a:t>请替换文字内容</a:t>
            </a:r>
            <a:endParaRPr lang="id-ID" sz="1000" dirty="0">
              <a:solidFill>
                <a:srgbClr val="FCFCFC"/>
              </a:solidFill>
              <a:latin typeface="+mn-ea"/>
              <a:sym typeface="Arial" panose="020B0604020202020204" pitchFamily="34" charset="0"/>
            </a:endParaRPr>
          </a:p>
        </p:txBody>
      </p:sp>
      <p:sp>
        <p:nvSpPr>
          <p:cNvPr id="20" name="Text Placeholder 3"/>
          <p:cNvSpPr txBox="1">
            <a:spLocks/>
          </p:cNvSpPr>
          <p:nvPr/>
        </p:nvSpPr>
        <p:spPr>
          <a:xfrm>
            <a:off x="4273101" y="2148674"/>
            <a:ext cx="599384" cy="369396"/>
          </a:xfrm>
          <a:prstGeom prst="rect">
            <a:avLst/>
          </a:prstGeom>
        </p:spPr>
        <p:txBody>
          <a:bodyPr vert="horz" wrap="square" lIns="0" tIns="0" rIns="0" bIns="0" rtlCol="0" anchor="ctr">
            <a:sp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20000"/>
              </a:lnSpc>
            </a:pPr>
            <a:r>
              <a:rPr lang="zh-CN" altLang="en-US" sz="1000" dirty="0">
                <a:solidFill>
                  <a:srgbClr val="FCFCFC"/>
                </a:solidFill>
                <a:latin typeface="Arial" panose="020B0604020202020204" pitchFamily="34" charset="0"/>
                <a:ea typeface="微软雅黑" panose="020B0503020204020204" pitchFamily="34" charset="-122"/>
                <a:sym typeface="Arial" panose="020B0604020202020204" pitchFamily="34" charset="0"/>
              </a:rPr>
              <a:t>请替换文字内容</a:t>
            </a:r>
            <a:endParaRPr lang="id-ID" sz="1000" dirty="0">
              <a:solidFill>
                <a:srgbClr val="FCFCFC"/>
              </a:solidFill>
              <a:latin typeface="Arial" panose="020B0604020202020204" pitchFamily="34" charset="0"/>
              <a:ea typeface="微软雅黑" panose="020B0503020204020204" pitchFamily="34" charset="-122"/>
              <a:sym typeface="Arial" panose="020B0604020202020204" pitchFamily="34" charset="0"/>
            </a:endParaRPr>
          </a:p>
        </p:txBody>
      </p:sp>
      <p:sp>
        <p:nvSpPr>
          <p:cNvPr id="19" name="Text Placeholder 3"/>
          <p:cNvSpPr txBox="1">
            <a:spLocks/>
          </p:cNvSpPr>
          <p:nvPr/>
        </p:nvSpPr>
        <p:spPr>
          <a:xfrm>
            <a:off x="4085029" y="2948985"/>
            <a:ext cx="975530" cy="184698"/>
          </a:xfrm>
          <a:prstGeom prst="rect">
            <a:avLst/>
          </a:prstGeom>
        </p:spPr>
        <p:txBody>
          <a:bodyPr vert="horz" wrap="square" lIns="0" tIns="0" rIns="0" bIns="0" rtlCol="0" anchor="ctr">
            <a:sp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20000"/>
              </a:lnSpc>
            </a:pPr>
            <a:r>
              <a:rPr lang="zh-CN" altLang="en-US" sz="1000" dirty="0">
                <a:solidFill>
                  <a:srgbClr val="FCFCFC"/>
                </a:solidFill>
                <a:latin typeface="Arial" panose="020B0604020202020204" pitchFamily="34" charset="0"/>
                <a:ea typeface="微软雅黑" panose="020B0503020204020204" pitchFamily="34" charset="-122"/>
                <a:sym typeface="Arial" panose="020B0604020202020204" pitchFamily="34" charset="0"/>
              </a:rPr>
              <a:t>请替换文字内容</a:t>
            </a:r>
            <a:endParaRPr lang="id-ID" sz="1000" dirty="0">
              <a:solidFill>
                <a:srgbClr val="FCFCFC"/>
              </a:solidFill>
              <a:latin typeface="Arial" panose="020B0604020202020204" pitchFamily="34" charset="0"/>
              <a:ea typeface="微软雅黑" panose="020B0503020204020204" pitchFamily="34" charset="-122"/>
              <a:sym typeface="Arial" panose="020B0604020202020204" pitchFamily="34" charset="0"/>
            </a:endParaRPr>
          </a:p>
        </p:txBody>
      </p:sp>
      <p:sp>
        <p:nvSpPr>
          <p:cNvPr id="11" name="Shape 1896"/>
          <p:cNvSpPr/>
          <p:nvPr/>
        </p:nvSpPr>
        <p:spPr>
          <a:xfrm>
            <a:off x="5310181" y="1820642"/>
            <a:ext cx="1939546" cy="554094"/>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lgn="l">
              <a:lnSpc>
                <a:spcPct val="120000"/>
              </a:lnSpc>
              <a:spcBef>
                <a:spcPts val="2500"/>
              </a:spcBef>
              <a:defRPr sz="2000">
                <a:solidFill>
                  <a:srgbClr val="53585F"/>
                </a:solidFill>
              </a:defRPr>
            </a:lvl1pPr>
          </a:lstStyle>
          <a:p>
            <a:pPr>
              <a:defRPr sz="1800">
                <a:solidFill>
                  <a:srgbClr val="000000"/>
                </a:solidFill>
              </a:defRPr>
            </a:pPr>
            <a:r>
              <a:rPr lang="en-US" altLang="zh-CN" sz="600" dirty="0">
                <a:solidFill>
                  <a:schemeClr val="bg1">
                    <a:lumMod val="65000"/>
                  </a:schemeClr>
                </a:solidFill>
                <a:latin typeface="Arial" panose="020B0604020202020204" pitchFamily="34" charset="0"/>
                <a:ea typeface="微软雅黑" panose="020B0503020204020204" pitchFamily="34" charset="-122"/>
                <a:cs typeface="Open Sans" panose="020B0606030504020204" pitchFamily="34" charset="0"/>
                <a:sym typeface="Arial" panose="020B0604020202020204" pitchFamily="34" charset="0"/>
              </a:rPr>
              <a:t>Please replace text, click add relevant headline, modify the text content, also can copy your content to this </a:t>
            </a:r>
            <a:r>
              <a:rPr lang="en-US" altLang="zh-CN" sz="600" dirty="0" err="1">
                <a:solidFill>
                  <a:schemeClr val="bg1">
                    <a:lumMod val="65000"/>
                  </a:schemeClr>
                </a:solidFill>
                <a:latin typeface="Arial" panose="020B0604020202020204" pitchFamily="34" charset="0"/>
                <a:ea typeface="微软雅黑" panose="020B0503020204020204" pitchFamily="34" charset="-122"/>
                <a:cs typeface="Open Sans" panose="020B0606030504020204" pitchFamily="34" charset="0"/>
                <a:sym typeface="Arial" panose="020B0604020202020204" pitchFamily="34" charset="0"/>
              </a:rPr>
              <a:t>directly.Please</a:t>
            </a:r>
            <a:r>
              <a:rPr lang="en-US" altLang="zh-CN" sz="600" dirty="0">
                <a:solidFill>
                  <a:schemeClr val="bg1">
                    <a:lumMod val="65000"/>
                  </a:schemeClr>
                </a:solidFill>
                <a:latin typeface="Arial" panose="020B0604020202020204" pitchFamily="34" charset="0"/>
                <a:ea typeface="微软雅黑" panose="020B0503020204020204" pitchFamily="34" charset="-122"/>
                <a:cs typeface="Open Sans" panose="020B0606030504020204" pitchFamily="34" charset="0"/>
                <a:sym typeface="Arial" panose="020B0604020202020204" pitchFamily="34" charset="0"/>
              </a:rPr>
              <a:t> replace text, click add relevant headline, modify the text content, also can copy your content to this directly.</a:t>
            </a:r>
            <a:endParaRPr lang="zh-CN" altLang="en-US" sz="600" dirty="0">
              <a:solidFill>
                <a:schemeClr val="bg1">
                  <a:lumMod val="65000"/>
                </a:schemeClr>
              </a:solidFill>
              <a:latin typeface="Arial" panose="020B0604020202020204" pitchFamily="34" charset="0"/>
              <a:ea typeface="微软雅黑" panose="020B0503020204020204" pitchFamily="34" charset="-122"/>
              <a:cs typeface="Open Sans" panose="020B0606030504020204" pitchFamily="34" charset="0"/>
              <a:sym typeface="Arial" panose="020B0604020202020204" pitchFamily="34" charset="0"/>
            </a:endParaRPr>
          </a:p>
        </p:txBody>
      </p:sp>
      <p:pic>
        <p:nvPicPr>
          <p:cNvPr id="16" name="图片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37905" y="61236"/>
            <a:ext cx="979629" cy="909108"/>
          </a:xfrm>
          <a:prstGeom prst="rect">
            <a:avLst/>
          </a:prstGeom>
        </p:spPr>
      </p:pic>
    </p:spTree>
    <p:extLst>
      <p:ext uri="{BB962C8B-B14F-4D97-AF65-F5344CB8AC3E}">
        <p14:creationId xmlns:p14="http://schemas.microsoft.com/office/powerpoint/2010/main" val="1882304375"/>
      </p:ext>
    </p:extLst>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Effect transition="in" filter="fade">
                                      <p:cBhvr>
                                        <p:cTn id="11" dur="500"/>
                                        <p:tgtEl>
                                          <p:spTgt spid="4">
                                            <p:txEl>
                                              <p:pRg st="0" end="0"/>
                                            </p:txEl>
                                          </p:spTgt>
                                        </p:tgtEl>
                                      </p:cBhvr>
                                    </p:animEffect>
                                  </p:childTnLst>
                                </p:cTn>
                              </p:par>
                            </p:childTnLst>
                          </p:cTn>
                        </p:par>
                        <p:par>
                          <p:cTn id="12" fill="hold">
                            <p:stCondLst>
                              <p:cond delay="1000"/>
                            </p:stCondLst>
                            <p:childTnLst>
                              <p:par>
                                <p:cTn id="13" presetID="18" presetClass="entr" presetSubtype="6"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strips(downRight)">
                                      <p:cBhvr>
                                        <p:cTn id="15" dur="500"/>
                                        <p:tgtEl>
                                          <p:spTgt spid="9"/>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down)">
                                      <p:cBhvr>
                                        <p:cTn id="19" dur="500"/>
                                        <p:tgtEl>
                                          <p:spTgt spid="13"/>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500"/>
                                        <p:tgtEl>
                                          <p:spTgt spid="19"/>
                                        </p:tgtEl>
                                      </p:cBhvr>
                                    </p:animEffect>
                                  </p:childTnLst>
                                </p:cTn>
                              </p:par>
                            </p:childTnLst>
                          </p:cTn>
                        </p:par>
                        <p:par>
                          <p:cTn id="24" fill="hold">
                            <p:stCondLst>
                              <p:cond delay="2500"/>
                            </p:stCondLst>
                            <p:childTnLst>
                              <p:par>
                                <p:cTn id="25" presetID="18" presetClass="entr" presetSubtype="12"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strips(downLeft)">
                                      <p:cBhvr>
                                        <p:cTn id="27" dur="500"/>
                                        <p:tgtEl>
                                          <p:spTgt spid="10"/>
                                        </p:tgtEl>
                                      </p:cBhvr>
                                    </p:animEffect>
                                  </p:childTnLst>
                                </p:cTn>
                              </p:par>
                            </p:childTnLst>
                          </p:cTn>
                        </p:par>
                        <p:par>
                          <p:cTn id="28" fill="hold">
                            <p:stCondLst>
                              <p:cond delay="3000"/>
                            </p:stCondLst>
                            <p:childTnLst>
                              <p:par>
                                <p:cTn id="29" presetID="22" presetClass="entr" presetSubtype="4"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down)">
                                      <p:cBhvr>
                                        <p:cTn id="31" dur="500"/>
                                        <p:tgtEl>
                                          <p:spTgt spid="14"/>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500"/>
                                        <p:tgtEl>
                                          <p:spTgt spid="20"/>
                                        </p:tgtEl>
                                      </p:cBhvr>
                                    </p:animEffect>
                                  </p:childTnLst>
                                </p:cTn>
                              </p:par>
                            </p:childTnLst>
                          </p:cTn>
                        </p:par>
                        <p:par>
                          <p:cTn id="36" fill="hold">
                            <p:stCondLst>
                              <p:cond delay="4000"/>
                            </p:stCondLst>
                            <p:childTnLst>
                              <p:par>
                                <p:cTn id="37" presetID="18" presetClass="entr" presetSubtype="6" fill="hold" grpId="0" nodeType="after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strips(downRight)">
                                      <p:cBhvr>
                                        <p:cTn id="39" dur="500"/>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wipe(left)">
                                      <p:cBhvr>
                                        <p:cTn id="4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9" grpId="0" animBg="1"/>
      <p:bldP spid="10" grpId="0" animBg="1"/>
      <p:bldP spid="12" grpId="0" animBg="1"/>
      <p:bldP spid="13" grpId="0" animBg="1"/>
      <p:bldP spid="14" grpId="0" animBg="1"/>
      <p:bldP spid="4" grpId="0" build="p"/>
      <p:bldP spid="20" grpId="0"/>
      <p:bldP spid="19" grpId="0"/>
      <p:bldP spid="1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a:extLst>
              <a:ext uri="{FF2B5EF4-FFF2-40B4-BE49-F238E27FC236}">
                <a16:creationId xmlns:a16="http://schemas.microsoft.com/office/drawing/2014/main" xmlns="" id="{5B1F75A1-B37F-4C44-962B-E1FB47702875}"/>
              </a:ext>
            </a:extLst>
          </p:cNvPr>
          <p:cNvSpPr/>
          <p:nvPr/>
        </p:nvSpPr>
        <p:spPr>
          <a:xfrm rot="1057730">
            <a:off x="7588282" y="2794737"/>
            <a:ext cx="4492339" cy="525243"/>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矩形 33">
            <a:extLst>
              <a:ext uri="{FF2B5EF4-FFF2-40B4-BE49-F238E27FC236}">
                <a16:creationId xmlns:a16="http://schemas.microsoft.com/office/drawing/2014/main" xmlns="" id="{3E2E093C-9DCA-43E8-BD2C-AFCEA1E1E0CF}"/>
              </a:ext>
            </a:extLst>
          </p:cNvPr>
          <p:cNvSpPr/>
          <p:nvPr/>
        </p:nvSpPr>
        <p:spPr>
          <a:xfrm rot="1057730">
            <a:off x="5783986" y="2782768"/>
            <a:ext cx="4492339" cy="525243"/>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矩形 32">
            <a:extLst>
              <a:ext uri="{FF2B5EF4-FFF2-40B4-BE49-F238E27FC236}">
                <a16:creationId xmlns:a16="http://schemas.microsoft.com/office/drawing/2014/main" xmlns="" id="{85C97731-8361-40AE-AEE1-45297525F54F}"/>
              </a:ext>
            </a:extLst>
          </p:cNvPr>
          <p:cNvSpPr/>
          <p:nvPr/>
        </p:nvSpPr>
        <p:spPr>
          <a:xfrm rot="1057730">
            <a:off x="3865214" y="2782767"/>
            <a:ext cx="4492339" cy="525243"/>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矩形 31">
            <a:extLst>
              <a:ext uri="{FF2B5EF4-FFF2-40B4-BE49-F238E27FC236}">
                <a16:creationId xmlns:a16="http://schemas.microsoft.com/office/drawing/2014/main" xmlns="" id="{8AF0AD2F-3B66-43C2-A59D-AC305D04B6A3}"/>
              </a:ext>
            </a:extLst>
          </p:cNvPr>
          <p:cNvSpPr/>
          <p:nvPr/>
        </p:nvSpPr>
        <p:spPr>
          <a:xfrm rot="1057730">
            <a:off x="1946441" y="2782767"/>
            <a:ext cx="4492339" cy="525243"/>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 name="Group 6"/>
          <p:cNvGrpSpPr/>
          <p:nvPr/>
        </p:nvGrpSpPr>
        <p:grpSpPr>
          <a:xfrm>
            <a:off x="6230254" y="2114850"/>
            <a:ext cx="1804296" cy="535516"/>
            <a:chOff x="8305802" y="2818812"/>
            <a:chExt cx="2405575" cy="713936"/>
          </a:xfrm>
        </p:grpSpPr>
        <p:sp>
          <p:nvSpPr>
            <p:cNvPr id="11" name="Rectangle 10"/>
            <p:cNvSpPr/>
            <p:nvPr/>
          </p:nvSpPr>
          <p:spPr>
            <a:xfrm>
              <a:off x="8305802" y="2818812"/>
              <a:ext cx="2405575" cy="71393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TextBox 18"/>
            <p:cNvSpPr txBox="1"/>
            <p:nvPr/>
          </p:nvSpPr>
          <p:spPr>
            <a:xfrm>
              <a:off x="8907408" y="3038503"/>
              <a:ext cx="1443289" cy="369352"/>
            </a:xfrm>
            <a:prstGeom prst="rect">
              <a:avLst/>
            </a:prstGeom>
            <a:noFill/>
          </p:spPr>
          <p:txBody>
            <a:bodyPr wrap="none" rtlCol="0">
              <a:spAutoFit/>
            </a:bodyPr>
            <a:lstStyle/>
            <a:p>
              <a:pPr>
                <a:lnSpc>
                  <a:spcPct val="120000"/>
                </a:lnSpc>
              </a:pPr>
              <a:r>
                <a:rPr lang="zh-CN" altLang="en-US" sz="10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altLang="zh-CN" sz="10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Freeform 19"/>
            <p:cNvSpPr>
              <a:spLocks noEditPoints="1"/>
            </p:cNvSpPr>
            <p:nvPr/>
          </p:nvSpPr>
          <p:spPr bwMode="auto">
            <a:xfrm>
              <a:off x="8513920" y="2995442"/>
              <a:ext cx="320594" cy="362576"/>
            </a:xfrm>
            <a:custGeom>
              <a:avLst/>
              <a:gdLst>
                <a:gd name="T0" fmla="*/ 20 w 78"/>
                <a:gd name="T1" fmla="*/ 7 h 88"/>
                <a:gd name="T2" fmla="*/ 20 w 78"/>
                <a:gd name="T3" fmla="*/ 11 h 88"/>
                <a:gd name="T4" fmla="*/ 5 w 78"/>
                <a:gd name="T5" fmla="*/ 6 h 88"/>
                <a:gd name="T6" fmla="*/ 1 w 78"/>
                <a:gd name="T7" fmla="*/ 8 h 88"/>
                <a:gd name="T8" fmla="*/ 0 w 78"/>
                <a:gd name="T9" fmla="*/ 20 h 88"/>
                <a:gd name="T10" fmla="*/ 3 w 78"/>
                <a:gd name="T11" fmla="*/ 38 h 88"/>
                <a:gd name="T12" fmla="*/ 17 w 78"/>
                <a:gd name="T13" fmla="*/ 49 h 88"/>
                <a:gd name="T14" fmla="*/ 20 w 78"/>
                <a:gd name="T15" fmla="*/ 50 h 88"/>
                <a:gd name="T16" fmla="*/ 20 w 78"/>
                <a:gd name="T17" fmla="*/ 49 h 88"/>
                <a:gd name="T18" fmla="*/ 31 w 78"/>
                <a:gd name="T19" fmla="*/ 52 h 88"/>
                <a:gd name="T20" fmla="*/ 31 w 78"/>
                <a:gd name="T21" fmla="*/ 64 h 88"/>
                <a:gd name="T22" fmla="*/ 27 w 78"/>
                <a:gd name="T23" fmla="*/ 64 h 88"/>
                <a:gd name="T24" fmla="*/ 27 w 78"/>
                <a:gd name="T25" fmla="*/ 68 h 88"/>
                <a:gd name="T26" fmla="*/ 15 w 78"/>
                <a:gd name="T27" fmla="*/ 68 h 88"/>
                <a:gd name="T28" fmla="*/ 15 w 78"/>
                <a:gd name="T29" fmla="*/ 88 h 88"/>
                <a:gd name="T30" fmla="*/ 64 w 78"/>
                <a:gd name="T31" fmla="*/ 88 h 88"/>
                <a:gd name="T32" fmla="*/ 64 w 78"/>
                <a:gd name="T33" fmla="*/ 68 h 88"/>
                <a:gd name="T34" fmla="*/ 52 w 78"/>
                <a:gd name="T35" fmla="*/ 68 h 88"/>
                <a:gd name="T36" fmla="*/ 52 w 78"/>
                <a:gd name="T37" fmla="*/ 64 h 88"/>
                <a:gd name="T38" fmla="*/ 47 w 78"/>
                <a:gd name="T39" fmla="*/ 64 h 88"/>
                <a:gd name="T40" fmla="*/ 47 w 78"/>
                <a:gd name="T41" fmla="*/ 52 h 88"/>
                <a:gd name="T42" fmla="*/ 58 w 78"/>
                <a:gd name="T43" fmla="*/ 49 h 88"/>
                <a:gd name="T44" fmla="*/ 58 w 78"/>
                <a:gd name="T45" fmla="*/ 50 h 88"/>
                <a:gd name="T46" fmla="*/ 61 w 78"/>
                <a:gd name="T47" fmla="*/ 49 h 88"/>
                <a:gd name="T48" fmla="*/ 75 w 78"/>
                <a:gd name="T49" fmla="*/ 38 h 88"/>
                <a:gd name="T50" fmla="*/ 78 w 78"/>
                <a:gd name="T51" fmla="*/ 20 h 88"/>
                <a:gd name="T52" fmla="*/ 77 w 78"/>
                <a:gd name="T53" fmla="*/ 8 h 88"/>
                <a:gd name="T54" fmla="*/ 73 w 78"/>
                <a:gd name="T55" fmla="*/ 6 h 88"/>
                <a:gd name="T56" fmla="*/ 58 w 78"/>
                <a:gd name="T57" fmla="*/ 11 h 88"/>
                <a:gd name="T58" fmla="*/ 58 w 78"/>
                <a:gd name="T59" fmla="*/ 7 h 88"/>
                <a:gd name="T60" fmla="*/ 60 w 78"/>
                <a:gd name="T61" fmla="*/ 7 h 88"/>
                <a:gd name="T62" fmla="*/ 60 w 78"/>
                <a:gd name="T63" fmla="*/ 0 h 88"/>
                <a:gd name="T64" fmla="*/ 17 w 78"/>
                <a:gd name="T65" fmla="*/ 0 h 88"/>
                <a:gd name="T66" fmla="*/ 17 w 78"/>
                <a:gd name="T67" fmla="*/ 7 h 88"/>
                <a:gd name="T68" fmla="*/ 20 w 78"/>
                <a:gd name="T69" fmla="*/ 7 h 88"/>
                <a:gd name="T70" fmla="*/ 63 w 78"/>
                <a:gd name="T71" fmla="*/ 42 h 88"/>
                <a:gd name="T72" fmla="*/ 59 w 78"/>
                <a:gd name="T73" fmla="*/ 20 h 88"/>
                <a:gd name="T74" fmla="*/ 61 w 78"/>
                <a:gd name="T75" fmla="*/ 22 h 88"/>
                <a:gd name="T76" fmla="*/ 66 w 78"/>
                <a:gd name="T77" fmla="*/ 18 h 88"/>
                <a:gd name="T78" fmla="*/ 64 w 78"/>
                <a:gd name="T79" fmla="*/ 16 h 88"/>
                <a:gd name="T80" fmla="*/ 71 w 78"/>
                <a:gd name="T81" fmla="*/ 13 h 88"/>
                <a:gd name="T82" fmla="*/ 72 w 78"/>
                <a:gd name="T83" fmla="*/ 20 h 88"/>
                <a:gd name="T84" fmla="*/ 69 w 78"/>
                <a:gd name="T85" fmla="*/ 36 h 88"/>
                <a:gd name="T86" fmla="*/ 63 w 78"/>
                <a:gd name="T87" fmla="*/ 42 h 88"/>
                <a:gd name="T88" fmla="*/ 19 w 78"/>
                <a:gd name="T89" fmla="*/ 20 h 88"/>
                <a:gd name="T90" fmla="*/ 15 w 78"/>
                <a:gd name="T91" fmla="*/ 42 h 88"/>
                <a:gd name="T92" fmla="*/ 9 w 78"/>
                <a:gd name="T93" fmla="*/ 36 h 88"/>
                <a:gd name="T94" fmla="*/ 6 w 78"/>
                <a:gd name="T95" fmla="*/ 20 h 88"/>
                <a:gd name="T96" fmla="*/ 7 w 78"/>
                <a:gd name="T97" fmla="*/ 13 h 88"/>
                <a:gd name="T98" fmla="*/ 14 w 78"/>
                <a:gd name="T99" fmla="*/ 16 h 88"/>
                <a:gd name="T100" fmla="*/ 12 w 78"/>
                <a:gd name="T101" fmla="*/ 18 h 88"/>
                <a:gd name="T102" fmla="*/ 17 w 78"/>
                <a:gd name="T103" fmla="*/ 22 h 88"/>
                <a:gd name="T104" fmla="*/ 19 w 78"/>
                <a:gd name="T105" fmla="*/ 20 h 88"/>
                <a:gd name="T106" fmla="*/ 32 w 78"/>
                <a:gd name="T107" fmla="*/ 10 h 88"/>
                <a:gd name="T108" fmla="*/ 32 w 78"/>
                <a:gd name="T109" fmla="*/ 45 h 88"/>
                <a:gd name="T110" fmla="*/ 25 w 78"/>
                <a:gd name="T111" fmla="*/ 41 h 88"/>
                <a:gd name="T112" fmla="*/ 28 w 78"/>
                <a:gd name="T113" fmla="*/ 14 h 88"/>
                <a:gd name="T114" fmla="*/ 28 w 78"/>
                <a:gd name="T115" fmla="*/ 10 h 88"/>
                <a:gd name="T116" fmla="*/ 32 w 78"/>
                <a:gd name="T117" fmla="*/ 1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8" h="88">
                  <a:moveTo>
                    <a:pt x="20" y="7"/>
                  </a:moveTo>
                  <a:cubicBezTo>
                    <a:pt x="20" y="8"/>
                    <a:pt x="21" y="10"/>
                    <a:pt x="20" y="11"/>
                  </a:cubicBezTo>
                  <a:cubicBezTo>
                    <a:pt x="5" y="6"/>
                    <a:pt x="5" y="6"/>
                    <a:pt x="5" y="6"/>
                  </a:cubicBezTo>
                  <a:cubicBezTo>
                    <a:pt x="1" y="8"/>
                    <a:pt x="1" y="8"/>
                    <a:pt x="1" y="8"/>
                  </a:cubicBezTo>
                  <a:cubicBezTo>
                    <a:pt x="0" y="11"/>
                    <a:pt x="0" y="16"/>
                    <a:pt x="0" y="20"/>
                  </a:cubicBezTo>
                  <a:cubicBezTo>
                    <a:pt x="0" y="26"/>
                    <a:pt x="1" y="33"/>
                    <a:pt x="3" y="38"/>
                  </a:cubicBezTo>
                  <a:cubicBezTo>
                    <a:pt x="6" y="44"/>
                    <a:pt x="10" y="48"/>
                    <a:pt x="17" y="49"/>
                  </a:cubicBezTo>
                  <a:cubicBezTo>
                    <a:pt x="18" y="50"/>
                    <a:pt x="19" y="50"/>
                    <a:pt x="20" y="50"/>
                  </a:cubicBezTo>
                  <a:cubicBezTo>
                    <a:pt x="20" y="49"/>
                    <a:pt x="20" y="49"/>
                    <a:pt x="20" y="49"/>
                  </a:cubicBezTo>
                  <a:cubicBezTo>
                    <a:pt x="22" y="51"/>
                    <a:pt x="26" y="52"/>
                    <a:pt x="31" y="52"/>
                  </a:cubicBezTo>
                  <a:cubicBezTo>
                    <a:pt x="31" y="64"/>
                    <a:pt x="31" y="64"/>
                    <a:pt x="31" y="64"/>
                  </a:cubicBezTo>
                  <a:cubicBezTo>
                    <a:pt x="27" y="64"/>
                    <a:pt x="27" y="64"/>
                    <a:pt x="27" y="64"/>
                  </a:cubicBezTo>
                  <a:cubicBezTo>
                    <a:pt x="27" y="68"/>
                    <a:pt x="27" y="68"/>
                    <a:pt x="27" y="68"/>
                  </a:cubicBezTo>
                  <a:cubicBezTo>
                    <a:pt x="15" y="68"/>
                    <a:pt x="15" y="68"/>
                    <a:pt x="15" y="68"/>
                  </a:cubicBezTo>
                  <a:cubicBezTo>
                    <a:pt x="15" y="88"/>
                    <a:pt x="15" y="88"/>
                    <a:pt x="15" y="88"/>
                  </a:cubicBezTo>
                  <a:cubicBezTo>
                    <a:pt x="64" y="88"/>
                    <a:pt x="64" y="88"/>
                    <a:pt x="64" y="88"/>
                  </a:cubicBezTo>
                  <a:cubicBezTo>
                    <a:pt x="64" y="68"/>
                    <a:pt x="64" y="68"/>
                    <a:pt x="64" y="68"/>
                  </a:cubicBezTo>
                  <a:cubicBezTo>
                    <a:pt x="52" y="68"/>
                    <a:pt x="52" y="68"/>
                    <a:pt x="52" y="68"/>
                  </a:cubicBezTo>
                  <a:cubicBezTo>
                    <a:pt x="52" y="64"/>
                    <a:pt x="52" y="64"/>
                    <a:pt x="52" y="64"/>
                  </a:cubicBezTo>
                  <a:cubicBezTo>
                    <a:pt x="47" y="64"/>
                    <a:pt x="47" y="64"/>
                    <a:pt x="47" y="64"/>
                  </a:cubicBezTo>
                  <a:cubicBezTo>
                    <a:pt x="47" y="52"/>
                    <a:pt x="47" y="52"/>
                    <a:pt x="47" y="52"/>
                  </a:cubicBezTo>
                  <a:cubicBezTo>
                    <a:pt x="52" y="52"/>
                    <a:pt x="56" y="51"/>
                    <a:pt x="58" y="49"/>
                  </a:cubicBezTo>
                  <a:cubicBezTo>
                    <a:pt x="58" y="50"/>
                    <a:pt x="58" y="50"/>
                    <a:pt x="58" y="50"/>
                  </a:cubicBezTo>
                  <a:cubicBezTo>
                    <a:pt x="59" y="50"/>
                    <a:pt x="60" y="50"/>
                    <a:pt x="61" y="49"/>
                  </a:cubicBezTo>
                  <a:cubicBezTo>
                    <a:pt x="68" y="48"/>
                    <a:pt x="72" y="44"/>
                    <a:pt x="75" y="38"/>
                  </a:cubicBezTo>
                  <a:cubicBezTo>
                    <a:pt x="77" y="33"/>
                    <a:pt x="78" y="26"/>
                    <a:pt x="78" y="20"/>
                  </a:cubicBezTo>
                  <a:cubicBezTo>
                    <a:pt x="78" y="16"/>
                    <a:pt x="78" y="11"/>
                    <a:pt x="77" y="8"/>
                  </a:cubicBezTo>
                  <a:cubicBezTo>
                    <a:pt x="73" y="6"/>
                    <a:pt x="73" y="6"/>
                    <a:pt x="73" y="6"/>
                  </a:cubicBezTo>
                  <a:cubicBezTo>
                    <a:pt x="58" y="11"/>
                    <a:pt x="58" y="11"/>
                    <a:pt x="58" y="11"/>
                  </a:cubicBezTo>
                  <a:cubicBezTo>
                    <a:pt x="57" y="10"/>
                    <a:pt x="58" y="8"/>
                    <a:pt x="58" y="7"/>
                  </a:cubicBezTo>
                  <a:cubicBezTo>
                    <a:pt x="60" y="7"/>
                    <a:pt x="60" y="7"/>
                    <a:pt x="60" y="7"/>
                  </a:cubicBezTo>
                  <a:cubicBezTo>
                    <a:pt x="60" y="0"/>
                    <a:pt x="60" y="0"/>
                    <a:pt x="60" y="0"/>
                  </a:cubicBezTo>
                  <a:cubicBezTo>
                    <a:pt x="17" y="0"/>
                    <a:pt x="17" y="0"/>
                    <a:pt x="17" y="0"/>
                  </a:cubicBezTo>
                  <a:cubicBezTo>
                    <a:pt x="17" y="7"/>
                    <a:pt x="17" y="7"/>
                    <a:pt x="17" y="7"/>
                  </a:cubicBezTo>
                  <a:cubicBezTo>
                    <a:pt x="20" y="7"/>
                    <a:pt x="20" y="7"/>
                    <a:pt x="20" y="7"/>
                  </a:cubicBezTo>
                  <a:close/>
                  <a:moveTo>
                    <a:pt x="63" y="42"/>
                  </a:moveTo>
                  <a:cubicBezTo>
                    <a:pt x="64" y="36"/>
                    <a:pt x="60" y="28"/>
                    <a:pt x="59" y="20"/>
                  </a:cubicBezTo>
                  <a:cubicBezTo>
                    <a:pt x="61" y="22"/>
                    <a:pt x="61" y="22"/>
                    <a:pt x="61" y="22"/>
                  </a:cubicBezTo>
                  <a:cubicBezTo>
                    <a:pt x="66" y="18"/>
                    <a:pt x="66" y="18"/>
                    <a:pt x="66" y="18"/>
                  </a:cubicBezTo>
                  <a:cubicBezTo>
                    <a:pt x="64" y="16"/>
                    <a:pt x="64" y="16"/>
                    <a:pt x="64" y="16"/>
                  </a:cubicBezTo>
                  <a:cubicBezTo>
                    <a:pt x="71" y="13"/>
                    <a:pt x="71" y="13"/>
                    <a:pt x="71" y="13"/>
                  </a:cubicBezTo>
                  <a:cubicBezTo>
                    <a:pt x="72" y="15"/>
                    <a:pt x="72" y="18"/>
                    <a:pt x="72" y="20"/>
                  </a:cubicBezTo>
                  <a:cubicBezTo>
                    <a:pt x="71" y="26"/>
                    <a:pt x="71" y="31"/>
                    <a:pt x="69" y="36"/>
                  </a:cubicBezTo>
                  <a:cubicBezTo>
                    <a:pt x="67" y="39"/>
                    <a:pt x="65" y="41"/>
                    <a:pt x="63" y="42"/>
                  </a:cubicBezTo>
                  <a:close/>
                  <a:moveTo>
                    <a:pt x="19" y="20"/>
                  </a:moveTo>
                  <a:cubicBezTo>
                    <a:pt x="17" y="28"/>
                    <a:pt x="14" y="36"/>
                    <a:pt x="15" y="42"/>
                  </a:cubicBezTo>
                  <a:cubicBezTo>
                    <a:pt x="13" y="41"/>
                    <a:pt x="11" y="39"/>
                    <a:pt x="9" y="36"/>
                  </a:cubicBezTo>
                  <a:cubicBezTo>
                    <a:pt x="7" y="31"/>
                    <a:pt x="6" y="26"/>
                    <a:pt x="6" y="20"/>
                  </a:cubicBezTo>
                  <a:cubicBezTo>
                    <a:pt x="6" y="18"/>
                    <a:pt x="6" y="15"/>
                    <a:pt x="7" y="13"/>
                  </a:cubicBezTo>
                  <a:cubicBezTo>
                    <a:pt x="14" y="16"/>
                    <a:pt x="14" y="16"/>
                    <a:pt x="14" y="16"/>
                  </a:cubicBezTo>
                  <a:cubicBezTo>
                    <a:pt x="12" y="18"/>
                    <a:pt x="12" y="18"/>
                    <a:pt x="12" y="18"/>
                  </a:cubicBezTo>
                  <a:cubicBezTo>
                    <a:pt x="17" y="22"/>
                    <a:pt x="17" y="22"/>
                    <a:pt x="17" y="22"/>
                  </a:cubicBezTo>
                  <a:cubicBezTo>
                    <a:pt x="19" y="20"/>
                    <a:pt x="19" y="20"/>
                    <a:pt x="19" y="20"/>
                  </a:cubicBezTo>
                  <a:close/>
                  <a:moveTo>
                    <a:pt x="32" y="10"/>
                  </a:moveTo>
                  <a:cubicBezTo>
                    <a:pt x="32" y="45"/>
                    <a:pt x="32" y="45"/>
                    <a:pt x="32" y="45"/>
                  </a:cubicBezTo>
                  <a:cubicBezTo>
                    <a:pt x="32" y="45"/>
                    <a:pt x="27" y="45"/>
                    <a:pt x="25" y="41"/>
                  </a:cubicBezTo>
                  <a:cubicBezTo>
                    <a:pt x="24" y="37"/>
                    <a:pt x="28" y="16"/>
                    <a:pt x="28" y="14"/>
                  </a:cubicBezTo>
                  <a:cubicBezTo>
                    <a:pt x="28" y="13"/>
                    <a:pt x="28" y="10"/>
                    <a:pt x="28" y="10"/>
                  </a:cubicBezTo>
                  <a:lnTo>
                    <a:pt x="32" y="10"/>
                  </a:lnTo>
                  <a:close/>
                </a:path>
              </a:pathLst>
            </a:custGeom>
            <a:solidFill>
              <a:schemeClr val="bg1"/>
            </a:solidFill>
            <a:ln>
              <a:noFill/>
            </a:ln>
          </p:spPr>
          <p:txBody>
            <a:bodyPr vert="horz" wrap="square" lIns="96447" tIns="48224" rIns="96447" bIns="48224"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600" dirty="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3" name="Group 13"/>
          <p:cNvGrpSpPr/>
          <p:nvPr/>
        </p:nvGrpSpPr>
        <p:grpSpPr>
          <a:xfrm>
            <a:off x="644141" y="2114849"/>
            <a:ext cx="1804296" cy="535516"/>
            <a:chOff x="858128" y="2818811"/>
            <a:chExt cx="2405575" cy="713936"/>
          </a:xfrm>
        </p:grpSpPr>
        <p:sp>
          <p:nvSpPr>
            <p:cNvPr id="8" name="Rectangle 7"/>
            <p:cNvSpPr/>
            <p:nvPr/>
          </p:nvSpPr>
          <p:spPr>
            <a:xfrm>
              <a:off x="858128" y="2818811"/>
              <a:ext cx="2405575" cy="71393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TextBox 15"/>
            <p:cNvSpPr txBox="1"/>
            <p:nvPr/>
          </p:nvSpPr>
          <p:spPr>
            <a:xfrm>
              <a:off x="1388148" y="3038502"/>
              <a:ext cx="1443289" cy="369352"/>
            </a:xfrm>
            <a:prstGeom prst="rect">
              <a:avLst/>
            </a:prstGeom>
            <a:noFill/>
          </p:spPr>
          <p:txBody>
            <a:bodyPr wrap="none" rtlCol="0">
              <a:spAutoFit/>
            </a:bodyPr>
            <a:lstStyle/>
            <a:p>
              <a:pPr>
                <a:lnSpc>
                  <a:spcPct val="120000"/>
                </a:lnSpc>
              </a:pPr>
              <a:r>
                <a:rPr lang="zh-CN" altLang="en-US" sz="10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0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Freeform 20"/>
            <p:cNvSpPr>
              <a:spLocks noEditPoints="1"/>
            </p:cNvSpPr>
            <p:nvPr/>
          </p:nvSpPr>
          <p:spPr bwMode="auto">
            <a:xfrm>
              <a:off x="1076472" y="2957279"/>
              <a:ext cx="276702" cy="437000"/>
            </a:xfrm>
            <a:custGeom>
              <a:avLst/>
              <a:gdLst>
                <a:gd name="T0" fmla="*/ 57 w 67"/>
                <a:gd name="T1" fmla="*/ 10 h 106"/>
                <a:gd name="T2" fmla="*/ 62 w 67"/>
                <a:gd name="T3" fmla="*/ 51 h 106"/>
                <a:gd name="T4" fmla="*/ 51 w 67"/>
                <a:gd name="T5" fmla="*/ 66 h 106"/>
                <a:gd name="T6" fmla="*/ 55 w 67"/>
                <a:gd name="T7" fmla="*/ 65 h 106"/>
                <a:gd name="T8" fmla="*/ 57 w 67"/>
                <a:gd name="T9" fmla="*/ 73 h 106"/>
                <a:gd name="T10" fmla="*/ 56 w 67"/>
                <a:gd name="T11" fmla="*/ 80 h 106"/>
                <a:gd name="T12" fmla="*/ 57 w 67"/>
                <a:gd name="T13" fmla="*/ 86 h 106"/>
                <a:gd name="T14" fmla="*/ 55 w 67"/>
                <a:gd name="T15" fmla="*/ 93 h 106"/>
                <a:gd name="T16" fmla="*/ 15 w 67"/>
                <a:gd name="T17" fmla="*/ 97 h 106"/>
                <a:gd name="T18" fmla="*/ 12 w 67"/>
                <a:gd name="T19" fmla="*/ 95 h 106"/>
                <a:gd name="T20" fmla="*/ 12 w 67"/>
                <a:gd name="T21" fmla="*/ 83 h 106"/>
                <a:gd name="T22" fmla="*/ 12 w 67"/>
                <a:gd name="T23" fmla="*/ 82 h 106"/>
                <a:gd name="T24" fmla="*/ 12 w 67"/>
                <a:gd name="T25" fmla="*/ 71 h 106"/>
                <a:gd name="T26" fmla="*/ 15 w 67"/>
                <a:gd name="T27" fmla="*/ 69 h 106"/>
                <a:gd name="T28" fmla="*/ 16 w 67"/>
                <a:gd name="T29" fmla="*/ 63 h 106"/>
                <a:gd name="T30" fmla="*/ 0 w 67"/>
                <a:gd name="T31" fmla="*/ 34 h 106"/>
                <a:gd name="T32" fmla="*/ 33 w 67"/>
                <a:gd name="T33" fmla="*/ 0 h 106"/>
                <a:gd name="T34" fmla="*/ 28 w 67"/>
                <a:gd name="T35" fmla="*/ 41 h 106"/>
                <a:gd name="T36" fmla="*/ 30 w 67"/>
                <a:gd name="T37" fmla="*/ 39 h 106"/>
                <a:gd name="T38" fmla="*/ 33 w 67"/>
                <a:gd name="T39" fmla="*/ 41 h 106"/>
                <a:gd name="T40" fmla="*/ 36 w 67"/>
                <a:gd name="T41" fmla="*/ 39 h 106"/>
                <a:gd name="T42" fmla="*/ 39 w 67"/>
                <a:gd name="T43" fmla="*/ 41 h 106"/>
                <a:gd name="T44" fmla="*/ 43 w 67"/>
                <a:gd name="T45" fmla="*/ 38 h 106"/>
                <a:gd name="T46" fmla="*/ 39 w 67"/>
                <a:gd name="T47" fmla="*/ 52 h 106"/>
                <a:gd name="T48" fmla="*/ 44 w 67"/>
                <a:gd name="T49" fmla="*/ 66 h 106"/>
                <a:gd name="T50" fmla="*/ 44 w 67"/>
                <a:gd name="T51" fmla="*/ 58 h 106"/>
                <a:gd name="T52" fmla="*/ 56 w 67"/>
                <a:gd name="T53" fmla="*/ 47 h 106"/>
                <a:gd name="T54" fmla="*/ 52 w 67"/>
                <a:gd name="T55" fmla="*/ 15 h 106"/>
                <a:gd name="T56" fmla="*/ 15 w 67"/>
                <a:gd name="T57" fmla="*/ 15 h 106"/>
                <a:gd name="T58" fmla="*/ 11 w 67"/>
                <a:gd name="T59" fmla="*/ 48 h 106"/>
                <a:gd name="T60" fmla="*/ 23 w 67"/>
                <a:gd name="T61" fmla="*/ 59 h 106"/>
                <a:gd name="T62" fmla="*/ 23 w 67"/>
                <a:gd name="T63" fmla="*/ 67 h 106"/>
                <a:gd name="T64" fmla="*/ 29 w 67"/>
                <a:gd name="T65" fmla="*/ 52 h 106"/>
                <a:gd name="T66" fmla="*/ 25 w 67"/>
                <a:gd name="T67" fmla="*/ 38 h 106"/>
                <a:gd name="T68" fmla="*/ 40 w 67"/>
                <a:gd name="T69" fmla="*/ 43 h 106"/>
                <a:gd name="T70" fmla="*/ 36 w 67"/>
                <a:gd name="T71" fmla="*/ 42 h 106"/>
                <a:gd name="T72" fmla="*/ 30 w 67"/>
                <a:gd name="T73" fmla="*/ 42 h 106"/>
                <a:gd name="T74" fmla="*/ 27 w 67"/>
                <a:gd name="T75" fmla="*/ 42 h 106"/>
                <a:gd name="T76" fmla="*/ 32 w 67"/>
                <a:gd name="T77" fmla="*/ 51 h 106"/>
                <a:gd name="T78" fmla="*/ 32 w 67"/>
                <a:gd name="T79" fmla="*/ 67 h 106"/>
                <a:gd name="T80" fmla="*/ 35 w 67"/>
                <a:gd name="T81" fmla="*/ 51 h 106"/>
                <a:gd name="T82" fmla="*/ 35 w 67"/>
                <a:gd name="T83" fmla="*/ 50 h 106"/>
                <a:gd name="T84" fmla="*/ 43 w 67"/>
                <a:gd name="T85" fmla="*/ 96 h 106"/>
                <a:gd name="T86" fmla="*/ 34 w 67"/>
                <a:gd name="T87" fmla="*/ 106 h 106"/>
                <a:gd name="T88" fmla="*/ 43 w 67"/>
                <a:gd name="T89" fmla="*/ 96 h 106"/>
                <a:gd name="T90" fmla="*/ 17 w 67"/>
                <a:gd name="T91" fmla="*/ 88 h 106"/>
                <a:gd name="T92" fmla="*/ 17 w 67"/>
                <a:gd name="T93" fmla="*/ 90 h 106"/>
                <a:gd name="T94" fmla="*/ 50 w 67"/>
                <a:gd name="T95" fmla="*/ 86 h 106"/>
                <a:gd name="T96" fmla="*/ 50 w 67"/>
                <a:gd name="T97" fmla="*/ 73 h 106"/>
                <a:gd name="T98" fmla="*/ 17 w 67"/>
                <a:gd name="T99" fmla="*/ 77 h 106"/>
                <a:gd name="T100" fmla="*/ 50 w 67"/>
                <a:gd name="T101" fmla="*/ 74 h 106"/>
                <a:gd name="T102" fmla="*/ 50 w 67"/>
                <a:gd name="T103" fmla="*/ 7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 h="106">
                  <a:moveTo>
                    <a:pt x="33" y="0"/>
                  </a:moveTo>
                  <a:cubicBezTo>
                    <a:pt x="43" y="0"/>
                    <a:pt x="51" y="4"/>
                    <a:pt x="57" y="10"/>
                  </a:cubicBezTo>
                  <a:cubicBezTo>
                    <a:pt x="63" y="16"/>
                    <a:pt x="67" y="25"/>
                    <a:pt x="67" y="34"/>
                  </a:cubicBezTo>
                  <a:cubicBezTo>
                    <a:pt x="67" y="40"/>
                    <a:pt x="65" y="46"/>
                    <a:pt x="62" y="51"/>
                  </a:cubicBezTo>
                  <a:cubicBezTo>
                    <a:pt x="59" y="56"/>
                    <a:pt x="56" y="59"/>
                    <a:pt x="51" y="62"/>
                  </a:cubicBezTo>
                  <a:cubicBezTo>
                    <a:pt x="51" y="66"/>
                    <a:pt x="51" y="66"/>
                    <a:pt x="51" y="66"/>
                  </a:cubicBezTo>
                  <a:cubicBezTo>
                    <a:pt x="53" y="66"/>
                    <a:pt x="53" y="66"/>
                    <a:pt x="53" y="66"/>
                  </a:cubicBezTo>
                  <a:cubicBezTo>
                    <a:pt x="55" y="65"/>
                    <a:pt x="55" y="65"/>
                    <a:pt x="55" y="65"/>
                  </a:cubicBezTo>
                  <a:cubicBezTo>
                    <a:pt x="56" y="68"/>
                    <a:pt x="56" y="68"/>
                    <a:pt x="56" y="68"/>
                  </a:cubicBezTo>
                  <a:cubicBezTo>
                    <a:pt x="57" y="70"/>
                    <a:pt x="57" y="72"/>
                    <a:pt x="57" y="73"/>
                  </a:cubicBezTo>
                  <a:cubicBezTo>
                    <a:pt x="57" y="75"/>
                    <a:pt x="57" y="77"/>
                    <a:pt x="56" y="79"/>
                  </a:cubicBezTo>
                  <a:cubicBezTo>
                    <a:pt x="56" y="80"/>
                    <a:pt x="56" y="80"/>
                    <a:pt x="56" y="80"/>
                  </a:cubicBezTo>
                  <a:cubicBezTo>
                    <a:pt x="56" y="80"/>
                    <a:pt x="56" y="80"/>
                    <a:pt x="56" y="80"/>
                  </a:cubicBezTo>
                  <a:cubicBezTo>
                    <a:pt x="57" y="82"/>
                    <a:pt x="57" y="84"/>
                    <a:pt x="57" y="86"/>
                  </a:cubicBezTo>
                  <a:cubicBezTo>
                    <a:pt x="57" y="88"/>
                    <a:pt x="57" y="90"/>
                    <a:pt x="56" y="92"/>
                  </a:cubicBezTo>
                  <a:cubicBezTo>
                    <a:pt x="55" y="93"/>
                    <a:pt x="55" y="93"/>
                    <a:pt x="55" y="93"/>
                  </a:cubicBezTo>
                  <a:cubicBezTo>
                    <a:pt x="53" y="94"/>
                    <a:pt x="53" y="94"/>
                    <a:pt x="53" y="94"/>
                  </a:cubicBezTo>
                  <a:cubicBezTo>
                    <a:pt x="15" y="97"/>
                    <a:pt x="15" y="97"/>
                    <a:pt x="15" y="97"/>
                  </a:cubicBezTo>
                  <a:cubicBezTo>
                    <a:pt x="13" y="97"/>
                    <a:pt x="13" y="97"/>
                    <a:pt x="13" y="97"/>
                  </a:cubicBezTo>
                  <a:cubicBezTo>
                    <a:pt x="12" y="95"/>
                    <a:pt x="12" y="95"/>
                    <a:pt x="12" y="95"/>
                  </a:cubicBezTo>
                  <a:cubicBezTo>
                    <a:pt x="11" y="93"/>
                    <a:pt x="11" y="91"/>
                    <a:pt x="10" y="90"/>
                  </a:cubicBezTo>
                  <a:cubicBezTo>
                    <a:pt x="10" y="88"/>
                    <a:pt x="11" y="86"/>
                    <a:pt x="12" y="83"/>
                  </a:cubicBezTo>
                  <a:cubicBezTo>
                    <a:pt x="12" y="83"/>
                    <a:pt x="12" y="83"/>
                    <a:pt x="12" y="83"/>
                  </a:cubicBezTo>
                  <a:cubicBezTo>
                    <a:pt x="12" y="82"/>
                    <a:pt x="12" y="82"/>
                    <a:pt x="12" y="82"/>
                  </a:cubicBezTo>
                  <a:cubicBezTo>
                    <a:pt x="11" y="81"/>
                    <a:pt x="11" y="79"/>
                    <a:pt x="10" y="77"/>
                  </a:cubicBezTo>
                  <a:cubicBezTo>
                    <a:pt x="10" y="75"/>
                    <a:pt x="11" y="73"/>
                    <a:pt x="12" y="71"/>
                  </a:cubicBezTo>
                  <a:cubicBezTo>
                    <a:pt x="13" y="69"/>
                    <a:pt x="13" y="69"/>
                    <a:pt x="13" y="69"/>
                  </a:cubicBezTo>
                  <a:cubicBezTo>
                    <a:pt x="15" y="69"/>
                    <a:pt x="15" y="69"/>
                    <a:pt x="15" y="69"/>
                  </a:cubicBezTo>
                  <a:cubicBezTo>
                    <a:pt x="16" y="69"/>
                    <a:pt x="16" y="69"/>
                    <a:pt x="16" y="69"/>
                  </a:cubicBezTo>
                  <a:cubicBezTo>
                    <a:pt x="16" y="63"/>
                    <a:pt x="16" y="63"/>
                    <a:pt x="16" y="63"/>
                  </a:cubicBezTo>
                  <a:cubicBezTo>
                    <a:pt x="11" y="60"/>
                    <a:pt x="7" y="56"/>
                    <a:pt x="5" y="51"/>
                  </a:cubicBezTo>
                  <a:cubicBezTo>
                    <a:pt x="2" y="46"/>
                    <a:pt x="0" y="40"/>
                    <a:pt x="0" y="34"/>
                  </a:cubicBezTo>
                  <a:cubicBezTo>
                    <a:pt x="0" y="25"/>
                    <a:pt x="4" y="16"/>
                    <a:pt x="10" y="10"/>
                  </a:cubicBezTo>
                  <a:cubicBezTo>
                    <a:pt x="16" y="4"/>
                    <a:pt x="24" y="0"/>
                    <a:pt x="33" y="0"/>
                  </a:cubicBezTo>
                  <a:close/>
                  <a:moveTo>
                    <a:pt x="26" y="40"/>
                  </a:moveTo>
                  <a:cubicBezTo>
                    <a:pt x="27" y="41"/>
                    <a:pt x="27" y="41"/>
                    <a:pt x="28" y="41"/>
                  </a:cubicBezTo>
                  <a:cubicBezTo>
                    <a:pt x="28" y="41"/>
                    <a:pt x="29" y="41"/>
                    <a:pt x="30" y="40"/>
                  </a:cubicBezTo>
                  <a:cubicBezTo>
                    <a:pt x="30" y="39"/>
                    <a:pt x="30" y="39"/>
                    <a:pt x="30" y="39"/>
                  </a:cubicBezTo>
                  <a:cubicBezTo>
                    <a:pt x="31" y="40"/>
                    <a:pt x="31" y="40"/>
                    <a:pt x="31" y="40"/>
                  </a:cubicBezTo>
                  <a:cubicBezTo>
                    <a:pt x="32" y="41"/>
                    <a:pt x="32" y="41"/>
                    <a:pt x="33" y="41"/>
                  </a:cubicBezTo>
                  <a:cubicBezTo>
                    <a:pt x="34" y="41"/>
                    <a:pt x="35" y="41"/>
                    <a:pt x="35" y="40"/>
                  </a:cubicBezTo>
                  <a:cubicBezTo>
                    <a:pt x="36" y="39"/>
                    <a:pt x="36" y="39"/>
                    <a:pt x="36" y="39"/>
                  </a:cubicBezTo>
                  <a:cubicBezTo>
                    <a:pt x="36" y="40"/>
                    <a:pt x="36" y="40"/>
                    <a:pt x="36" y="40"/>
                  </a:cubicBezTo>
                  <a:cubicBezTo>
                    <a:pt x="37" y="41"/>
                    <a:pt x="38" y="41"/>
                    <a:pt x="39" y="41"/>
                  </a:cubicBezTo>
                  <a:cubicBezTo>
                    <a:pt x="40" y="41"/>
                    <a:pt x="41" y="41"/>
                    <a:pt x="42" y="40"/>
                  </a:cubicBezTo>
                  <a:cubicBezTo>
                    <a:pt x="43" y="38"/>
                    <a:pt x="43" y="38"/>
                    <a:pt x="43" y="38"/>
                  </a:cubicBezTo>
                  <a:cubicBezTo>
                    <a:pt x="46" y="40"/>
                    <a:pt x="46" y="40"/>
                    <a:pt x="46" y="40"/>
                  </a:cubicBezTo>
                  <a:cubicBezTo>
                    <a:pt x="39" y="52"/>
                    <a:pt x="39" y="52"/>
                    <a:pt x="39" y="52"/>
                  </a:cubicBezTo>
                  <a:cubicBezTo>
                    <a:pt x="39" y="67"/>
                    <a:pt x="39" y="67"/>
                    <a:pt x="39" y="67"/>
                  </a:cubicBezTo>
                  <a:cubicBezTo>
                    <a:pt x="44" y="66"/>
                    <a:pt x="44" y="66"/>
                    <a:pt x="44" y="66"/>
                  </a:cubicBezTo>
                  <a:cubicBezTo>
                    <a:pt x="44" y="60"/>
                    <a:pt x="44" y="60"/>
                    <a:pt x="44" y="60"/>
                  </a:cubicBezTo>
                  <a:cubicBezTo>
                    <a:pt x="44" y="58"/>
                    <a:pt x="44" y="58"/>
                    <a:pt x="44" y="58"/>
                  </a:cubicBezTo>
                  <a:cubicBezTo>
                    <a:pt x="46" y="57"/>
                    <a:pt x="46" y="57"/>
                    <a:pt x="46" y="57"/>
                  </a:cubicBezTo>
                  <a:cubicBezTo>
                    <a:pt x="50" y="55"/>
                    <a:pt x="54" y="52"/>
                    <a:pt x="56" y="47"/>
                  </a:cubicBezTo>
                  <a:cubicBezTo>
                    <a:pt x="59" y="44"/>
                    <a:pt x="60" y="39"/>
                    <a:pt x="60" y="34"/>
                  </a:cubicBezTo>
                  <a:cubicBezTo>
                    <a:pt x="60" y="27"/>
                    <a:pt x="57" y="20"/>
                    <a:pt x="52" y="15"/>
                  </a:cubicBezTo>
                  <a:cubicBezTo>
                    <a:pt x="47" y="10"/>
                    <a:pt x="41" y="7"/>
                    <a:pt x="33" y="7"/>
                  </a:cubicBezTo>
                  <a:cubicBezTo>
                    <a:pt x="26" y="7"/>
                    <a:pt x="19" y="10"/>
                    <a:pt x="15" y="15"/>
                  </a:cubicBezTo>
                  <a:cubicBezTo>
                    <a:pt x="10" y="20"/>
                    <a:pt x="7" y="27"/>
                    <a:pt x="7" y="34"/>
                  </a:cubicBezTo>
                  <a:cubicBezTo>
                    <a:pt x="7" y="39"/>
                    <a:pt x="8" y="44"/>
                    <a:pt x="11" y="48"/>
                  </a:cubicBezTo>
                  <a:cubicBezTo>
                    <a:pt x="13" y="52"/>
                    <a:pt x="17" y="55"/>
                    <a:pt x="21" y="58"/>
                  </a:cubicBezTo>
                  <a:cubicBezTo>
                    <a:pt x="23" y="59"/>
                    <a:pt x="23" y="59"/>
                    <a:pt x="23" y="59"/>
                  </a:cubicBezTo>
                  <a:cubicBezTo>
                    <a:pt x="23" y="61"/>
                    <a:pt x="23" y="61"/>
                    <a:pt x="23" y="61"/>
                  </a:cubicBezTo>
                  <a:cubicBezTo>
                    <a:pt x="23" y="67"/>
                    <a:pt x="23" y="67"/>
                    <a:pt x="23" y="67"/>
                  </a:cubicBezTo>
                  <a:cubicBezTo>
                    <a:pt x="29" y="67"/>
                    <a:pt x="29" y="67"/>
                    <a:pt x="29" y="67"/>
                  </a:cubicBezTo>
                  <a:cubicBezTo>
                    <a:pt x="29" y="52"/>
                    <a:pt x="29" y="52"/>
                    <a:pt x="29" y="52"/>
                  </a:cubicBezTo>
                  <a:cubicBezTo>
                    <a:pt x="22" y="40"/>
                    <a:pt x="22" y="40"/>
                    <a:pt x="22" y="40"/>
                  </a:cubicBezTo>
                  <a:cubicBezTo>
                    <a:pt x="25" y="38"/>
                    <a:pt x="25" y="38"/>
                    <a:pt x="25" y="38"/>
                  </a:cubicBezTo>
                  <a:cubicBezTo>
                    <a:pt x="26" y="40"/>
                    <a:pt x="26" y="40"/>
                    <a:pt x="26" y="40"/>
                  </a:cubicBezTo>
                  <a:close/>
                  <a:moveTo>
                    <a:pt x="40" y="43"/>
                  </a:moveTo>
                  <a:cubicBezTo>
                    <a:pt x="40" y="43"/>
                    <a:pt x="40" y="43"/>
                    <a:pt x="39" y="43"/>
                  </a:cubicBezTo>
                  <a:cubicBezTo>
                    <a:pt x="38" y="43"/>
                    <a:pt x="37" y="43"/>
                    <a:pt x="36" y="42"/>
                  </a:cubicBezTo>
                  <a:cubicBezTo>
                    <a:pt x="35" y="42"/>
                    <a:pt x="34" y="43"/>
                    <a:pt x="33" y="43"/>
                  </a:cubicBezTo>
                  <a:cubicBezTo>
                    <a:pt x="32" y="43"/>
                    <a:pt x="31" y="42"/>
                    <a:pt x="30" y="42"/>
                  </a:cubicBezTo>
                  <a:cubicBezTo>
                    <a:pt x="29" y="42"/>
                    <a:pt x="28" y="43"/>
                    <a:pt x="28" y="43"/>
                  </a:cubicBezTo>
                  <a:cubicBezTo>
                    <a:pt x="27" y="43"/>
                    <a:pt x="27" y="43"/>
                    <a:pt x="27" y="42"/>
                  </a:cubicBezTo>
                  <a:cubicBezTo>
                    <a:pt x="32" y="50"/>
                    <a:pt x="32" y="50"/>
                    <a:pt x="32" y="50"/>
                  </a:cubicBezTo>
                  <a:cubicBezTo>
                    <a:pt x="32" y="51"/>
                    <a:pt x="32" y="51"/>
                    <a:pt x="32" y="51"/>
                  </a:cubicBezTo>
                  <a:cubicBezTo>
                    <a:pt x="32" y="51"/>
                    <a:pt x="32" y="51"/>
                    <a:pt x="32" y="51"/>
                  </a:cubicBezTo>
                  <a:cubicBezTo>
                    <a:pt x="32" y="67"/>
                    <a:pt x="32" y="67"/>
                    <a:pt x="32" y="67"/>
                  </a:cubicBezTo>
                  <a:cubicBezTo>
                    <a:pt x="35" y="67"/>
                    <a:pt x="35" y="67"/>
                    <a:pt x="35" y="67"/>
                  </a:cubicBezTo>
                  <a:cubicBezTo>
                    <a:pt x="35" y="51"/>
                    <a:pt x="35" y="51"/>
                    <a:pt x="35" y="51"/>
                  </a:cubicBezTo>
                  <a:cubicBezTo>
                    <a:pt x="35" y="51"/>
                    <a:pt x="35" y="51"/>
                    <a:pt x="35" y="51"/>
                  </a:cubicBezTo>
                  <a:cubicBezTo>
                    <a:pt x="35" y="50"/>
                    <a:pt x="35" y="50"/>
                    <a:pt x="35" y="50"/>
                  </a:cubicBezTo>
                  <a:cubicBezTo>
                    <a:pt x="40" y="43"/>
                    <a:pt x="40" y="43"/>
                    <a:pt x="40" y="43"/>
                  </a:cubicBezTo>
                  <a:close/>
                  <a:moveTo>
                    <a:pt x="43" y="96"/>
                  </a:moveTo>
                  <a:cubicBezTo>
                    <a:pt x="24" y="98"/>
                    <a:pt x="24" y="98"/>
                    <a:pt x="24" y="98"/>
                  </a:cubicBezTo>
                  <a:cubicBezTo>
                    <a:pt x="25" y="103"/>
                    <a:pt x="29" y="106"/>
                    <a:pt x="34" y="106"/>
                  </a:cubicBezTo>
                  <a:cubicBezTo>
                    <a:pt x="39" y="106"/>
                    <a:pt x="43" y="102"/>
                    <a:pt x="43" y="97"/>
                  </a:cubicBezTo>
                  <a:cubicBezTo>
                    <a:pt x="43" y="97"/>
                    <a:pt x="43" y="97"/>
                    <a:pt x="43" y="96"/>
                  </a:cubicBezTo>
                  <a:close/>
                  <a:moveTo>
                    <a:pt x="50" y="85"/>
                  </a:moveTo>
                  <a:cubicBezTo>
                    <a:pt x="17" y="88"/>
                    <a:pt x="17" y="88"/>
                    <a:pt x="17" y="88"/>
                  </a:cubicBezTo>
                  <a:cubicBezTo>
                    <a:pt x="17" y="89"/>
                    <a:pt x="17" y="89"/>
                    <a:pt x="17" y="89"/>
                  </a:cubicBezTo>
                  <a:cubicBezTo>
                    <a:pt x="17" y="89"/>
                    <a:pt x="17" y="90"/>
                    <a:pt x="17" y="90"/>
                  </a:cubicBezTo>
                  <a:cubicBezTo>
                    <a:pt x="50" y="87"/>
                    <a:pt x="50" y="87"/>
                    <a:pt x="50" y="87"/>
                  </a:cubicBezTo>
                  <a:cubicBezTo>
                    <a:pt x="50" y="87"/>
                    <a:pt x="50" y="86"/>
                    <a:pt x="50" y="86"/>
                  </a:cubicBezTo>
                  <a:cubicBezTo>
                    <a:pt x="50" y="86"/>
                    <a:pt x="50" y="86"/>
                    <a:pt x="50" y="85"/>
                  </a:cubicBezTo>
                  <a:close/>
                  <a:moveTo>
                    <a:pt x="50" y="73"/>
                  </a:moveTo>
                  <a:cubicBezTo>
                    <a:pt x="17" y="76"/>
                    <a:pt x="17" y="76"/>
                    <a:pt x="17" y="76"/>
                  </a:cubicBezTo>
                  <a:cubicBezTo>
                    <a:pt x="17" y="76"/>
                    <a:pt x="17" y="76"/>
                    <a:pt x="17" y="77"/>
                  </a:cubicBezTo>
                  <a:cubicBezTo>
                    <a:pt x="17" y="77"/>
                    <a:pt x="17" y="77"/>
                    <a:pt x="17" y="77"/>
                  </a:cubicBezTo>
                  <a:cubicBezTo>
                    <a:pt x="50" y="74"/>
                    <a:pt x="50" y="74"/>
                    <a:pt x="50" y="74"/>
                  </a:cubicBezTo>
                  <a:cubicBezTo>
                    <a:pt x="50" y="74"/>
                    <a:pt x="50" y="74"/>
                    <a:pt x="50" y="73"/>
                  </a:cubicBezTo>
                  <a:cubicBezTo>
                    <a:pt x="50" y="73"/>
                    <a:pt x="50" y="73"/>
                    <a:pt x="50" y="73"/>
                  </a:cubicBezTo>
                  <a:close/>
                </a:path>
              </a:pathLst>
            </a:custGeom>
            <a:solidFill>
              <a:schemeClr val="bg1"/>
            </a:solidFill>
            <a:ln>
              <a:noFill/>
            </a:ln>
            <a:extLst/>
          </p:spPr>
          <p:txBody>
            <a:bodyPr vert="horz" wrap="square" lIns="96447" tIns="48224" rIns="96447" bIns="48224"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600" dirty="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4" name="Group 12"/>
          <p:cNvGrpSpPr/>
          <p:nvPr/>
        </p:nvGrpSpPr>
        <p:grpSpPr>
          <a:xfrm>
            <a:off x="2506179" y="2114850"/>
            <a:ext cx="1804296" cy="535516"/>
            <a:chOff x="3340686" y="2818812"/>
            <a:chExt cx="2405575" cy="713936"/>
          </a:xfrm>
        </p:grpSpPr>
        <p:sp>
          <p:nvSpPr>
            <p:cNvPr id="9" name="Rectangle 8"/>
            <p:cNvSpPr/>
            <p:nvPr/>
          </p:nvSpPr>
          <p:spPr>
            <a:xfrm>
              <a:off x="3340686" y="2818812"/>
              <a:ext cx="2405575" cy="7139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TextBox 16"/>
            <p:cNvSpPr txBox="1"/>
            <p:nvPr/>
          </p:nvSpPr>
          <p:spPr>
            <a:xfrm>
              <a:off x="4026980" y="3066168"/>
              <a:ext cx="1443289" cy="369352"/>
            </a:xfrm>
            <a:prstGeom prst="rect">
              <a:avLst/>
            </a:prstGeom>
            <a:noFill/>
          </p:spPr>
          <p:txBody>
            <a:bodyPr wrap="none" rtlCol="0">
              <a:spAutoFit/>
            </a:bodyPr>
            <a:lstStyle/>
            <a:p>
              <a:pPr>
                <a:lnSpc>
                  <a:spcPct val="120000"/>
                </a:lnSpc>
              </a:pPr>
              <a:r>
                <a:rPr lang="zh-CN" altLang="en-US" sz="10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0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Freeform 21"/>
            <p:cNvSpPr>
              <a:spLocks noEditPoints="1"/>
            </p:cNvSpPr>
            <p:nvPr/>
          </p:nvSpPr>
          <p:spPr bwMode="auto">
            <a:xfrm>
              <a:off x="3514700" y="3021208"/>
              <a:ext cx="478982" cy="309144"/>
            </a:xfrm>
            <a:custGeom>
              <a:avLst/>
              <a:gdLst>
                <a:gd name="T0" fmla="*/ 72 w 116"/>
                <a:gd name="T1" fmla="*/ 27 h 75"/>
                <a:gd name="T2" fmla="*/ 69 w 116"/>
                <a:gd name="T3" fmla="*/ 19 h 75"/>
                <a:gd name="T4" fmla="*/ 65 w 116"/>
                <a:gd name="T5" fmla="*/ 19 h 75"/>
                <a:gd name="T6" fmla="*/ 46 w 116"/>
                <a:gd name="T7" fmla="*/ 18 h 75"/>
                <a:gd name="T8" fmla="*/ 46 w 116"/>
                <a:gd name="T9" fmla="*/ 29 h 75"/>
                <a:gd name="T10" fmla="*/ 79 w 116"/>
                <a:gd name="T11" fmla="*/ 9 h 75"/>
                <a:gd name="T12" fmla="*/ 72 w 116"/>
                <a:gd name="T13" fmla="*/ 29 h 75"/>
                <a:gd name="T14" fmla="*/ 8 w 116"/>
                <a:gd name="T15" fmla="*/ 23 h 75"/>
                <a:gd name="T16" fmla="*/ 29 w 116"/>
                <a:gd name="T17" fmla="*/ 35 h 75"/>
                <a:gd name="T18" fmla="*/ 18 w 116"/>
                <a:gd name="T19" fmla="*/ 46 h 75"/>
                <a:gd name="T20" fmla="*/ 11 w 116"/>
                <a:gd name="T21" fmla="*/ 42 h 75"/>
                <a:gd name="T22" fmla="*/ 25 w 116"/>
                <a:gd name="T23" fmla="*/ 46 h 75"/>
                <a:gd name="T24" fmla="*/ 4 w 116"/>
                <a:gd name="T25" fmla="*/ 48 h 75"/>
                <a:gd name="T26" fmla="*/ 3 w 116"/>
                <a:gd name="T27" fmla="*/ 48 h 75"/>
                <a:gd name="T28" fmla="*/ 0 w 116"/>
                <a:gd name="T29" fmla="*/ 61 h 75"/>
                <a:gd name="T30" fmla="*/ 2 w 116"/>
                <a:gd name="T31" fmla="*/ 62 h 75"/>
                <a:gd name="T32" fmla="*/ 26 w 116"/>
                <a:gd name="T33" fmla="*/ 73 h 75"/>
                <a:gd name="T34" fmla="*/ 28 w 116"/>
                <a:gd name="T35" fmla="*/ 75 h 75"/>
                <a:gd name="T36" fmla="*/ 92 w 116"/>
                <a:gd name="T37" fmla="*/ 75 h 75"/>
                <a:gd name="T38" fmla="*/ 93 w 116"/>
                <a:gd name="T39" fmla="*/ 62 h 75"/>
                <a:gd name="T40" fmla="*/ 116 w 116"/>
                <a:gd name="T41" fmla="*/ 62 h 75"/>
                <a:gd name="T42" fmla="*/ 116 w 116"/>
                <a:gd name="T43" fmla="*/ 55 h 75"/>
                <a:gd name="T44" fmla="*/ 113 w 116"/>
                <a:gd name="T45" fmla="*/ 48 h 75"/>
                <a:gd name="T46" fmla="*/ 105 w 116"/>
                <a:gd name="T47" fmla="*/ 46 h 75"/>
                <a:gd name="T48" fmla="*/ 98 w 116"/>
                <a:gd name="T49" fmla="*/ 59 h 75"/>
                <a:gd name="T50" fmla="*/ 91 w 116"/>
                <a:gd name="T51" fmla="*/ 46 h 75"/>
                <a:gd name="T52" fmla="*/ 72 w 116"/>
                <a:gd name="T53" fmla="*/ 45 h 75"/>
                <a:gd name="T54" fmla="*/ 69 w 116"/>
                <a:gd name="T55" fmla="*/ 50 h 75"/>
                <a:gd name="T56" fmla="*/ 64 w 116"/>
                <a:gd name="T57" fmla="*/ 67 h 75"/>
                <a:gd name="T58" fmla="*/ 64 w 116"/>
                <a:gd name="T59" fmla="*/ 52 h 75"/>
                <a:gd name="T60" fmla="*/ 60 w 116"/>
                <a:gd name="T61" fmla="*/ 47 h 75"/>
                <a:gd name="T62" fmla="*/ 56 w 116"/>
                <a:gd name="T63" fmla="*/ 47 h 75"/>
                <a:gd name="T64" fmla="*/ 57 w 116"/>
                <a:gd name="T65" fmla="*/ 54 h 75"/>
                <a:gd name="T66" fmla="*/ 49 w 116"/>
                <a:gd name="T67" fmla="*/ 50 h 75"/>
                <a:gd name="T68" fmla="*/ 47 w 116"/>
                <a:gd name="T69" fmla="*/ 45 h 75"/>
                <a:gd name="T70" fmla="*/ 33 w 116"/>
                <a:gd name="T71" fmla="*/ 48 h 75"/>
                <a:gd name="T72" fmla="*/ 87 w 116"/>
                <a:gd name="T73" fmla="*/ 36 h 75"/>
                <a:gd name="T74" fmla="*/ 109 w 116"/>
                <a:gd name="T75" fmla="*/ 21 h 75"/>
                <a:gd name="T76" fmla="*/ 106 w 116"/>
                <a:gd name="T77" fmla="*/ 42 h 75"/>
                <a:gd name="T78" fmla="*/ 98 w 116"/>
                <a:gd name="T79" fmla="*/ 46 h 75"/>
                <a:gd name="T80" fmla="*/ 87 w 116"/>
                <a:gd name="T81" fmla="*/ 36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6" h="75">
                  <a:moveTo>
                    <a:pt x="72" y="29"/>
                  </a:moveTo>
                  <a:cubicBezTo>
                    <a:pt x="72" y="28"/>
                    <a:pt x="72" y="27"/>
                    <a:pt x="72" y="27"/>
                  </a:cubicBezTo>
                  <a:cubicBezTo>
                    <a:pt x="72" y="19"/>
                    <a:pt x="72" y="19"/>
                    <a:pt x="72" y="19"/>
                  </a:cubicBezTo>
                  <a:cubicBezTo>
                    <a:pt x="71" y="19"/>
                    <a:pt x="70" y="19"/>
                    <a:pt x="69" y="19"/>
                  </a:cubicBezTo>
                  <a:cubicBezTo>
                    <a:pt x="68" y="14"/>
                    <a:pt x="68" y="14"/>
                    <a:pt x="68" y="14"/>
                  </a:cubicBezTo>
                  <a:cubicBezTo>
                    <a:pt x="65" y="19"/>
                    <a:pt x="65" y="19"/>
                    <a:pt x="65" y="19"/>
                  </a:cubicBezTo>
                  <a:cubicBezTo>
                    <a:pt x="60" y="21"/>
                    <a:pt x="56" y="22"/>
                    <a:pt x="47" y="18"/>
                  </a:cubicBezTo>
                  <a:cubicBezTo>
                    <a:pt x="46" y="18"/>
                    <a:pt x="46" y="18"/>
                    <a:pt x="46" y="18"/>
                  </a:cubicBezTo>
                  <a:cubicBezTo>
                    <a:pt x="46" y="27"/>
                    <a:pt x="46" y="27"/>
                    <a:pt x="46" y="27"/>
                  </a:cubicBezTo>
                  <a:cubicBezTo>
                    <a:pt x="46" y="27"/>
                    <a:pt x="46" y="28"/>
                    <a:pt x="46" y="29"/>
                  </a:cubicBezTo>
                  <a:cubicBezTo>
                    <a:pt x="38" y="23"/>
                    <a:pt x="41" y="20"/>
                    <a:pt x="39" y="9"/>
                  </a:cubicBezTo>
                  <a:cubicBezTo>
                    <a:pt x="45" y="0"/>
                    <a:pt x="75" y="0"/>
                    <a:pt x="79" y="9"/>
                  </a:cubicBezTo>
                  <a:cubicBezTo>
                    <a:pt x="78" y="17"/>
                    <a:pt x="79" y="24"/>
                    <a:pt x="73" y="29"/>
                  </a:cubicBezTo>
                  <a:cubicBezTo>
                    <a:pt x="72" y="29"/>
                    <a:pt x="72" y="29"/>
                    <a:pt x="72" y="29"/>
                  </a:cubicBezTo>
                  <a:close/>
                  <a:moveTo>
                    <a:pt x="8" y="36"/>
                  </a:moveTo>
                  <a:cubicBezTo>
                    <a:pt x="7" y="30"/>
                    <a:pt x="7" y="27"/>
                    <a:pt x="8" y="23"/>
                  </a:cubicBezTo>
                  <a:cubicBezTo>
                    <a:pt x="18" y="25"/>
                    <a:pt x="20" y="16"/>
                    <a:pt x="29" y="23"/>
                  </a:cubicBezTo>
                  <a:cubicBezTo>
                    <a:pt x="30" y="27"/>
                    <a:pt x="30" y="32"/>
                    <a:pt x="29" y="35"/>
                  </a:cubicBezTo>
                  <a:cubicBezTo>
                    <a:pt x="29" y="38"/>
                    <a:pt x="28" y="40"/>
                    <a:pt x="26" y="42"/>
                  </a:cubicBezTo>
                  <a:cubicBezTo>
                    <a:pt x="24" y="44"/>
                    <a:pt x="21" y="46"/>
                    <a:pt x="18" y="46"/>
                  </a:cubicBezTo>
                  <a:cubicBezTo>
                    <a:pt x="18" y="46"/>
                    <a:pt x="18" y="46"/>
                    <a:pt x="18" y="46"/>
                  </a:cubicBezTo>
                  <a:cubicBezTo>
                    <a:pt x="15" y="46"/>
                    <a:pt x="13" y="44"/>
                    <a:pt x="11" y="42"/>
                  </a:cubicBezTo>
                  <a:cubicBezTo>
                    <a:pt x="9" y="40"/>
                    <a:pt x="8" y="38"/>
                    <a:pt x="8" y="36"/>
                  </a:cubicBezTo>
                  <a:close/>
                  <a:moveTo>
                    <a:pt x="25" y="46"/>
                  </a:moveTo>
                  <a:cubicBezTo>
                    <a:pt x="22" y="52"/>
                    <a:pt x="14" y="52"/>
                    <a:pt x="12" y="46"/>
                  </a:cubicBezTo>
                  <a:cubicBezTo>
                    <a:pt x="4" y="48"/>
                    <a:pt x="4" y="48"/>
                    <a:pt x="4" y="48"/>
                  </a:cubicBezTo>
                  <a:cubicBezTo>
                    <a:pt x="4" y="48"/>
                    <a:pt x="4" y="48"/>
                    <a:pt x="4" y="48"/>
                  </a:cubicBezTo>
                  <a:cubicBezTo>
                    <a:pt x="3" y="48"/>
                    <a:pt x="3" y="48"/>
                    <a:pt x="3" y="48"/>
                  </a:cubicBezTo>
                  <a:cubicBezTo>
                    <a:pt x="2" y="50"/>
                    <a:pt x="1" y="51"/>
                    <a:pt x="0" y="54"/>
                  </a:cubicBezTo>
                  <a:cubicBezTo>
                    <a:pt x="0" y="56"/>
                    <a:pt x="0" y="58"/>
                    <a:pt x="0" y="61"/>
                  </a:cubicBezTo>
                  <a:cubicBezTo>
                    <a:pt x="1" y="62"/>
                    <a:pt x="1" y="62"/>
                    <a:pt x="1" y="62"/>
                  </a:cubicBezTo>
                  <a:cubicBezTo>
                    <a:pt x="2" y="62"/>
                    <a:pt x="2" y="62"/>
                    <a:pt x="2" y="62"/>
                  </a:cubicBezTo>
                  <a:cubicBezTo>
                    <a:pt x="26" y="62"/>
                    <a:pt x="26" y="62"/>
                    <a:pt x="26" y="62"/>
                  </a:cubicBezTo>
                  <a:cubicBezTo>
                    <a:pt x="25" y="65"/>
                    <a:pt x="26" y="69"/>
                    <a:pt x="26" y="73"/>
                  </a:cubicBezTo>
                  <a:cubicBezTo>
                    <a:pt x="27" y="75"/>
                    <a:pt x="27" y="75"/>
                    <a:pt x="27" y="75"/>
                  </a:cubicBezTo>
                  <a:cubicBezTo>
                    <a:pt x="28" y="75"/>
                    <a:pt x="28" y="75"/>
                    <a:pt x="28" y="75"/>
                  </a:cubicBezTo>
                  <a:cubicBezTo>
                    <a:pt x="90" y="75"/>
                    <a:pt x="90" y="75"/>
                    <a:pt x="90" y="75"/>
                  </a:cubicBezTo>
                  <a:cubicBezTo>
                    <a:pt x="92" y="75"/>
                    <a:pt x="92" y="75"/>
                    <a:pt x="92" y="75"/>
                  </a:cubicBezTo>
                  <a:cubicBezTo>
                    <a:pt x="92" y="73"/>
                    <a:pt x="92" y="73"/>
                    <a:pt x="92" y="73"/>
                  </a:cubicBezTo>
                  <a:cubicBezTo>
                    <a:pt x="93" y="69"/>
                    <a:pt x="93" y="66"/>
                    <a:pt x="93" y="62"/>
                  </a:cubicBezTo>
                  <a:cubicBezTo>
                    <a:pt x="115" y="62"/>
                    <a:pt x="115" y="62"/>
                    <a:pt x="115" y="62"/>
                  </a:cubicBezTo>
                  <a:cubicBezTo>
                    <a:pt x="116" y="62"/>
                    <a:pt x="116" y="62"/>
                    <a:pt x="116" y="62"/>
                  </a:cubicBezTo>
                  <a:cubicBezTo>
                    <a:pt x="116" y="61"/>
                    <a:pt x="116" y="61"/>
                    <a:pt x="116" y="61"/>
                  </a:cubicBezTo>
                  <a:cubicBezTo>
                    <a:pt x="116" y="59"/>
                    <a:pt x="116" y="57"/>
                    <a:pt x="116" y="55"/>
                  </a:cubicBezTo>
                  <a:cubicBezTo>
                    <a:pt x="116" y="52"/>
                    <a:pt x="115" y="50"/>
                    <a:pt x="114" y="49"/>
                  </a:cubicBezTo>
                  <a:cubicBezTo>
                    <a:pt x="113" y="48"/>
                    <a:pt x="113" y="48"/>
                    <a:pt x="113" y="48"/>
                  </a:cubicBezTo>
                  <a:cubicBezTo>
                    <a:pt x="113" y="48"/>
                    <a:pt x="113" y="48"/>
                    <a:pt x="113" y="48"/>
                  </a:cubicBezTo>
                  <a:cubicBezTo>
                    <a:pt x="105" y="46"/>
                    <a:pt x="105" y="46"/>
                    <a:pt x="105" y="46"/>
                  </a:cubicBezTo>
                  <a:cubicBezTo>
                    <a:pt x="103" y="47"/>
                    <a:pt x="103" y="47"/>
                    <a:pt x="103" y="47"/>
                  </a:cubicBezTo>
                  <a:cubicBezTo>
                    <a:pt x="98" y="59"/>
                    <a:pt x="98" y="59"/>
                    <a:pt x="98" y="59"/>
                  </a:cubicBezTo>
                  <a:cubicBezTo>
                    <a:pt x="93" y="47"/>
                    <a:pt x="93" y="47"/>
                    <a:pt x="93" y="47"/>
                  </a:cubicBezTo>
                  <a:cubicBezTo>
                    <a:pt x="91" y="46"/>
                    <a:pt x="91" y="46"/>
                    <a:pt x="91" y="46"/>
                  </a:cubicBezTo>
                  <a:cubicBezTo>
                    <a:pt x="84" y="48"/>
                    <a:pt x="84" y="48"/>
                    <a:pt x="84" y="48"/>
                  </a:cubicBezTo>
                  <a:cubicBezTo>
                    <a:pt x="72" y="45"/>
                    <a:pt x="72" y="45"/>
                    <a:pt x="72" y="45"/>
                  </a:cubicBezTo>
                  <a:cubicBezTo>
                    <a:pt x="69" y="47"/>
                    <a:pt x="69" y="47"/>
                    <a:pt x="69" y="47"/>
                  </a:cubicBezTo>
                  <a:cubicBezTo>
                    <a:pt x="69" y="50"/>
                    <a:pt x="69" y="50"/>
                    <a:pt x="69" y="50"/>
                  </a:cubicBezTo>
                  <a:cubicBezTo>
                    <a:pt x="64" y="67"/>
                    <a:pt x="64" y="67"/>
                    <a:pt x="64" y="67"/>
                  </a:cubicBezTo>
                  <a:cubicBezTo>
                    <a:pt x="64" y="67"/>
                    <a:pt x="64" y="67"/>
                    <a:pt x="64" y="67"/>
                  </a:cubicBezTo>
                  <a:cubicBezTo>
                    <a:pt x="62" y="54"/>
                    <a:pt x="62" y="54"/>
                    <a:pt x="62" y="54"/>
                  </a:cubicBezTo>
                  <a:cubicBezTo>
                    <a:pt x="64" y="52"/>
                    <a:pt x="64" y="52"/>
                    <a:pt x="64" y="52"/>
                  </a:cubicBezTo>
                  <a:cubicBezTo>
                    <a:pt x="63" y="47"/>
                    <a:pt x="63" y="47"/>
                    <a:pt x="63" y="47"/>
                  </a:cubicBezTo>
                  <a:cubicBezTo>
                    <a:pt x="60" y="47"/>
                    <a:pt x="60" y="47"/>
                    <a:pt x="60" y="47"/>
                  </a:cubicBezTo>
                  <a:cubicBezTo>
                    <a:pt x="59" y="47"/>
                    <a:pt x="59" y="47"/>
                    <a:pt x="59" y="47"/>
                  </a:cubicBezTo>
                  <a:cubicBezTo>
                    <a:pt x="56" y="47"/>
                    <a:pt x="56" y="47"/>
                    <a:pt x="56" y="47"/>
                  </a:cubicBezTo>
                  <a:cubicBezTo>
                    <a:pt x="55" y="52"/>
                    <a:pt x="55" y="52"/>
                    <a:pt x="55" y="52"/>
                  </a:cubicBezTo>
                  <a:cubicBezTo>
                    <a:pt x="57" y="54"/>
                    <a:pt x="57" y="54"/>
                    <a:pt x="57" y="54"/>
                  </a:cubicBezTo>
                  <a:cubicBezTo>
                    <a:pt x="54" y="67"/>
                    <a:pt x="54" y="67"/>
                    <a:pt x="54" y="67"/>
                  </a:cubicBezTo>
                  <a:cubicBezTo>
                    <a:pt x="49" y="50"/>
                    <a:pt x="49" y="50"/>
                    <a:pt x="49" y="50"/>
                  </a:cubicBezTo>
                  <a:cubicBezTo>
                    <a:pt x="49" y="47"/>
                    <a:pt x="49" y="47"/>
                    <a:pt x="49" y="47"/>
                  </a:cubicBezTo>
                  <a:cubicBezTo>
                    <a:pt x="47" y="45"/>
                    <a:pt x="47" y="45"/>
                    <a:pt x="47" y="45"/>
                  </a:cubicBezTo>
                  <a:cubicBezTo>
                    <a:pt x="33" y="48"/>
                    <a:pt x="33" y="48"/>
                    <a:pt x="33" y="48"/>
                  </a:cubicBezTo>
                  <a:cubicBezTo>
                    <a:pt x="33" y="48"/>
                    <a:pt x="33" y="48"/>
                    <a:pt x="33" y="48"/>
                  </a:cubicBezTo>
                  <a:cubicBezTo>
                    <a:pt x="25" y="46"/>
                    <a:pt x="25" y="46"/>
                    <a:pt x="25" y="46"/>
                  </a:cubicBezTo>
                  <a:close/>
                  <a:moveTo>
                    <a:pt x="87" y="36"/>
                  </a:moveTo>
                  <a:cubicBezTo>
                    <a:pt x="87" y="30"/>
                    <a:pt x="86" y="25"/>
                    <a:pt x="87" y="21"/>
                  </a:cubicBezTo>
                  <a:cubicBezTo>
                    <a:pt x="91" y="18"/>
                    <a:pt x="106" y="18"/>
                    <a:pt x="109" y="21"/>
                  </a:cubicBezTo>
                  <a:cubicBezTo>
                    <a:pt x="109" y="26"/>
                    <a:pt x="109" y="32"/>
                    <a:pt x="109" y="35"/>
                  </a:cubicBezTo>
                  <a:cubicBezTo>
                    <a:pt x="108" y="38"/>
                    <a:pt x="107" y="40"/>
                    <a:pt x="106" y="42"/>
                  </a:cubicBezTo>
                  <a:cubicBezTo>
                    <a:pt x="104" y="44"/>
                    <a:pt x="101" y="46"/>
                    <a:pt x="98" y="46"/>
                  </a:cubicBezTo>
                  <a:cubicBezTo>
                    <a:pt x="98" y="46"/>
                    <a:pt x="98" y="46"/>
                    <a:pt x="98" y="46"/>
                  </a:cubicBezTo>
                  <a:cubicBezTo>
                    <a:pt x="95" y="46"/>
                    <a:pt x="92" y="44"/>
                    <a:pt x="90" y="42"/>
                  </a:cubicBezTo>
                  <a:cubicBezTo>
                    <a:pt x="89" y="40"/>
                    <a:pt x="88" y="38"/>
                    <a:pt x="87" y="36"/>
                  </a:cubicBezTo>
                  <a:close/>
                </a:path>
              </a:pathLst>
            </a:custGeom>
            <a:solidFill>
              <a:schemeClr val="bg1"/>
            </a:solidFill>
            <a:ln>
              <a:noFill/>
            </a:ln>
            <a:extLst/>
          </p:spPr>
          <p:txBody>
            <a:bodyPr vert="horz" wrap="square" lIns="96447" tIns="48224" rIns="96447" bIns="48224"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600" dirty="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7" name="Group 11"/>
          <p:cNvGrpSpPr/>
          <p:nvPr/>
        </p:nvGrpSpPr>
        <p:grpSpPr>
          <a:xfrm>
            <a:off x="4368216" y="2114850"/>
            <a:ext cx="1804296" cy="535516"/>
            <a:chOff x="5823244" y="2818812"/>
            <a:chExt cx="2405575" cy="713936"/>
          </a:xfrm>
        </p:grpSpPr>
        <p:sp>
          <p:nvSpPr>
            <p:cNvPr id="10" name="Rectangle 9"/>
            <p:cNvSpPr/>
            <p:nvPr/>
          </p:nvSpPr>
          <p:spPr>
            <a:xfrm>
              <a:off x="5823244" y="2818812"/>
              <a:ext cx="2405575" cy="71393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TextBox 17"/>
            <p:cNvSpPr txBox="1"/>
            <p:nvPr/>
          </p:nvSpPr>
          <p:spPr>
            <a:xfrm>
              <a:off x="6337979" y="3058814"/>
              <a:ext cx="1443289" cy="369352"/>
            </a:xfrm>
            <a:prstGeom prst="rect">
              <a:avLst/>
            </a:prstGeom>
            <a:noFill/>
          </p:spPr>
          <p:txBody>
            <a:bodyPr wrap="none" rtlCol="0">
              <a:spAutoFit/>
            </a:bodyPr>
            <a:lstStyle/>
            <a:p>
              <a:pPr>
                <a:lnSpc>
                  <a:spcPct val="120000"/>
                </a:lnSpc>
              </a:pPr>
              <a:r>
                <a:rPr lang="zh-CN" altLang="en-US" sz="10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altLang="zh-CN" sz="10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Freeform 22"/>
            <p:cNvSpPr>
              <a:spLocks noEditPoints="1"/>
            </p:cNvSpPr>
            <p:nvPr/>
          </p:nvSpPr>
          <p:spPr bwMode="auto">
            <a:xfrm>
              <a:off x="5973742" y="2983041"/>
              <a:ext cx="387383" cy="385476"/>
            </a:xfrm>
            <a:custGeom>
              <a:avLst/>
              <a:gdLst>
                <a:gd name="T0" fmla="*/ 6 w 94"/>
                <a:gd name="T1" fmla="*/ 28 h 94"/>
                <a:gd name="T2" fmla="*/ 32 w 94"/>
                <a:gd name="T3" fmla="*/ 4 h 94"/>
                <a:gd name="T4" fmla="*/ 67 w 94"/>
                <a:gd name="T5" fmla="*/ 6 h 94"/>
                <a:gd name="T6" fmla="*/ 90 w 94"/>
                <a:gd name="T7" fmla="*/ 32 h 94"/>
                <a:gd name="T8" fmla="*/ 88 w 94"/>
                <a:gd name="T9" fmla="*/ 67 h 94"/>
                <a:gd name="T10" fmla="*/ 88 w 94"/>
                <a:gd name="T11" fmla="*/ 67 h 94"/>
                <a:gd name="T12" fmla="*/ 62 w 94"/>
                <a:gd name="T13" fmla="*/ 90 h 94"/>
                <a:gd name="T14" fmla="*/ 27 w 94"/>
                <a:gd name="T15" fmla="*/ 89 h 94"/>
                <a:gd name="T16" fmla="*/ 27 w 94"/>
                <a:gd name="T17" fmla="*/ 89 h 94"/>
                <a:gd name="T18" fmla="*/ 4 w 94"/>
                <a:gd name="T19" fmla="*/ 62 h 94"/>
                <a:gd name="T20" fmla="*/ 6 w 94"/>
                <a:gd name="T21" fmla="*/ 28 h 94"/>
                <a:gd name="T22" fmla="*/ 6 w 94"/>
                <a:gd name="T23" fmla="*/ 28 h 94"/>
                <a:gd name="T24" fmla="*/ 20 w 94"/>
                <a:gd name="T25" fmla="*/ 27 h 94"/>
                <a:gd name="T26" fmla="*/ 16 w 94"/>
                <a:gd name="T27" fmla="*/ 32 h 94"/>
                <a:gd name="T28" fmla="*/ 16 w 94"/>
                <a:gd name="T29" fmla="*/ 32 h 94"/>
                <a:gd name="T30" fmla="*/ 15 w 94"/>
                <a:gd name="T31" fmla="*/ 35 h 94"/>
                <a:gd name="T32" fmla="*/ 36 w 94"/>
                <a:gd name="T33" fmla="*/ 37 h 94"/>
                <a:gd name="T34" fmla="*/ 34 w 94"/>
                <a:gd name="T35" fmla="*/ 40 h 94"/>
                <a:gd name="T36" fmla="*/ 32 w 94"/>
                <a:gd name="T37" fmla="*/ 45 h 94"/>
                <a:gd name="T38" fmla="*/ 13 w 94"/>
                <a:gd name="T39" fmla="*/ 53 h 94"/>
                <a:gd name="T40" fmla="*/ 15 w 94"/>
                <a:gd name="T41" fmla="*/ 59 h 94"/>
                <a:gd name="T42" fmla="*/ 15 w 94"/>
                <a:gd name="T43" fmla="*/ 59 h 94"/>
                <a:gd name="T44" fmla="*/ 16 w 94"/>
                <a:gd name="T45" fmla="*/ 60 h 94"/>
                <a:gd name="T46" fmla="*/ 29 w 94"/>
                <a:gd name="T47" fmla="*/ 54 h 94"/>
                <a:gd name="T48" fmla="*/ 26 w 94"/>
                <a:gd name="T49" fmla="*/ 74 h 94"/>
                <a:gd name="T50" fmla="*/ 32 w 94"/>
                <a:gd name="T51" fmla="*/ 78 h 94"/>
                <a:gd name="T52" fmla="*/ 32 w 94"/>
                <a:gd name="T53" fmla="*/ 78 h 94"/>
                <a:gd name="T54" fmla="*/ 33 w 94"/>
                <a:gd name="T55" fmla="*/ 79 h 94"/>
                <a:gd name="T56" fmla="*/ 34 w 94"/>
                <a:gd name="T57" fmla="*/ 78 h 94"/>
                <a:gd name="T58" fmla="*/ 36 w 94"/>
                <a:gd name="T59" fmla="*/ 55 h 94"/>
                <a:gd name="T60" fmla="*/ 48 w 94"/>
                <a:gd name="T61" fmla="*/ 67 h 94"/>
                <a:gd name="T62" fmla="*/ 60 w 94"/>
                <a:gd name="T63" fmla="*/ 79 h 94"/>
                <a:gd name="T64" fmla="*/ 65 w 94"/>
                <a:gd name="T65" fmla="*/ 77 h 94"/>
                <a:gd name="T66" fmla="*/ 66 w 94"/>
                <a:gd name="T67" fmla="*/ 74 h 94"/>
                <a:gd name="T68" fmla="*/ 54 w 94"/>
                <a:gd name="T69" fmla="*/ 62 h 94"/>
                <a:gd name="T70" fmla="*/ 39 w 94"/>
                <a:gd name="T71" fmla="*/ 48 h 94"/>
                <a:gd name="T72" fmla="*/ 41 w 94"/>
                <a:gd name="T73" fmla="*/ 43 h 94"/>
                <a:gd name="T74" fmla="*/ 43 w 94"/>
                <a:gd name="T75" fmla="*/ 39 h 94"/>
                <a:gd name="T76" fmla="*/ 49 w 94"/>
                <a:gd name="T77" fmla="*/ 42 h 94"/>
                <a:gd name="T78" fmla="*/ 77 w 94"/>
                <a:gd name="T79" fmla="*/ 64 h 94"/>
                <a:gd name="T80" fmla="*/ 78 w 94"/>
                <a:gd name="T81" fmla="*/ 62 h 94"/>
                <a:gd name="T82" fmla="*/ 78 w 94"/>
                <a:gd name="T83" fmla="*/ 62 h 94"/>
                <a:gd name="T84" fmla="*/ 80 w 94"/>
                <a:gd name="T85" fmla="*/ 56 h 94"/>
                <a:gd name="T86" fmla="*/ 53 w 94"/>
                <a:gd name="T87" fmla="*/ 35 h 94"/>
                <a:gd name="T88" fmla="*/ 47 w 94"/>
                <a:gd name="T89" fmla="*/ 32 h 94"/>
                <a:gd name="T90" fmla="*/ 50 w 94"/>
                <a:gd name="T91" fmla="*/ 28 h 94"/>
                <a:gd name="T92" fmla="*/ 56 w 94"/>
                <a:gd name="T93" fmla="*/ 30 h 94"/>
                <a:gd name="T94" fmla="*/ 74 w 94"/>
                <a:gd name="T95" fmla="*/ 28 h 94"/>
                <a:gd name="T96" fmla="*/ 71 w 94"/>
                <a:gd name="T97" fmla="*/ 23 h 94"/>
                <a:gd name="T98" fmla="*/ 70 w 94"/>
                <a:gd name="T99" fmla="*/ 22 h 94"/>
                <a:gd name="T100" fmla="*/ 58 w 94"/>
                <a:gd name="T101" fmla="*/ 23 h 94"/>
                <a:gd name="T102" fmla="*/ 55 w 94"/>
                <a:gd name="T103" fmla="*/ 22 h 94"/>
                <a:gd name="T104" fmla="*/ 62 w 94"/>
                <a:gd name="T105" fmla="*/ 16 h 94"/>
                <a:gd name="T106" fmla="*/ 53 w 94"/>
                <a:gd name="T107" fmla="*/ 14 h 94"/>
                <a:gd name="T108" fmla="*/ 49 w 94"/>
                <a:gd name="T109" fmla="*/ 18 h 94"/>
                <a:gd name="T110" fmla="*/ 43 w 94"/>
                <a:gd name="T111" fmla="*/ 13 h 94"/>
                <a:gd name="T112" fmla="*/ 37 w 94"/>
                <a:gd name="T113" fmla="*/ 15 h 94"/>
                <a:gd name="T114" fmla="*/ 35 w 94"/>
                <a:gd name="T115" fmla="*/ 16 h 94"/>
                <a:gd name="T116" fmla="*/ 44 w 94"/>
                <a:gd name="T117" fmla="*/ 24 h 94"/>
                <a:gd name="T118" fmla="*/ 40 w 94"/>
                <a:gd name="T119" fmla="*/ 30 h 94"/>
                <a:gd name="T120" fmla="*/ 20 w 94"/>
                <a:gd name="T121" fmla="*/ 27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4" h="94">
                  <a:moveTo>
                    <a:pt x="6" y="28"/>
                  </a:moveTo>
                  <a:cubicBezTo>
                    <a:pt x="11" y="16"/>
                    <a:pt x="21" y="8"/>
                    <a:pt x="32" y="4"/>
                  </a:cubicBezTo>
                  <a:cubicBezTo>
                    <a:pt x="43" y="0"/>
                    <a:pt x="56" y="1"/>
                    <a:pt x="67" y="6"/>
                  </a:cubicBezTo>
                  <a:cubicBezTo>
                    <a:pt x="78" y="12"/>
                    <a:pt x="86" y="21"/>
                    <a:pt x="90" y="32"/>
                  </a:cubicBezTo>
                  <a:cubicBezTo>
                    <a:pt x="94" y="43"/>
                    <a:pt x="94" y="56"/>
                    <a:pt x="88" y="67"/>
                  </a:cubicBezTo>
                  <a:cubicBezTo>
                    <a:pt x="88" y="67"/>
                    <a:pt x="88" y="67"/>
                    <a:pt x="88" y="67"/>
                  </a:cubicBezTo>
                  <a:cubicBezTo>
                    <a:pt x="83" y="78"/>
                    <a:pt x="73" y="87"/>
                    <a:pt x="62" y="90"/>
                  </a:cubicBezTo>
                  <a:cubicBezTo>
                    <a:pt x="51" y="94"/>
                    <a:pt x="39" y="94"/>
                    <a:pt x="27" y="89"/>
                  </a:cubicBezTo>
                  <a:cubicBezTo>
                    <a:pt x="27" y="89"/>
                    <a:pt x="27" y="89"/>
                    <a:pt x="27" y="89"/>
                  </a:cubicBezTo>
                  <a:cubicBezTo>
                    <a:pt x="16" y="83"/>
                    <a:pt x="8" y="73"/>
                    <a:pt x="4" y="62"/>
                  </a:cubicBezTo>
                  <a:cubicBezTo>
                    <a:pt x="0" y="51"/>
                    <a:pt x="1" y="39"/>
                    <a:pt x="6" y="28"/>
                  </a:cubicBezTo>
                  <a:cubicBezTo>
                    <a:pt x="6" y="28"/>
                    <a:pt x="6" y="28"/>
                    <a:pt x="6" y="28"/>
                  </a:cubicBezTo>
                  <a:close/>
                  <a:moveTo>
                    <a:pt x="20" y="27"/>
                  </a:moveTo>
                  <a:cubicBezTo>
                    <a:pt x="18" y="29"/>
                    <a:pt x="17" y="30"/>
                    <a:pt x="16" y="32"/>
                  </a:cubicBezTo>
                  <a:cubicBezTo>
                    <a:pt x="16" y="32"/>
                    <a:pt x="16" y="32"/>
                    <a:pt x="16" y="32"/>
                  </a:cubicBezTo>
                  <a:cubicBezTo>
                    <a:pt x="16" y="33"/>
                    <a:pt x="15" y="34"/>
                    <a:pt x="15" y="35"/>
                  </a:cubicBezTo>
                  <a:cubicBezTo>
                    <a:pt x="21" y="34"/>
                    <a:pt x="28" y="34"/>
                    <a:pt x="36" y="37"/>
                  </a:cubicBezTo>
                  <a:cubicBezTo>
                    <a:pt x="35" y="38"/>
                    <a:pt x="35" y="39"/>
                    <a:pt x="34" y="40"/>
                  </a:cubicBezTo>
                  <a:cubicBezTo>
                    <a:pt x="33" y="42"/>
                    <a:pt x="32" y="43"/>
                    <a:pt x="32" y="45"/>
                  </a:cubicBezTo>
                  <a:cubicBezTo>
                    <a:pt x="26" y="45"/>
                    <a:pt x="20" y="47"/>
                    <a:pt x="13" y="53"/>
                  </a:cubicBezTo>
                  <a:cubicBezTo>
                    <a:pt x="14" y="55"/>
                    <a:pt x="14" y="57"/>
                    <a:pt x="15" y="59"/>
                  </a:cubicBezTo>
                  <a:cubicBezTo>
                    <a:pt x="15" y="59"/>
                    <a:pt x="15" y="59"/>
                    <a:pt x="15" y="59"/>
                  </a:cubicBezTo>
                  <a:cubicBezTo>
                    <a:pt x="16" y="60"/>
                    <a:pt x="16" y="60"/>
                    <a:pt x="16" y="60"/>
                  </a:cubicBezTo>
                  <a:cubicBezTo>
                    <a:pt x="21" y="56"/>
                    <a:pt x="25" y="54"/>
                    <a:pt x="29" y="54"/>
                  </a:cubicBezTo>
                  <a:cubicBezTo>
                    <a:pt x="27" y="61"/>
                    <a:pt x="26" y="68"/>
                    <a:pt x="26" y="74"/>
                  </a:cubicBezTo>
                  <a:cubicBezTo>
                    <a:pt x="28" y="76"/>
                    <a:pt x="30" y="77"/>
                    <a:pt x="32" y="78"/>
                  </a:cubicBezTo>
                  <a:cubicBezTo>
                    <a:pt x="32" y="78"/>
                    <a:pt x="32" y="78"/>
                    <a:pt x="32" y="78"/>
                  </a:cubicBezTo>
                  <a:cubicBezTo>
                    <a:pt x="33" y="78"/>
                    <a:pt x="33" y="78"/>
                    <a:pt x="33" y="79"/>
                  </a:cubicBezTo>
                  <a:cubicBezTo>
                    <a:pt x="34" y="78"/>
                    <a:pt x="34" y="78"/>
                    <a:pt x="34" y="78"/>
                  </a:cubicBezTo>
                  <a:cubicBezTo>
                    <a:pt x="33" y="72"/>
                    <a:pt x="34" y="64"/>
                    <a:pt x="36" y="55"/>
                  </a:cubicBezTo>
                  <a:cubicBezTo>
                    <a:pt x="41" y="58"/>
                    <a:pt x="44" y="62"/>
                    <a:pt x="48" y="67"/>
                  </a:cubicBezTo>
                  <a:cubicBezTo>
                    <a:pt x="52" y="71"/>
                    <a:pt x="56" y="76"/>
                    <a:pt x="60" y="79"/>
                  </a:cubicBezTo>
                  <a:cubicBezTo>
                    <a:pt x="62" y="78"/>
                    <a:pt x="63" y="78"/>
                    <a:pt x="65" y="77"/>
                  </a:cubicBezTo>
                  <a:cubicBezTo>
                    <a:pt x="66" y="74"/>
                    <a:pt x="66" y="74"/>
                    <a:pt x="66" y="74"/>
                  </a:cubicBezTo>
                  <a:cubicBezTo>
                    <a:pt x="62" y="71"/>
                    <a:pt x="58" y="67"/>
                    <a:pt x="54" y="62"/>
                  </a:cubicBezTo>
                  <a:cubicBezTo>
                    <a:pt x="49" y="56"/>
                    <a:pt x="44" y="51"/>
                    <a:pt x="39" y="48"/>
                  </a:cubicBezTo>
                  <a:cubicBezTo>
                    <a:pt x="40" y="46"/>
                    <a:pt x="40" y="45"/>
                    <a:pt x="41" y="43"/>
                  </a:cubicBezTo>
                  <a:cubicBezTo>
                    <a:pt x="42" y="42"/>
                    <a:pt x="42" y="40"/>
                    <a:pt x="43" y="39"/>
                  </a:cubicBezTo>
                  <a:cubicBezTo>
                    <a:pt x="45" y="40"/>
                    <a:pt x="47" y="41"/>
                    <a:pt x="49" y="42"/>
                  </a:cubicBezTo>
                  <a:cubicBezTo>
                    <a:pt x="61" y="47"/>
                    <a:pt x="71" y="55"/>
                    <a:pt x="77" y="64"/>
                  </a:cubicBezTo>
                  <a:cubicBezTo>
                    <a:pt x="77" y="63"/>
                    <a:pt x="78" y="63"/>
                    <a:pt x="78" y="62"/>
                  </a:cubicBezTo>
                  <a:cubicBezTo>
                    <a:pt x="78" y="62"/>
                    <a:pt x="78" y="62"/>
                    <a:pt x="78" y="62"/>
                  </a:cubicBezTo>
                  <a:cubicBezTo>
                    <a:pt x="79" y="60"/>
                    <a:pt x="80" y="58"/>
                    <a:pt x="80" y="56"/>
                  </a:cubicBezTo>
                  <a:cubicBezTo>
                    <a:pt x="74" y="47"/>
                    <a:pt x="63" y="40"/>
                    <a:pt x="53" y="35"/>
                  </a:cubicBezTo>
                  <a:cubicBezTo>
                    <a:pt x="51" y="34"/>
                    <a:pt x="49" y="33"/>
                    <a:pt x="47" y="32"/>
                  </a:cubicBezTo>
                  <a:cubicBezTo>
                    <a:pt x="48" y="31"/>
                    <a:pt x="49" y="29"/>
                    <a:pt x="50" y="28"/>
                  </a:cubicBezTo>
                  <a:cubicBezTo>
                    <a:pt x="52" y="29"/>
                    <a:pt x="54" y="30"/>
                    <a:pt x="56" y="30"/>
                  </a:cubicBezTo>
                  <a:cubicBezTo>
                    <a:pt x="66" y="32"/>
                    <a:pt x="73" y="28"/>
                    <a:pt x="74" y="28"/>
                  </a:cubicBezTo>
                  <a:cubicBezTo>
                    <a:pt x="71" y="23"/>
                    <a:pt x="71" y="23"/>
                    <a:pt x="71" y="23"/>
                  </a:cubicBezTo>
                  <a:cubicBezTo>
                    <a:pt x="71" y="22"/>
                    <a:pt x="70" y="22"/>
                    <a:pt x="70" y="22"/>
                  </a:cubicBezTo>
                  <a:cubicBezTo>
                    <a:pt x="68" y="22"/>
                    <a:pt x="63" y="24"/>
                    <a:pt x="58" y="23"/>
                  </a:cubicBezTo>
                  <a:cubicBezTo>
                    <a:pt x="57" y="23"/>
                    <a:pt x="56" y="22"/>
                    <a:pt x="55" y="22"/>
                  </a:cubicBezTo>
                  <a:cubicBezTo>
                    <a:pt x="57" y="20"/>
                    <a:pt x="60" y="18"/>
                    <a:pt x="62" y="16"/>
                  </a:cubicBezTo>
                  <a:cubicBezTo>
                    <a:pt x="59" y="15"/>
                    <a:pt x="56" y="14"/>
                    <a:pt x="53" y="14"/>
                  </a:cubicBezTo>
                  <a:cubicBezTo>
                    <a:pt x="52" y="15"/>
                    <a:pt x="50" y="16"/>
                    <a:pt x="49" y="18"/>
                  </a:cubicBezTo>
                  <a:cubicBezTo>
                    <a:pt x="47" y="16"/>
                    <a:pt x="45" y="15"/>
                    <a:pt x="43" y="13"/>
                  </a:cubicBezTo>
                  <a:cubicBezTo>
                    <a:pt x="41" y="14"/>
                    <a:pt x="39" y="14"/>
                    <a:pt x="37" y="15"/>
                  </a:cubicBezTo>
                  <a:cubicBezTo>
                    <a:pt x="35" y="16"/>
                    <a:pt x="35" y="16"/>
                    <a:pt x="35" y="16"/>
                  </a:cubicBezTo>
                  <a:cubicBezTo>
                    <a:pt x="35" y="16"/>
                    <a:pt x="39" y="20"/>
                    <a:pt x="44" y="24"/>
                  </a:cubicBezTo>
                  <a:cubicBezTo>
                    <a:pt x="42" y="26"/>
                    <a:pt x="41" y="28"/>
                    <a:pt x="40" y="30"/>
                  </a:cubicBezTo>
                  <a:cubicBezTo>
                    <a:pt x="33" y="28"/>
                    <a:pt x="26" y="27"/>
                    <a:pt x="20" y="27"/>
                  </a:cubicBezTo>
                  <a:close/>
                </a:path>
              </a:pathLst>
            </a:custGeom>
            <a:solidFill>
              <a:schemeClr val="bg1"/>
            </a:solidFill>
            <a:ln>
              <a:noFill/>
            </a:ln>
          </p:spPr>
          <p:txBody>
            <a:bodyPr vert="horz" wrap="square" lIns="96447" tIns="48224" rIns="96447" bIns="48224"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600" dirty="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24" name="Rectangle 23"/>
          <p:cNvSpPr/>
          <p:nvPr/>
        </p:nvSpPr>
        <p:spPr>
          <a:xfrm>
            <a:off x="657415" y="3780188"/>
            <a:ext cx="1350929" cy="508943"/>
          </a:xfrm>
          <a:prstGeom prst="rect">
            <a:avLst/>
          </a:prstGeom>
        </p:spPr>
        <p:txBody>
          <a:bodyPr wrap="square" lIns="65034" tIns="32517" rIns="65034" bIns="32517">
            <a:spAutoFit/>
          </a:bodyPr>
          <a:lstStyle/>
          <a:p>
            <a:pPr algn="just">
              <a:lnSpc>
                <a:spcPct val="120000"/>
              </a:lnSpc>
            </a:pPr>
            <a:r>
              <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GB"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Rectangle 24"/>
          <p:cNvSpPr/>
          <p:nvPr/>
        </p:nvSpPr>
        <p:spPr>
          <a:xfrm>
            <a:off x="2519451" y="3780188"/>
            <a:ext cx="1350929" cy="508943"/>
          </a:xfrm>
          <a:prstGeom prst="rect">
            <a:avLst/>
          </a:prstGeom>
        </p:spPr>
        <p:txBody>
          <a:bodyPr wrap="square" lIns="65034" tIns="32517" rIns="65034" bIns="32517">
            <a:spAutoFit/>
          </a:bodyPr>
          <a:lstStyle/>
          <a:p>
            <a:pPr algn="just">
              <a:lnSpc>
                <a:spcPct val="120000"/>
              </a:lnSpc>
            </a:pPr>
            <a:r>
              <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GB"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Rectangle 25"/>
          <p:cNvSpPr/>
          <p:nvPr/>
        </p:nvSpPr>
        <p:spPr>
          <a:xfrm>
            <a:off x="4381489" y="3780188"/>
            <a:ext cx="1350929" cy="508943"/>
          </a:xfrm>
          <a:prstGeom prst="rect">
            <a:avLst/>
          </a:prstGeom>
        </p:spPr>
        <p:txBody>
          <a:bodyPr wrap="square" lIns="65034" tIns="32517" rIns="65034" bIns="32517">
            <a:spAutoFit/>
          </a:bodyPr>
          <a:lstStyle/>
          <a:p>
            <a:pPr algn="just">
              <a:lnSpc>
                <a:spcPct val="120000"/>
              </a:lnSpc>
            </a:pPr>
            <a:r>
              <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GB"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Rectangle 26"/>
          <p:cNvSpPr/>
          <p:nvPr/>
        </p:nvSpPr>
        <p:spPr>
          <a:xfrm>
            <a:off x="6243526" y="3780188"/>
            <a:ext cx="1350929" cy="508943"/>
          </a:xfrm>
          <a:prstGeom prst="rect">
            <a:avLst/>
          </a:prstGeom>
        </p:spPr>
        <p:txBody>
          <a:bodyPr wrap="square" lIns="65034" tIns="32517" rIns="65034" bIns="32517">
            <a:spAutoFit/>
          </a:bodyPr>
          <a:lstStyle/>
          <a:p>
            <a:pPr algn="just">
              <a:lnSpc>
                <a:spcPct val="120000"/>
              </a:lnSpc>
            </a:pPr>
            <a:r>
              <a:rPr lang="en-US" altLang="zh-CN"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GB"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TextBox 27"/>
          <p:cNvSpPr txBox="1"/>
          <p:nvPr/>
        </p:nvSpPr>
        <p:spPr>
          <a:xfrm>
            <a:off x="657413" y="3590953"/>
            <a:ext cx="1029177" cy="250366"/>
          </a:xfrm>
          <a:prstGeom prst="rect">
            <a:avLst/>
          </a:prstGeom>
          <a:noFill/>
        </p:spPr>
        <p:txBody>
          <a:bodyPr wrap="none" lIns="65034" tIns="32517" rIns="65034" bIns="32517" rtlCol="0">
            <a:spAutoFit/>
          </a:bodyPr>
          <a:lstStyle/>
          <a:p>
            <a:pPr>
              <a:lnSpc>
                <a:spcPct val="120000"/>
              </a:lnSpc>
            </a:pPr>
            <a:r>
              <a:rPr lang="zh-CN" altLang="en-US"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TextBox 28"/>
          <p:cNvSpPr txBox="1"/>
          <p:nvPr/>
        </p:nvSpPr>
        <p:spPr>
          <a:xfrm>
            <a:off x="2519451" y="3590953"/>
            <a:ext cx="1029177" cy="250366"/>
          </a:xfrm>
          <a:prstGeom prst="rect">
            <a:avLst/>
          </a:prstGeom>
          <a:noFill/>
        </p:spPr>
        <p:txBody>
          <a:bodyPr wrap="none" lIns="65034" tIns="32517" rIns="65034" bIns="32517" rtlCol="0">
            <a:spAutoFit/>
          </a:bodyPr>
          <a:lstStyle/>
          <a:p>
            <a:pPr>
              <a:lnSpc>
                <a:spcPct val="120000"/>
              </a:lnSpc>
            </a:pPr>
            <a:r>
              <a:rPr lang="zh-CN" altLang="en-US"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TextBox 29"/>
          <p:cNvSpPr txBox="1"/>
          <p:nvPr/>
        </p:nvSpPr>
        <p:spPr>
          <a:xfrm>
            <a:off x="4381488" y="3590953"/>
            <a:ext cx="1029177" cy="250366"/>
          </a:xfrm>
          <a:prstGeom prst="rect">
            <a:avLst/>
          </a:prstGeom>
          <a:noFill/>
        </p:spPr>
        <p:txBody>
          <a:bodyPr wrap="none" lIns="65034" tIns="32517" rIns="65034" bIns="32517" rtlCol="0">
            <a:spAutoFit/>
          </a:bodyPr>
          <a:lstStyle/>
          <a:p>
            <a:pPr>
              <a:lnSpc>
                <a:spcPct val="120000"/>
              </a:lnSpc>
            </a:pPr>
            <a:r>
              <a:rPr lang="zh-CN" altLang="en-US"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TextBox 30"/>
          <p:cNvSpPr txBox="1"/>
          <p:nvPr/>
        </p:nvSpPr>
        <p:spPr>
          <a:xfrm>
            <a:off x="6243525" y="3590953"/>
            <a:ext cx="1029177" cy="250366"/>
          </a:xfrm>
          <a:prstGeom prst="rect">
            <a:avLst/>
          </a:prstGeom>
          <a:noFill/>
        </p:spPr>
        <p:txBody>
          <a:bodyPr wrap="none" lIns="65034" tIns="32517" rIns="65034" bIns="32517" rtlCol="0">
            <a:spAutoFit/>
          </a:bodyPr>
          <a:lstStyle/>
          <a:p>
            <a:pPr>
              <a:lnSpc>
                <a:spcPct val="120000"/>
              </a:lnSpc>
            </a:pPr>
            <a:r>
              <a:rPr lang="zh-CN" altLang="en-US"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36" name="图片 3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37905" y="61236"/>
            <a:ext cx="979629" cy="909108"/>
          </a:xfrm>
          <a:prstGeom prst="rect">
            <a:avLst/>
          </a:prstGeom>
        </p:spPr>
      </p:pic>
    </p:spTree>
    <p:extLst>
      <p:ext uri="{BB962C8B-B14F-4D97-AF65-F5344CB8AC3E}">
        <p14:creationId xmlns:p14="http://schemas.microsoft.com/office/powerpoint/2010/main" val="1916852625"/>
      </p:ext>
    </p:extLst>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par>
                          <p:cTn id="8" fill="hold">
                            <p:stCondLst>
                              <p:cond delay="500"/>
                            </p:stCondLst>
                            <p:childTnLst>
                              <p:par>
                                <p:cTn id="9" presetID="18" presetClass="entr" presetSubtype="12"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strips(downLeft)">
                                      <p:cBhvr>
                                        <p:cTn id="11" dur="500"/>
                                        <p:tgtEl>
                                          <p:spTgt spid="7"/>
                                        </p:tgtEl>
                                      </p:cBhvr>
                                    </p:animEffect>
                                  </p:childTnLst>
                                </p:cTn>
                              </p:par>
                            </p:childTnLst>
                          </p:cTn>
                        </p:par>
                        <p:par>
                          <p:cTn id="12" fill="hold">
                            <p:stCondLst>
                              <p:cond delay="1000"/>
                            </p:stCondLst>
                            <p:childTnLst>
                              <p:par>
                                <p:cTn id="13" presetID="18" presetClass="entr" presetSubtype="12"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strips(downLeft)">
                                      <p:cBhvr>
                                        <p:cTn id="15" dur="500"/>
                                        <p:tgtEl>
                                          <p:spTgt spid="4"/>
                                        </p:tgtEl>
                                      </p:cBhvr>
                                    </p:animEffect>
                                  </p:childTnLst>
                                </p:cTn>
                              </p:par>
                            </p:childTnLst>
                          </p:cTn>
                        </p:par>
                        <p:par>
                          <p:cTn id="16" fill="hold">
                            <p:stCondLst>
                              <p:cond delay="1500"/>
                            </p:stCondLst>
                            <p:childTnLst>
                              <p:par>
                                <p:cTn id="17" presetID="18" presetClass="entr" presetSubtype="12"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strips(downLeft)">
                                      <p:cBhvr>
                                        <p:cTn id="19" dur="500"/>
                                        <p:tgtEl>
                                          <p:spTgt spid="3"/>
                                        </p:tgtEl>
                                      </p:cBhvr>
                                    </p:animEffect>
                                  </p:childTnLst>
                                </p:cTn>
                              </p:par>
                            </p:childTnLst>
                          </p:cTn>
                        </p:par>
                        <p:par>
                          <p:cTn id="20" fill="hold">
                            <p:stCondLst>
                              <p:cond delay="2000"/>
                            </p:stCondLst>
                            <p:childTnLst>
                              <p:par>
                                <p:cTn id="21" presetID="12" presetClass="entr" presetSubtype="4" fill="hold" grpId="0" nodeType="afterEffect">
                                  <p:stCondLst>
                                    <p:cond delay="0"/>
                                  </p:stCondLst>
                                  <p:childTnLst>
                                    <p:set>
                                      <p:cBhvr>
                                        <p:cTn id="22" dur="1" fill="hold">
                                          <p:stCondLst>
                                            <p:cond delay="0"/>
                                          </p:stCondLst>
                                        </p:cTn>
                                        <p:tgtEl>
                                          <p:spTgt spid="28"/>
                                        </p:tgtEl>
                                        <p:attrNameLst>
                                          <p:attrName>style.visibility</p:attrName>
                                        </p:attrNameLst>
                                      </p:cBhvr>
                                      <p:to>
                                        <p:strVal val="visible"/>
                                      </p:to>
                                    </p:set>
                                    <p:anim calcmode="lin" valueType="num">
                                      <p:cBhvr additive="base">
                                        <p:cTn id="23" dur="500"/>
                                        <p:tgtEl>
                                          <p:spTgt spid="28"/>
                                        </p:tgtEl>
                                        <p:attrNameLst>
                                          <p:attrName>ppt_y</p:attrName>
                                        </p:attrNameLst>
                                      </p:cBhvr>
                                      <p:tavLst>
                                        <p:tav tm="0">
                                          <p:val>
                                            <p:strVal val="#ppt_y+#ppt_h*1.125000"/>
                                          </p:val>
                                        </p:tav>
                                        <p:tav tm="100000">
                                          <p:val>
                                            <p:strVal val="#ppt_y"/>
                                          </p:val>
                                        </p:tav>
                                      </p:tavLst>
                                    </p:anim>
                                    <p:animEffect transition="in" filter="wipe(up)">
                                      <p:cBhvr>
                                        <p:cTn id="24" dur="500"/>
                                        <p:tgtEl>
                                          <p:spTgt spid="28"/>
                                        </p:tgtEl>
                                      </p:cBhvr>
                                    </p:animEffect>
                                  </p:childTnLst>
                                </p:cTn>
                              </p:par>
                              <p:par>
                                <p:cTn id="25" presetID="12" presetClass="entr" presetSubtype="1"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anim calcmode="lin" valueType="num">
                                      <p:cBhvr additive="base">
                                        <p:cTn id="27" dur="500"/>
                                        <p:tgtEl>
                                          <p:spTgt spid="24"/>
                                        </p:tgtEl>
                                        <p:attrNameLst>
                                          <p:attrName>ppt_y</p:attrName>
                                        </p:attrNameLst>
                                      </p:cBhvr>
                                      <p:tavLst>
                                        <p:tav tm="0">
                                          <p:val>
                                            <p:strVal val="#ppt_y-#ppt_h*1.125000"/>
                                          </p:val>
                                        </p:tav>
                                        <p:tav tm="100000">
                                          <p:val>
                                            <p:strVal val="#ppt_y"/>
                                          </p:val>
                                        </p:tav>
                                      </p:tavLst>
                                    </p:anim>
                                    <p:animEffect transition="in" filter="wipe(down)">
                                      <p:cBhvr>
                                        <p:cTn id="28" dur="500"/>
                                        <p:tgtEl>
                                          <p:spTgt spid="24"/>
                                        </p:tgtEl>
                                      </p:cBhvr>
                                    </p:animEffect>
                                  </p:childTnLst>
                                </p:cTn>
                              </p:par>
                            </p:childTnLst>
                          </p:cTn>
                        </p:par>
                        <p:par>
                          <p:cTn id="29" fill="hold">
                            <p:stCondLst>
                              <p:cond delay="2500"/>
                            </p:stCondLst>
                            <p:childTnLst>
                              <p:par>
                                <p:cTn id="30" presetID="12" presetClass="entr" presetSubtype="4" fill="hold" grpId="0" nodeType="afterEffect">
                                  <p:stCondLst>
                                    <p:cond delay="0"/>
                                  </p:stCondLst>
                                  <p:childTnLst>
                                    <p:set>
                                      <p:cBhvr>
                                        <p:cTn id="31" dur="1" fill="hold">
                                          <p:stCondLst>
                                            <p:cond delay="0"/>
                                          </p:stCondLst>
                                        </p:cTn>
                                        <p:tgtEl>
                                          <p:spTgt spid="29"/>
                                        </p:tgtEl>
                                        <p:attrNameLst>
                                          <p:attrName>style.visibility</p:attrName>
                                        </p:attrNameLst>
                                      </p:cBhvr>
                                      <p:to>
                                        <p:strVal val="visible"/>
                                      </p:to>
                                    </p:set>
                                    <p:anim calcmode="lin" valueType="num">
                                      <p:cBhvr additive="base">
                                        <p:cTn id="32" dur="500"/>
                                        <p:tgtEl>
                                          <p:spTgt spid="29"/>
                                        </p:tgtEl>
                                        <p:attrNameLst>
                                          <p:attrName>ppt_y</p:attrName>
                                        </p:attrNameLst>
                                      </p:cBhvr>
                                      <p:tavLst>
                                        <p:tav tm="0">
                                          <p:val>
                                            <p:strVal val="#ppt_y+#ppt_h*1.125000"/>
                                          </p:val>
                                        </p:tav>
                                        <p:tav tm="100000">
                                          <p:val>
                                            <p:strVal val="#ppt_y"/>
                                          </p:val>
                                        </p:tav>
                                      </p:tavLst>
                                    </p:anim>
                                    <p:animEffect transition="in" filter="wipe(up)">
                                      <p:cBhvr>
                                        <p:cTn id="33" dur="500"/>
                                        <p:tgtEl>
                                          <p:spTgt spid="29"/>
                                        </p:tgtEl>
                                      </p:cBhvr>
                                    </p:animEffect>
                                  </p:childTnLst>
                                </p:cTn>
                              </p:par>
                              <p:par>
                                <p:cTn id="34" presetID="12" presetClass="entr" presetSubtype="1" fill="hold" grpId="0" nodeType="withEffect">
                                  <p:stCondLst>
                                    <p:cond delay="0"/>
                                  </p:stCondLst>
                                  <p:childTnLst>
                                    <p:set>
                                      <p:cBhvr>
                                        <p:cTn id="35" dur="1" fill="hold">
                                          <p:stCondLst>
                                            <p:cond delay="0"/>
                                          </p:stCondLst>
                                        </p:cTn>
                                        <p:tgtEl>
                                          <p:spTgt spid="25"/>
                                        </p:tgtEl>
                                        <p:attrNameLst>
                                          <p:attrName>style.visibility</p:attrName>
                                        </p:attrNameLst>
                                      </p:cBhvr>
                                      <p:to>
                                        <p:strVal val="visible"/>
                                      </p:to>
                                    </p:set>
                                    <p:anim calcmode="lin" valueType="num">
                                      <p:cBhvr additive="base">
                                        <p:cTn id="36" dur="500"/>
                                        <p:tgtEl>
                                          <p:spTgt spid="25"/>
                                        </p:tgtEl>
                                        <p:attrNameLst>
                                          <p:attrName>ppt_y</p:attrName>
                                        </p:attrNameLst>
                                      </p:cBhvr>
                                      <p:tavLst>
                                        <p:tav tm="0">
                                          <p:val>
                                            <p:strVal val="#ppt_y-#ppt_h*1.125000"/>
                                          </p:val>
                                        </p:tav>
                                        <p:tav tm="100000">
                                          <p:val>
                                            <p:strVal val="#ppt_y"/>
                                          </p:val>
                                        </p:tav>
                                      </p:tavLst>
                                    </p:anim>
                                    <p:animEffect transition="in" filter="wipe(down)">
                                      <p:cBhvr>
                                        <p:cTn id="37" dur="500"/>
                                        <p:tgtEl>
                                          <p:spTgt spid="25"/>
                                        </p:tgtEl>
                                      </p:cBhvr>
                                    </p:animEffect>
                                  </p:childTnLst>
                                </p:cTn>
                              </p:par>
                            </p:childTnLst>
                          </p:cTn>
                        </p:par>
                        <p:par>
                          <p:cTn id="38" fill="hold">
                            <p:stCondLst>
                              <p:cond delay="3000"/>
                            </p:stCondLst>
                            <p:childTnLst>
                              <p:par>
                                <p:cTn id="39" presetID="12" presetClass="entr" presetSubtype="4" fill="hold" grpId="0" nodeType="afterEffect">
                                  <p:stCondLst>
                                    <p:cond delay="0"/>
                                  </p:stCondLst>
                                  <p:childTnLst>
                                    <p:set>
                                      <p:cBhvr>
                                        <p:cTn id="40" dur="1" fill="hold">
                                          <p:stCondLst>
                                            <p:cond delay="0"/>
                                          </p:stCondLst>
                                        </p:cTn>
                                        <p:tgtEl>
                                          <p:spTgt spid="30"/>
                                        </p:tgtEl>
                                        <p:attrNameLst>
                                          <p:attrName>style.visibility</p:attrName>
                                        </p:attrNameLst>
                                      </p:cBhvr>
                                      <p:to>
                                        <p:strVal val="visible"/>
                                      </p:to>
                                    </p:set>
                                    <p:anim calcmode="lin" valueType="num">
                                      <p:cBhvr additive="base">
                                        <p:cTn id="41" dur="500"/>
                                        <p:tgtEl>
                                          <p:spTgt spid="30"/>
                                        </p:tgtEl>
                                        <p:attrNameLst>
                                          <p:attrName>ppt_y</p:attrName>
                                        </p:attrNameLst>
                                      </p:cBhvr>
                                      <p:tavLst>
                                        <p:tav tm="0">
                                          <p:val>
                                            <p:strVal val="#ppt_y+#ppt_h*1.125000"/>
                                          </p:val>
                                        </p:tav>
                                        <p:tav tm="100000">
                                          <p:val>
                                            <p:strVal val="#ppt_y"/>
                                          </p:val>
                                        </p:tav>
                                      </p:tavLst>
                                    </p:anim>
                                    <p:animEffect transition="in" filter="wipe(up)">
                                      <p:cBhvr>
                                        <p:cTn id="42" dur="500"/>
                                        <p:tgtEl>
                                          <p:spTgt spid="30"/>
                                        </p:tgtEl>
                                      </p:cBhvr>
                                    </p:animEffect>
                                  </p:childTnLst>
                                </p:cTn>
                              </p:par>
                              <p:par>
                                <p:cTn id="43" presetID="12" presetClass="entr" presetSubtype="1"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anim calcmode="lin" valueType="num">
                                      <p:cBhvr additive="base">
                                        <p:cTn id="45" dur="500"/>
                                        <p:tgtEl>
                                          <p:spTgt spid="26"/>
                                        </p:tgtEl>
                                        <p:attrNameLst>
                                          <p:attrName>ppt_y</p:attrName>
                                        </p:attrNameLst>
                                      </p:cBhvr>
                                      <p:tavLst>
                                        <p:tav tm="0">
                                          <p:val>
                                            <p:strVal val="#ppt_y-#ppt_h*1.125000"/>
                                          </p:val>
                                        </p:tav>
                                        <p:tav tm="100000">
                                          <p:val>
                                            <p:strVal val="#ppt_y"/>
                                          </p:val>
                                        </p:tav>
                                      </p:tavLst>
                                    </p:anim>
                                    <p:animEffect transition="in" filter="wipe(down)">
                                      <p:cBhvr>
                                        <p:cTn id="46" dur="500"/>
                                        <p:tgtEl>
                                          <p:spTgt spid="26"/>
                                        </p:tgtEl>
                                      </p:cBhvr>
                                    </p:animEffect>
                                  </p:childTnLst>
                                </p:cTn>
                              </p:par>
                            </p:childTnLst>
                          </p:cTn>
                        </p:par>
                        <p:par>
                          <p:cTn id="47" fill="hold">
                            <p:stCondLst>
                              <p:cond delay="3500"/>
                            </p:stCondLst>
                            <p:childTnLst>
                              <p:par>
                                <p:cTn id="48" presetID="12" presetClass="entr" presetSubtype="4" fill="hold" grpId="0" nodeType="afterEffect">
                                  <p:stCondLst>
                                    <p:cond delay="0"/>
                                  </p:stCondLst>
                                  <p:childTnLst>
                                    <p:set>
                                      <p:cBhvr>
                                        <p:cTn id="49" dur="1" fill="hold">
                                          <p:stCondLst>
                                            <p:cond delay="0"/>
                                          </p:stCondLst>
                                        </p:cTn>
                                        <p:tgtEl>
                                          <p:spTgt spid="31"/>
                                        </p:tgtEl>
                                        <p:attrNameLst>
                                          <p:attrName>style.visibility</p:attrName>
                                        </p:attrNameLst>
                                      </p:cBhvr>
                                      <p:to>
                                        <p:strVal val="visible"/>
                                      </p:to>
                                    </p:set>
                                    <p:anim calcmode="lin" valueType="num">
                                      <p:cBhvr additive="base">
                                        <p:cTn id="50" dur="500"/>
                                        <p:tgtEl>
                                          <p:spTgt spid="31"/>
                                        </p:tgtEl>
                                        <p:attrNameLst>
                                          <p:attrName>ppt_y</p:attrName>
                                        </p:attrNameLst>
                                      </p:cBhvr>
                                      <p:tavLst>
                                        <p:tav tm="0">
                                          <p:val>
                                            <p:strVal val="#ppt_y+#ppt_h*1.125000"/>
                                          </p:val>
                                        </p:tav>
                                        <p:tav tm="100000">
                                          <p:val>
                                            <p:strVal val="#ppt_y"/>
                                          </p:val>
                                        </p:tav>
                                      </p:tavLst>
                                    </p:anim>
                                    <p:animEffect transition="in" filter="wipe(up)">
                                      <p:cBhvr>
                                        <p:cTn id="51" dur="500"/>
                                        <p:tgtEl>
                                          <p:spTgt spid="31"/>
                                        </p:tgtEl>
                                      </p:cBhvr>
                                    </p:animEffect>
                                  </p:childTnLst>
                                </p:cTn>
                              </p:par>
                              <p:par>
                                <p:cTn id="52" presetID="12" presetClass="entr" presetSubtype="1" fill="hold" grpId="0" nodeType="withEffect">
                                  <p:stCondLst>
                                    <p:cond delay="0"/>
                                  </p:stCondLst>
                                  <p:childTnLst>
                                    <p:set>
                                      <p:cBhvr>
                                        <p:cTn id="53" dur="1" fill="hold">
                                          <p:stCondLst>
                                            <p:cond delay="0"/>
                                          </p:stCondLst>
                                        </p:cTn>
                                        <p:tgtEl>
                                          <p:spTgt spid="27"/>
                                        </p:tgtEl>
                                        <p:attrNameLst>
                                          <p:attrName>style.visibility</p:attrName>
                                        </p:attrNameLst>
                                      </p:cBhvr>
                                      <p:to>
                                        <p:strVal val="visible"/>
                                      </p:to>
                                    </p:set>
                                    <p:anim calcmode="lin" valueType="num">
                                      <p:cBhvr additive="base">
                                        <p:cTn id="54" dur="500"/>
                                        <p:tgtEl>
                                          <p:spTgt spid="27"/>
                                        </p:tgtEl>
                                        <p:attrNameLst>
                                          <p:attrName>ppt_y</p:attrName>
                                        </p:attrNameLst>
                                      </p:cBhvr>
                                      <p:tavLst>
                                        <p:tav tm="0">
                                          <p:val>
                                            <p:strVal val="#ppt_y-#ppt_h*1.125000"/>
                                          </p:val>
                                        </p:tav>
                                        <p:tav tm="100000">
                                          <p:val>
                                            <p:strVal val="#ppt_y"/>
                                          </p:val>
                                        </p:tav>
                                      </p:tavLst>
                                    </p:anim>
                                    <p:animEffect transition="in" filter="wipe(down)">
                                      <p:cBhvr>
                                        <p:cTn id="55" dur="500"/>
                                        <p:tgtEl>
                                          <p:spTgt spid="27"/>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32"/>
                                        </p:tgtEl>
                                        <p:attrNameLst>
                                          <p:attrName>style.visibility</p:attrName>
                                        </p:attrNameLst>
                                      </p:cBhvr>
                                      <p:to>
                                        <p:strVal val="visible"/>
                                      </p:to>
                                    </p:set>
                                    <p:animEffect transition="in" filter="wipe(left)">
                                      <p:cBhvr>
                                        <p:cTn id="60" dur="500"/>
                                        <p:tgtEl>
                                          <p:spTgt spid="32"/>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33"/>
                                        </p:tgtEl>
                                        <p:attrNameLst>
                                          <p:attrName>style.visibility</p:attrName>
                                        </p:attrNameLst>
                                      </p:cBhvr>
                                      <p:to>
                                        <p:strVal val="visible"/>
                                      </p:to>
                                    </p:set>
                                    <p:animEffect transition="in" filter="wipe(left)">
                                      <p:cBhvr>
                                        <p:cTn id="65" dur="500"/>
                                        <p:tgtEl>
                                          <p:spTgt spid="33"/>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34"/>
                                        </p:tgtEl>
                                        <p:attrNameLst>
                                          <p:attrName>style.visibility</p:attrName>
                                        </p:attrNameLst>
                                      </p:cBhvr>
                                      <p:to>
                                        <p:strVal val="visible"/>
                                      </p:to>
                                    </p:set>
                                    <p:animEffect transition="in" filter="wipe(left)">
                                      <p:cBhvr>
                                        <p:cTn id="70" dur="500"/>
                                        <p:tgtEl>
                                          <p:spTgt spid="34"/>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35"/>
                                        </p:tgtEl>
                                        <p:attrNameLst>
                                          <p:attrName>style.visibility</p:attrName>
                                        </p:attrNameLst>
                                      </p:cBhvr>
                                      <p:to>
                                        <p:strVal val="visible"/>
                                      </p:to>
                                    </p:set>
                                    <p:animEffect transition="in" filter="wipe(left)">
                                      <p:cBhvr>
                                        <p:cTn id="75"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4" grpId="0" animBg="1"/>
      <p:bldP spid="33" grpId="0" animBg="1"/>
      <p:bldP spid="32" grpId="0" animBg="1"/>
      <p:bldP spid="24" grpId="0"/>
      <p:bldP spid="25" grpId="0"/>
      <p:bldP spid="26" grpId="0"/>
      <p:bldP spid="27" grpId="0"/>
      <p:bldP spid="28" grpId="0"/>
      <p:bldP spid="29" grpId="0"/>
      <p:bldP spid="30" grpId="0"/>
      <p:bldP spid="3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xmlns="" id="{29DEC7B3-98E7-4A80-AE29-49D7B50EC6E5}"/>
              </a:ext>
            </a:extLst>
          </p:cNvPr>
          <p:cNvSpPr/>
          <p:nvPr/>
        </p:nvSpPr>
        <p:spPr>
          <a:xfrm rot="1400643">
            <a:off x="7846993" y="4145687"/>
            <a:ext cx="5864369" cy="1326304"/>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11">
            <a:extLst>
              <a:ext uri="{FF2B5EF4-FFF2-40B4-BE49-F238E27FC236}">
                <a16:creationId xmlns:a16="http://schemas.microsoft.com/office/drawing/2014/main" xmlns="" id="{51190161-5764-4A03-8D1C-781AFA90AAF4}"/>
              </a:ext>
            </a:extLst>
          </p:cNvPr>
          <p:cNvSpPr/>
          <p:nvPr/>
        </p:nvSpPr>
        <p:spPr>
          <a:xfrm rot="1400643">
            <a:off x="4847884" y="4145686"/>
            <a:ext cx="5864369" cy="1326304"/>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10">
            <a:extLst>
              <a:ext uri="{FF2B5EF4-FFF2-40B4-BE49-F238E27FC236}">
                <a16:creationId xmlns:a16="http://schemas.microsoft.com/office/drawing/2014/main" xmlns="" id="{9C26A8FD-E585-48D7-92F0-481BC1ED08FC}"/>
              </a:ext>
            </a:extLst>
          </p:cNvPr>
          <p:cNvSpPr/>
          <p:nvPr/>
        </p:nvSpPr>
        <p:spPr>
          <a:xfrm rot="1400643">
            <a:off x="1632014" y="4109639"/>
            <a:ext cx="5864369" cy="1326304"/>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Rectangle 4"/>
          <p:cNvSpPr/>
          <p:nvPr/>
        </p:nvSpPr>
        <p:spPr>
          <a:xfrm>
            <a:off x="266587" y="1235765"/>
            <a:ext cx="2853398" cy="1742805"/>
          </a:xfrm>
          <a:prstGeom prst="rect">
            <a:avLst/>
          </a:prstGeom>
          <a:blipFill dpi="0" rotWithShape="1">
            <a:blip r:embed="rId3"/>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65034" tIns="32517" rIns="65034" bIns="32517" rtlCol="0" anchor="ctr"/>
          <a:lstStyle/>
          <a:p>
            <a:pPr algn="ctr">
              <a:lnSpc>
                <a:spcPct val="150000"/>
              </a:lnSpc>
            </a:pPr>
            <a:endParaRPr lang="en-US" sz="1500" dirty="0">
              <a:latin typeface="Arial" panose="020B0604020202020204" pitchFamily="34" charset="0"/>
              <a:ea typeface="微软雅黑" panose="020B0503020204020204" pitchFamily="34" charset="-122"/>
              <a:sym typeface="Arial" panose="020B0604020202020204" pitchFamily="34" charset="0"/>
            </a:endParaRPr>
          </a:p>
        </p:txBody>
      </p:sp>
      <p:sp>
        <p:nvSpPr>
          <p:cNvPr id="6" name="Rectangle 5"/>
          <p:cNvSpPr/>
          <p:nvPr/>
        </p:nvSpPr>
        <p:spPr>
          <a:xfrm>
            <a:off x="266587" y="3014279"/>
            <a:ext cx="2853398" cy="128675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5034" tIns="32517" rIns="65034" bIns="32517" rtlCol="0" anchor="ctr"/>
          <a:lstStyle/>
          <a:p>
            <a:pPr algn="ctr">
              <a:lnSpc>
                <a:spcPct val="150000"/>
              </a:lnSpc>
            </a:pPr>
            <a:endParaRPr lang="en-US" sz="1500" dirty="0">
              <a:latin typeface="Arial" panose="020B0604020202020204" pitchFamily="34" charset="0"/>
              <a:ea typeface="微软雅黑" panose="020B0503020204020204" pitchFamily="34" charset="-122"/>
              <a:sym typeface="Arial" panose="020B0604020202020204" pitchFamily="34" charset="0"/>
            </a:endParaRPr>
          </a:p>
        </p:txBody>
      </p:sp>
      <p:sp>
        <p:nvSpPr>
          <p:cNvPr id="15" name="TextBox 14"/>
          <p:cNvSpPr txBox="1"/>
          <p:nvPr/>
        </p:nvSpPr>
        <p:spPr>
          <a:xfrm>
            <a:off x="527517" y="3315139"/>
            <a:ext cx="2328068" cy="708009"/>
          </a:xfrm>
          <a:prstGeom prst="rect">
            <a:avLst/>
          </a:prstGeom>
          <a:noFill/>
        </p:spPr>
        <p:txBody>
          <a:bodyPr wrap="square" lIns="0" tIns="0" rIns="0" bIns="0" numCol="1" spcCol="255996">
            <a:spAutoFit/>
          </a:bodyPr>
          <a:lstStyle/>
          <a:p>
            <a:pPr algn="just"/>
            <a:r>
              <a:rPr lang="zh-CN" altLang="en-US" sz="1000" dirty="0">
                <a:solidFill>
                  <a:schemeClr val="bg1"/>
                </a:solidFill>
                <a:latin typeface="Arial" panose="020B0604020202020204" pitchFamily="34" charset="0"/>
                <a:ea typeface="微软雅黑" panose="020B0503020204020204" pitchFamily="34" charset="-122"/>
                <a:sym typeface="Arial" panose="020B0604020202020204" pitchFamily="34" charset="0"/>
              </a:rPr>
              <a:t>点击请替换文字内容</a:t>
            </a:r>
          </a:p>
          <a:p>
            <a:pPr algn="just">
              <a:lnSpc>
                <a:spcPct val="150000"/>
              </a:lnSpc>
            </a:pPr>
            <a:r>
              <a:rPr lang="zh-CN" altLang="en-US" sz="600" dirty="0">
                <a:solidFill>
                  <a:schemeClr val="bg1"/>
                </a:solidFill>
                <a:latin typeface="Arial" panose="020B0604020202020204" pitchFamily="34" charset="0"/>
                <a:ea typeface="微软雅黑" panose="020B0503020204020204" pitchFamily="34" charset="-122"/>
                <a:sym typeface="Arial" panose="020B0604020202020204" pitchFamily="34" charset="0"/>
              </a:rPr>
              <a:t>请替换文字内容，添加相关标题，修改文字内容，也可以直接复制你的内容到此。请替换文字内容，添加相关标题，修改文字内容，也可以直接复制你的内容到此。请替换文字内容，添加相关标题，修改文字内容，也可以直接复制你的内容到此。</a:t>
            </a:r>
          </a:p>
        </p:txBody>
      </p:sp>
      <p:sp>
        <p:nvSpPr>
          <p:cNvPr id="17" name="Rectangle 16"/>
          <p:cNvSpPr/>
          <p:nvPr/>
        </p:nvSpPr>
        <p:spPr>
          <a:xfrm>
            <a:off x="3164155" y="1235765"/>
            <a:ext cx="2853398" cy="1742805"/>
          </a:xfrm>
          <a:prstGeom prst="rect">
            <a:avLst/>
          </a:prstGeom>
          <a:blipFill dpi="0" rotWithShape="1">
            <a:blip r:embed="rId4"/>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65034" tIns="32517" rIns="65034" bIns="32517" rtlCol="0" anchor="ctr"/>
          <a:lstStyle/>
          <a:p>
            <a:pPr algn="ctr">
              <a:lnSpc>
                <a:spcPct val="150000"/>
              </a:lnSpc>
            </a:pPr>
            <a:endParaRPr lang="en-US" sz="1500" dirty="0">
              <a:latin typeface="Arial" panose="020B0604020202020204" pitchFamily="34" charset="0"/>
              <a:ea typeface="微软雅黑" panose="020B0503020204020204" pitchFamily="34" charset="-122"/>
              <a:sym typeface="Arial" panose="020B0604020202020204" pitchFamily="34" charset="0"/>
            </a:endParaRPr>
          </a:p>
        </p:txBody>
      </p:sp>
      <p:sp>
        <p:nvSpPr>
          <p:cNvPr id="18" name="Rectangle 17"/>
          <p:cNvSpPr/>
          <p:nvPr/>
        </p:nvSpPr>
        <p:spPr>
          <a:xfrm>
            <a:off x="3164155" y="3014279"/>
            <a:ext cx="2853398" cy="12867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5034" tIns="32517" rIns="65034" bIns="32517" rtlCol="0" anchor="ctr"/>
          <a:lstStyle/>
          <a:p>
            <a:pPr algn="ctr">
              <a:lnSpc>
                <a:spcPct val="150000"/>
              </a:lnSpc>
            </a:pPr>
            <a:endParaRPr lang="en-US" sz="1500" dirty="0">
              <a:latin typeface="Arial" panose="020B0604020202020204" pitchFamily="34" charset="0"/>
              <a:ea typeface="微软雅黑" panose="020B0503020204020204" pitchFamily="34" charset="-122"/>
              <a:sym typeface="Arial" panose="020B0604020202020204" pitchFamily="34" charset="0"/>
            </a:endParaRPr>
          </a:p>
        </p:txBody>
      </p:sp>
      <p:sp>
        <p:nvSpPr>
          <p:cNvPr id="19" name="TextBox 18"/>
          <p:cNvSpPr txBox="1"/>
          <p:nvPr/>
        </p:nvSpPr>
        <p:spPr>
          <a:xfrm>
            <a:off x="3425088" y="3341408"/>
            <a:ext cx="2328068" cy="708009"/>
          </a:xfrm>
          <a:prstGeom prst="rect">
            <a:avLst/>
          </a:prstGeom>
          <a:noFill/>
        </p:spPr>
        <p:txBody>
          <a:bodyPr wrap="square" lIns="0" tIns="0" rIns="0" bIns="0" numCol="1" spcCol="255996">
            <a:spAutoFit/>
          </a:bodyPr>
          <a:lstStyle/>
          <a:p>
            <a:pPr algn="just"/>
            <a:r>
              <a:rPr lang="zh-CN" altLang="en-US" sz="1000" dirty="0">
                <a:solidFill>
                  <a:schemeClr val="bg1"/>
                </a:solidFill>
                <a:latin typeface="Arial" panose="020B0604020202020204" pitchFamily="34" charset="0"/>
                <a:ea typeface="微软雅黑" panose="020B0503020204020204" pitchFamily="34" charset="-122"/>
                <a:sym typeface="Arial" panose="020B0604020202020204" pitchFamily="34" charset="0"/>
              </a:rPr>
              <a:t>点击请替换文字内容</a:t>
            </a:r>
          </a:p>
          <a:p>
            <a:pPr algn="just">
              <a:lnSpc>
                <a:spcPct val="150000"/>
              </a:lnSpc>
            </a:pPr>
            <a:r>
              <a:rPr lang="zh-CN" altLang="en-US" sz="600" dirty="0">
                <a:solidFill>
                  <a:schemeClr val="bg1"/>
                </a:solidFill>
                <a:latin typeface="Arial" panose="020B0604020202020204" pitchFamily="34" charset="0"/>
                <a:ea typeface="微软雅黑" panose="020B0503020204020204" pitchFamily="34" charset="-122"/>
                <a:sym typeface="Arial" panose="020B0604020202020204" pitchFamily="34" charset="0"/>
              </a:rPr>
              <a:t>请替换文字内容，添加相关标题，修改文字内容，也可以直接复制你的内容到此。请替换文字内容，添加相关标题，修改文字内容，也可以直接复制你的内容到此。请替换文字内容，添加相关标题，修改文字内容，也可以直接复制你的内容到此。</a:t>
            </a:r>
          </a:p>
        </p:txBody>
      </p:sp>
      <p:sp>
        <p:nvSpPr>
          <p:cNvPr id="20" name="Rectangle 19"/>
          <p:cNvSpPr/>
          <p:nvPr/>
        </p:nvSpPr>
        <p:spPr>
          <a:xfrm>
            <a:off x="6061724" y="1235765"/>
            <a:ext cx="2853398" cy="1742805"/>
          </a:xfrm>
          <a:prstGeom prst="rect">
            <a:avLst/>
          </a:prstGeom>
          <a:blipFill dpi="0" rotWithShape="1">
            <a:blip r:embed="rId5"/>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65034" tIns="32517" rIns="65034" bIns="32517" rtlCol="0" anchor="ctr"/>
          <a:lstStyle/>
          <a:p>
            <a:pPr algn="ctr">
              <a:lnSpc>
                <a:spcPct val="150000"/>
              </a:lnSpc>
            </a:pPr>
            <a:endParaRPr lang="en-US" sz="1500" dirty="0">
              <a:latin typeface="Arial" panose="020B0604020202020204" pitchFamily="34" charset="0"/>
              <a:ea typeface="微软雅黑" panose="020B0503020204020204" pitchFamily="34" charset="-122"/>
              <a:sym typeface="Arial" panose="020B0604020202020204" pitchFamily="34" charset="0"/>
            </a:endParaRPr>
          </a:p>
        </p:txBody>
      </p:sp>
      <p:sp>
        <p:nvSpPr>
          <p:cNvPr id="21" name="Rectangle 20"/>
          <p:cNvSpPr/>
          <p:nvPr/>
        </p:nvSpPr>
        <p:spPr>
          <a:xfrm>
            <a:off x="6061724" y="3014279"/>
            <a:ext cx="2853398" cy="128675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5034" tIns="32517" rIns="65034" bIns="32517" rtlCol="0" anchor="ctr"/>
          <a:lstStyle/>
          <a:p>
            <a:pPr algn="ctr">
              <a:lnSpc>
                <a:spcPct val="150000"/>
              </a:lnSpc>
            </a:pPr>
            <a:endParaRPr lang="en-US" sz="1500" dirty="0">
              <a:latin typeface="Arial" panose="020B0604020202020204" pitchFamily="34" charset="0"/>
              <a:ea typeface="微软雅黑" panose="020B0503020204020204" pitchFamily="34" charset="-122"/>
              <a:sym typeface="Arial" panose="020B0604020202020204" pitchFamily="34" charset="0"/>
            </a:endParaRPr>
          </a:p>
        </p:txBody>
      </p:sp>
      <p:sp>
        <p:nvSpPr>
          <p:cNvPr id="22" name="TextBox 21"/>
          <p:cNvSpPr txBox="1"/>
          <p:nvPr/>
        </p:nvSpPr>
        <p:spPr>
          <a:xfrm>
            <a:off x="6322658" y="3341408"/>
            <a:ext cx="2328068" cy="708009"/>
          </a:xfrm>
          <a:prstGeom prst="rect">
            <a:avLst/>
          </a:prstGeom>
          <a:noFill/>
        </p:spPr>
        <p:txBody>
          <a:bodyPr wrap="square" lIns="0" tIns="0" rIns="0" bIns="0" numCol="1" spcCol="255996">
            <a:spAutoFit/>
          </a:bodyPr>
          <a:lstStyle/>
          <a:p>
            <a:pPr algn="just"/>
            <a:r>
              <a:rPr lang="zh-CN" altLang="en-US" sz="1000" dirty="0">
                <a:solidFill>
                  <a:schemeClr val="bg1"/>
                </a:solidFill>
                <a:latin typeface="Arial" panose="020B0604020202020204" pitchFamily="34" charset="0"/>
                <a:ea typeface="微软雅黑" panose="020B0503020204020204" pitchFamily="34" charset="-122"/>
                <a:sym typeface="Arial" panose="020B0604020202020204" pitchFamily="34" charset="0"/>
              </a:rPr>
              <a:t>点击请替换文字内容</a:t>
            </a:r>
          </a:p>
          <a:p>
            <a:pPr algn="just">
              <a:lnSpc>
                <a:spcPct val="150000"/>
              </a:lnSpc>
            </a:pPr>
            <a:r>
              <a:rPr lang="zh-CN" altLang="en-US" sz="600" dirty="0">
                <a:solidFill>
                  <a:schemeClr val="bg1"/>
                </a:solidFill>
                <a:latin typeface="Arial" panose="020B0604020202020204" pitchFamily="34" charset="0"/>
                <a:ea typeface="微软雅黑" panose="020B0503020204020204" pitchFamily="34" charset="-122"/>
                <a:sym typeface="Arial" panose="020B0604020202020204" pitchFamily="34" charset="0"/>
              </a:rPr>
              <a:t>请替换文字内容，添加相关标题，修改文字内容，也可以直接复制你的内容到此。请替换文字内容，添加相关标题，修改文字内容，也可以直接复制你的内容到此。请替换文字内容，添加相关标题，修改文字内容，也可以直接复制你的内容到此。</a:t>
            </a:r>
          </a:p>
        </p:txBody>
      </p:sp>
      <p:pic>
        <p:nvPicPr>
          <p:cNvPr id="14" name="图片 1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137905" y="61236"/>
            <a:ext cx="979629" cy="909108"/>
          </a:xfrm>
          <a:prstGeom prst="rect">
            <a:avLst/>
          </a:prstGeom>
        </p:spPr>
      </p:pic>
    </p:spTree>
    <p:extLst>
      <p:ext uri="{BB962C8B-B14F-4D97-AF65-F5344CB8AC3E}">
        <p14:creationId xmlns:p14="http://schemas.microsoft.com/office/powerpoint/2010/main" val="476340227"/>
      </p:ext>
    </p:extLst>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5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50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4" fill="hold" grpId="0" nodeType="withEffect">
                                  <p:stCondLst>
                                    <p:cond delay="50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ppt_x"/>
                                          </p:val>
                                        </p:tav>
                                        <p:tav tm="100000">
                                          <p:val>
                                            <p:strVal val="#ppt_x"/>
                                          </p:val>
                                        </p:tav>
                                      </p:tavLst>
                                    </p:anim>
                                    <p:anim calcmode="lin" valueType="num">
                                      <p:cBhvr additive="base">
                                        <p:cTn id="16" dur="500" fill="hold"/>
                                        <p:tgtEl>
                                          <p:spTgt spid="15"/>
                                        </p:tgtEl>
                                        <p:attrNameLst>
                                          <p:attrName>ppt_y</p:attrName>
                                        </p:attrNameLst>
                                      </p:cBhvr>
                                      <p:tavLst>
                                        <p:tav tm="0">
                                          <p:val>
                                            <p:strVal val="1+#ppt_h/2"/>
                                          </p:val>
                                        </p:tav>
                                        <p:tav tm="100000">
                                          <p:val>
                                            <p:strVal val="#ppt_y"/>
                                          </p:val>
                                        </p:tav>
                                      </p:tavLst>
                                    </p:anim>
                                  </p:childTnLst>
                                </p:cTn>
                              </p:par>
                              <p:par>
                                <p:cTn id="17" presetID="2" presetClass="entr" presetSubtype="8" fill="hold" grpId="0" nodeType="withEffect">
                                  <p:stCondLst>
                                    <p:cond delay="50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0-#ppt_w/2"/>
                                          </p:val>
                                        </p:tav>
                                        <p:tav tm="100000">
                                          <p:val>
                                            <p:strVal val="#ppt_x"/>
                                          </p:val>
                                        </p:tav>
                                      </p:tavLst>
                                    </p:anim>
                                    <p:anim calcmode="lin" valueType="num">
                                      <p:cBhvr additive="base">
                                        <p:cTn id="20" dur="500" fill="hold"/>
                                        <p:tgtEl>
                                          <p:spTgt spid="17"/>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500"/>
                                  </p:stCondLst>
                                  <p:childTnLst>
                                    <p:set>
                                      <p:cBhvr>
                                        <p:cTn id="22" dur="1" fill="hold">
                                          <p:stCondLst>
                                            <p:cond delay="0"/>
                                          </p:stCondLst>
                                        </p:cTn>
                                        <p:tgtEl>
                                          <p:spTgt spid="18"/>
                                        </p:tgtEl>
                                        <p:attrNameLst>
                                          <p:attrName>style.visibility</p:attrName>
                                        </p:attrNameLst>
                                      </p:cBhvr>
                                      <p:to>
                                        <p:strVal val="visible"/>
                                      </p:to>
                                    </p:set>
                                    <p:anim calcmode="lin" valueType="num">
                                      <p:cBhvr additive="base">
                                        <p:cTn id="23" dur="500" fill="hold"/>
                                        <p:tgtEl>
                                          <p:spTgt spid="18"/>
                                        </p:tgtEl>
                                        <p:attrNameLst>
                                          <p:attrName>ppt_x</p:attrName>
                                        </p:attrNameLst>
                                      </p:cBhvr>
                                      <p:tavLst>
                                        <p:tav tm="0">
                                          <p:val>
                                            <p:strVal val="0-#ppt_w/2"/>
                                          </p:val>
                                        </p:tav>
                                        <p:tav tm="100000">
                                          <p:val>
                                            <p:strVal val="#ppt_x"/>
                                          </p:val>
                                        </p:tav>
                                      </p:tavLst>
                                    </p:anim>
                                    <p:anim calcmode="lin" valueType="num">
                                      <p:cBhvr additive="base">
                                        <p:cTn id="24" dur="500" fill="hold"/>
                                        <p:tgtEl>
                                          <p:spTgt spid="18"/>
                                        </p:tgtEl>
                                        <p:attrNameLst>
                                          <p:attrName>ppt_y</p:attrName>
                                        </p:attrNameLst>
                                      </p:cBhvr>
                                      <p:tavLst>
                                        <p:tav tm="0">
                                          <p:val>
                                            <p:strVal val="#ppt_y"/>
                                          </p:val>
                                        </p:tav>
                                        <p:tav tm="100000">
                                          <p:val>
                                            <p:strVal val="#ppt_y"/>
                                          </p:val>
                                        </p:tav>
                                      </p:tavLst>
                                    </p:anim>
                                  </p:childTnLst>
                                </p:cTn>
                              </p:par>
                              <p:par>
                                <p:cTn id="25" presetID="2" presetClass="entr" presetSubtype="4" fill="hold" grpId="0" nodeType="withEffect">
                                  <p:stCondLst>
                                    <p:cond delay="500"/>
                                  </p:stCondLst>
                                  <p:childTnLst>
                                    <p:set>
                                      <p:cBhvr>
                                        <p:cTn id="26" dur="1" fill="hold">
                                          <p:stCondLst>
                                            <p:cond delay="0"/>
                                          </p:stCondLst>
                                        </p:cTn>
                                        <p:tgtEl>
                                          <p:spTgt spid="19"/>
                                        </p:tgtEl>
                                        <p:attrNameLst>
                                          <p:attrName>style.visibility</p:attrName>
                                        </p:attrNameLst>
                                      </p:cBhvr>
                                      <p:to>
                                        <p:strVal val="visible"/>
                                      </p:to>
                                    </p:set>
                                    <p:anim calcmode="lin" valueType="num">
                                      <p:cBhvr additive="base">
                                        <p:cTn id="27" dur="500" fill="hold"/>
                                        <p:tgtEl>
                                          <p:spTgt spid="19"/>
                                        </p:tgtEl>
                                        <p:attrNameLst>
                                          <p:attrName>ppt_x</p:attrName>
                                        </p:attrNameLst>
                                      </p:cBhvr>
                                      <p:tavLst>
                                        <p:tav tm="0">
                                          <p:val>
                                            <p:strVal val="#ppt_x"/>
                                          </p:val>
                                        </p:tav>
                                        <p:tav tm="100000">
                                          <p:val>
                                            <p:strVal val="#ppt_x"/>
                                          </p:val>
                                        </p:tav>
                                      </p:tavLst>
                                    </p:anim>
                                    <p:anim calcmode="lin" valueType="num">
                                      <p:cBhvr additive="base">
                                        <p:cTn id="28" dur="500" fill="hold"/>
                                        <p:tgtEl>
                                          <p:spTgt spid="19"/>
                                        </p:tgtEl>
                                        <p:attrNameLst>
                                          <p:attrName>ppt_y</p:attrName>
                                        </p:attrNameLst>
                                      </p:cBhvr>
                                      <p:tavLst>
                                        <p:tav tm="0">
                                          <p:val>
                                            <p:strVal val="1+#ppt_h/2"/>
                                          </p:val>
                                        </p:tav>
                                        <p:tav tm="100000">
                                          <p:val>
                                            <p:strVal val="#ppt_y"/>
                                          </p:val>
                                        </p:tav>
                                      </p:tavLst>
                                    </p:anim>
                                  </p:childTnLst>
                                </p:cTn>
                              </p:par>
                              <p:par>
                                <p:cTn id="29" presetID="2" presetClass="entr" presetSubtype="8" fill="hold" grpId="0" nodeType="withEffect">
                                  <p:stCondLst>
                                    <p:cond delay="500"/>
                                  </p:stCondLst>
                                  <p:childTnLst>
                                    <p:set>
                                      <p:cBhvr>
                                        <p:cTn id="30" dur="1" fill="hold">
                                          <p:stCondLst>
                                            <p:cond delay="0"/>
                                          </p:stCondLst>
                                        </p:cTn>
                                        <p:tgtEl>
                                          <p:spTgt spid="20"/>
                                        </p:tgtEl>
                                        <p:attrNameLst>
                                          <p:attrName>style.visibility</p:attrName>
                                        </p:attrNameLst>
                                      </p:cBhvr>
                                      <p:to>
                                        <p:strVal val="visible"/>
                                      </p:to>
                                    </p:set>
                                    <p:anim calcmode="lin" valueType="num">
                                      <p:cBhvr additive="base">
                                        <p:cTn id="31" dur="500" fill="hold"/>
                                        <p:tgtEl>
                                          <p:spTgt spid="20"/>
                                        </p:tgtEl>
                                        <p:attrNameLst>
                                          <p:attrName>ppt_x</p:attrName>
                                        </p:attrNameLst>
                                      </p:cBhvr>
                                      <p:tavLst>
                                        <p:tav tm="0">
                                          <p:val>
                                            <p:strVal val="0-#ppt_w/2"/>
                                          </p:val>
                                        </p:tav>
                                        <p:tav tm="100000">
                                          <p:val>
                                            <p:strVal val="#ppt_x"/>
                                          </p:val>
                                        </p:tav>
                                      </p:tavLst>
                                    </p:anim>
                                    <p:anim calcmode="lin" valueType="num">
                                      <p:cBhvr additive="base">
                                        <p:cTn id="32" dur="500" fill="hold"/>
                                        <p:tgtEl>
                                          <p:spTgt spid="20"/>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500"/>
                                  </p:stCondLst>
                                  <p:childTnLst>
                                    <p:set>
                                      <p:cBhvr>
                                        <p:cTn id="34" dur="1" fill="hold">
                                          <p:stCondLst>
                                            <p:cond delay="0"/>
                                          </p:stCondLst>
                                        </p:cTn>
                                        <p:tgtEl>
                                          <p:spTgt spid="21"/>
                                        </p:tgtEl>
                                        <p:attrNameLst>
                                          <p:attrName>style.visibility</p:attrName>
                                        </p:attrNameLst>
                                      </p:cBhvr>
                                      <p:to>
                                        <p:strVal val="visible"/>
                                      </p:to>
                                    </p:set>
                                    <p:anim calcmode="lin" valueType="num">
                                      <p:cBhvr additive="base">
                                        <p:cTn id="35" dur="500" fill="hold"/>
                                        <p:tgtEl>
                                          <p:spTgt spid="21"/>
                                        </p:tgtEl>
                                        <p:attrNameLst>
                                          <p:attrName>ppt_x</p:attrName>
                                        </p:attrNameLst>
                                      </p:cBhvr>
                                      <p:tavLst>
                                        <p:tav tm="0">
                                          <p:val>
                                            <p:strVal val="0-#ppt_w/2"/>
                                          </p:val>
                                        </p:tav>
                                        <p:tav tm="100000">
                                          <p:val>
                                            <p:strVal val="#ppt_x"/>
                                          </p:val>
                                        </p:tav>
                                      </p:tavLst>
                                    </p:anim>
                                    <p:anim calcmode="lin" valueType="num">
                                      <p:cBhvr additive="base">
                                        <p:cTn id="36" dur="500" fill="hold"/>
                                        <p:tgtEl>
                                          <p:spTgt spid="21"/>
                                        </p:tgtEl>
                                        <p:attrNameLst>
                                          <p:attrName>ppt_y</p:attrName>
                                        </p:attrNameLst>
                                      </p:cBhvr>
                                      <p:tavLst>
                                        <p:tav tm="0">
                                          <p:val>
                                            <p:strVal val="#ppt_y"/>
                                          </p:val>
                                        </p:tav>
                                        <p:tav tm="100000">
                                          <p:val>
                                            <p:strVal val="#ppt_y"/>
                                          </p:val>
                                        </p:tav>
                                      </p:tavLst>
                                    </p:anim>
                                  </p:childTnLst>
                                </p:cTn>
                              </p:par>
                              <p:par>
                                <p:cTn id="37" presetID="2" presetClass="entr" presetSubtype="4" fill="hold" grpId="0" nodeType="withEffect">
                                  <p:stCondLst>
                                    <p:cond delay="500"/>
                                  </p:stCondLst>
                                  <p:childTnLst>
                                    <p:set>
                                      <p:cBhvr>
                                        <p:cTn id="38" dur="1" fill="hold">
                                          <p:stCondLst>
                                            <p:cond delay="0"/>
                                          </p:stCondLst>
                                        </p:cTn>
                                        <p:tgtEl>
                                          <p:spTgt spid="22"/>
                                        </p:tgtEl>
                                        <p:attrNameLst>
                                          <p:attrName>style.visibility</p:attrName>
                                        </p:attrNameLst>
                                      </p:cBhvr>
                                      <p:to>
                                        <p:strVal val="visible"/>
                                      </p:to>
                                    </p:set>
                                    <p:anim calcmode="lin" valueType="num">
                                      <p:cBhvr additive="base">
                                        <p:cTn id="39" dur="500" fill="hold"/>
                                        <p:tgtEl>
                                          <p:spTgt spid="22"/>
                                        </p:tgtEl>
                                        <p:attrNameLst>
                                          <p:attrName>ppt_x</p:attrName>
                                        </p:attrNameLst>
                                      </p:cBhvr>
                                      <p:tavLst>
                                        <p:tav tm="0">
                                          <p:val>
                                            <p:strVal val="#ppt_x"/>
                                          </p:val>
                                        </p:tav>
                                        <p:tav tm="100000">
                                          <p:val>
                                            <p:strVal val="#ppt_x"/>
                                          </p:val>
                                        </p:tav>
                                      </p:tavLst>
                                    </p:anim>
                                    <p:anim calcmode="lin" valueType="num">
                                      <p:cBhvr additive="base">
                                        <p:cTn id="40"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wipe(left)">
                                      <p:cBhvr>
                                        <p:cTn id="45" dur="500"/>
                                        <p:tgtEl>
                                          <p:spTgt spid="11"/>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wipe(left)">
                                      <p:cBhvr>
                                        <p:cTn id="50" dur="500"/>
                                        <p:tgtEl>
                                          <p:spTgt spid="12"/>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wipe(left)">
                                      <p:cBhvr>
                                        <p:cTn id="5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2" grpId="0" animBg="1"/>
      <p:bldP spid="11" grpId="0" animBg="1"/>
      <p:bldP spid="5" grpId="0" animBg="1"/>
      <p:bldP spid="6" grpId="0" animBg="1"/>
      <p:bldP spid="15" grpId="0"/>
      <p:bldP spid="17" grpId="0" animBg="1"/>
      <p:bldP spid="18" grpId="0" animBg="1"/>
      <p:bldP spid="19" grpId="0"/>
      <p:bldP spid="20" grpId="0" animBg="1"/>
      <p:bldP spid="21" grpId="0" animBg="1"/>
      <p:bldP spid="2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xmlns="" id="{83FBFBFD-42E5-4598-A2D3-E9FBBA63A55B}"/>
              </a:ext>
            </a:extLst>
          </p:cNvPr>
          <p:cNvSpPr/>
          <p:nvPr userDrawn="1"/>
        </p:nvSpPr>
        <p:spPr>
          <a:xfrm rot="10800000">
            <a:off x="-12188" y="2565816"/>
            <a:ext cx="3432854" cy="13933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aseline="-25000" dirty="0"/>
              <a:t> </a:t>
            </a:r>
            <a:endParaRPr lang="zh-CN" altLang="en-US" baseline="-25000" dirty="0"/>
          </a:p>
        </p:txBody>
      </p:sp>
      <p:sp>
        <p:nvSpPr>
          <p:cNvPr id="11" name="矩形 10">
            <a:extLst>
              <a:ext uri="{FF2B5EF4-FFF2-40B4-BE49-F238E27FC236}">
                <a16:creationId xmlns:a16="http://schemas.microsoft.com/office/drawing/2014/main" xmlns="" id="{65E75613-E828-462E-A0E3-3044B88C2B4A}"/>
              </a:ext>
            </a:extLst>
          </p:cNvPr>
          <p:cNvSpPr/>
          <p:nvPr/>
        </p:nvSpPr>
        <p:spPr>
          <a:xfrm rot="1400643">
            <a:off x="4392013" y="1938116"/>
            <a:ext cx="6431840" cy="2820575"/>
          </a:xfrm>
          <a:prstGeom prst="rect">
            <a:avLst/>
          </a:prstGeom>
          <a:gradFill flip="none" rotWithShape="1">
            <a:gsLst>
              <a:gs pos="54000">
                <a:schemeClr val="bg1">
                  <a:lumMod val="65000"/>
                  <a:lumOff val="35000"/>
                  <a:alpha val="0"/>
                </a:schemeClr>
              </a:gs>
              <a:gs pos="0">
                <a:schemeClr val="accent1">
                  <a:alpha val="54000"/>
                  <a:lumMod val="65000"/>
                  <a:lumOff val="35000"/>
                </a:schemeClr>
              </a:gs>
              <a:gs pos="0">
                <a:schemeClr val="bg1">
                  <a:lumMod val="75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3132634" y="567853"/>
            <a:ext cx="2903368" cy="2913972"/>
            <a:chOff x="3132634" y="567853"/>
            <a:chExt cx="2903368" cy="2913972"/>
          </a:xfrm>
        </p:grpSpPr>
        <p:sp>
          <p:nvSpPr>
            <p:cNvPr id="14" name="椭圆 13">
              <a:extLst>
                <a:ext uri="{FF2B5EF4-FFF2-40B4-BE49-F238E27FC236}">
                  <a16:creationId xmlns:a16="http://schemas.microsoft.com/office/drawing/2014/main" xmlns="" id="{BDD5E541-B0BF-4D46-937F-72AFB96CD9EC}"/>
                </a:ext>
              </a:extLst>
            </p:cNvPr>
            <p:cNvSpPr/>
            <p:nvPr userDrawn="1"/>
          </p:nvSpPr>
          <p:spPr>
            <a:xfrm>
              <a:off x="3355487" y="648892"/>
              <a:ext cx="2451523" cy="273205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空心弧 14">
              <a:extLst>
                <a:ext uri="{FF2B5EF4-FFF2-40B4-BE49-F238E27FC236}">
                  <a16:creationId xmlns:a16="http://schemas.microsoft.com/office/drawing/2014/main" xmlns="" id="{EC1C5565-9CBB-4CAE-B995-83BCCAB45F82}"/>
                </a:ext>
              </a:extLst>
            </p:cNvPr>
            <p:cNvSpPr/>
            <p:nvPr userDrawn="1"/>
          </p:nvSpPr>
          <p:spPr>
            <a:xfrm>
              <a:off x="3132634" y="567853"/>
              <a:ext cx="2891732" cy="2892123"/>
            </a:xfrm>
            <a:prstGeom prst="blockArc">
              <a:avLst>
                <a:gd name="adj1" fmla="val 9123074"/>
                <a:gd name="adj2" fmla="val 21168193"/>
                <a:gd name="adj3" fmla="val 533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7" name="空心弧 16">
              <a:extLst>
                <a:ext uri="{FF2B5EF4-FFF2-40B4-BE49-F238E27FC236}">
                  <a16:creationId xmlns:a16="http://schemas.microsoft.com/office/drawing/2014/main" xmlns="" id="{8AD0DF5F-E214-44FC-8BB4-0D601171AB7C}"/>
                </a:ext>
              </a:extLst>
            </p:cNvPr>
            <p:cNvSpPr/>
            <p:nvPr userDrawn="1"/>
          </p:nvSpPr>
          <p:spPr>
            <a:xfrm rot="9058792">
              <a:off x="3144270" y="589702"/>
              <a:ext cx="2891732" cy="2892123"/>
            </a:xfrm>
            <a:prstGeom prst="blockArc">
              <a:avLst>
                <a:gd name="adj1" fmla="val 12553498"/>
                <a:gd name="adj2" fmla="val 21168193"/>
                <a:gd name="adj3" fmla="val 5334"/>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graphicFrame>
        <p:nvGraphicFramePr>
          <p:cNvPr id="3" name="对象 2" hidden="1">
            <a:extLst>
              <a:ext uri="{FF2B5EF4-FFF2-40B4-BE49-F238E27FC236}">
                <a16:creationId xmlns:a16="http://schemas.microsoft.com/office/drawing/2014/main" xmlns="" id="{A6A819F1-33AF-45D7-8BF6-2B0A9769CAD4}"/>
              </a:ext>
            </a:extLst>
          </p:cNvPr>
          <p:cNvGraphicFramePr>
            <a:graphicFrameLocks noChangeAspect="1"/>
          </p:cNvGraphicFramePr>
          <p:nvPr>
            <p:custDataLst>
              <p:tags r:id="rId2"/>
            </p:custDataLst>
            <p:extLst>
              <p:ext uri="{D42A27DB-BD31-4B8C-83A1-F6EECF244321}">
                <p14:modId xmlns:p14="http://schemas.microsoft.com/office/powerpoint/2010/main" val="1682553949"/>
              </p:ext>
            </p:extLst>
          </p:nvPr>
        </p:nvGraphicFramePr>
        <p:xfrm>
          <a:off x="1191" y="1192"/>
          <a:ext cx="1191" cy="1191"/>
        </p:xfrm>
        <a:graphic>
          <a:graphicData uri="http://schemas.openxmlformats.org/presentationml/2006/ole">
            <mc:AlternateContent xmlns:mc="http://schemas.openxmlformats.org/markup-compatibility/2006">
              <mc:Choice xmlns:v="urn:schemas-microsoft-com:vml" Requires="v">
                <p:oleObj spid="_x0000_s2067" name="think-cell Slide" r:id="rId5" imgW="347" imgH="348" progId="TCLayout.ActiveDocument.1">
                  <p:embed/>
                </p:oleObj>
              </mc:Choice>
              <mc:Fallback>
                <p:oleObj name="think-cell Slide" r:id="rId5" imgW="347" imgH="348" progId="TCLayout.ActiveDocument.1">
                  <p:embed/>
                  <p:pic>
                    <p:nvPicPr>
                      <p:cNvPr id="0" name=""/>
                      <p:cNvPicPr/>
                      <p:nvPr/>
                    </p:nvPicPr>
                    <p:blipFill>
                      <a:blip r:embed="rId6"/>
                      <a:stretch>
                        <a:fillRect/>
                      </a:stretch>
                    </p:blipFill>
                    <p:spPr>
                      <a:xfrm>
                        <a:off x="1191" y="1192"/>
                        <a:ext cx="1191" cy="1191"/>
                      </a:xfrm>
                      <a:prstGeom prst="rect">
                        <a:avLst/>
                      </a:prstGeom>
                    </p:spPr>
                  </p:pic>
                </p:oleObj>
              </mc:Fallback>
            </mc:AlternateContent>
          </a:graphicData>
        </a:graphic>
      </p:graphicFrame>
      <p:sp>
        <p:nvSpPr>
          <p:cNvPr id="2" name="矩形 1" hidden="1">
            <a:extLst>
              <a:ext uri="{FF2B5EF4-FFF2-40B4-BE49-F238E27FC236}">
                <a16:creationId xmlns:a16="http://schemas.microsoft.com/office/drawing/2014/main" xmlns="" id="{FF51F16D-1BAD-46EE-A6F4-B8B94C9DF628}"/>
              </a:ext>
            </a:extLst>
          </p:cNvPr>
          <p:cNvSpPr/>
          <p:nvPr>
            <p:custDataLst>
              <p:tags r:id="rId3"/>
            </p:custDataLst>
          </p:nvPr>
        </p:nvSpPr>
        <p:spPr>
          <a:xfrm>
            <a:off x="0" y="0"/>
            <a:ext cx="119083" cy="1190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dirty="0">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13" name="矩形 12">
            <a:extLst>
              <a:ext uri="{FF2B5EF4-FFF2-40B4-BE49-F238E27FC236}">
                <a16:creationId xmlns:a16="http://schemas.microsoft.com/office/drawing/2014/main" xmlns="" id="{7FD15015-23E5-4E5C-BC8E-B16A13598CA3}"/>
              </a:ext>
            </a:extLst>
          </p:cNvPr>
          <p:cNvSpPr/>
          <p:nvPr/>
        </p:nvSpPr>
        <p:spPr>
          <a:xfrm>
            <a:off x="5904656" y="2039763"/>
            <a:ext cx="3276650" cy="161335"/>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259"/>
          <p:cNvSpPr>
            <a:spLocks noChangeArrowheads="1"/>
          </p:cNvSpPr>
          <p:nvPr/>
        </p:nvSpPr>
        <p:spPr bwMode="auto">
          <a:xfrm>
            <a:off x="1980506" y="3663132"/>
            <a:ext cx="512088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zh-CN" altLang="en-US" dirty="0">
                <a:solidFill>
                  <a:schemeClr val="tx1">
                    <a:lumMod val="65000"/>
                    <a:lumOff val="35000"/>
                  </a:schemeClr>
                </a:solidFill>
                <a:cs typeface="Arial" panose="020B0604020202020204" pitchFamily="34" charset="0"/>
              </a:rPr>
              <a:t>演讲</a:t>
            </a:r>
            <a:r>
              <a:rPr lang="zh-CN" altLang="en-US" dirty="0" smtClean="0">
                <a:solidFill>
                  <a:schemeClr val="tx1">
                    <a:lumMod val="65000"/>
                    <a:lumOff val="35000"/>
                  </a:schemeClr>
                </a:solidFill>
                <a:cs typeface="Arial" panose="020B0604020202020204" pitchFamily="34" charset="0"/>
              </a:rPr>
              <a:t>完毕  谢谢</a:t>
            </a:r>
            <a:r>
              <a:rPr lang="zh-CN" altLang="en-US" dirty="0">
                <a:solidFill>
                  <a:schemeClr val="tx1">
                    <a:lumMod val="65000"/>
                    <a:lumOff val="35000"/>
                  </a:schemeClr>
                </a:solidFill>
                <a:cs typeface="Arial" panose="020B0604020202020204" pitchFamily="34" charset="0"/>
              </a:rPr>
              <a:t>观看</a:t>
            </a:r>
          </a:p>
        </p:txBody>
      </p:sp>
      <p:sp>
        <p:nvSpPr>
          <p:cNvPr id="21" name="矩形 259"/>
          <p:cNvSpPr>
            <a:spLocks noChangeArrowheads="1"/>
          </p:cNvSpPr>
          <p:nvPr/>
        </p:nvSpPr>
        <p:spPr bwMode="auto">
          <a:xfrm>
            <a:off x="2976876" y="4300736"/>
            <a:ext cx="3226519" cy="1846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spcBef>
                <a:spcPts val="0"/>
              </a:spcBef>
              <a:buNone/>
            </a:pPr>
            <a:r>
              <a:rPr lang="zh-CN" altLang="en-US" sz="1200" dirty="0">
                <a:solidFill>
                  <a:schemeClr val="tx1">
                    <a:lumMod val="65000"/>
                    <a:lumOff val="35000"/>
                  </a:schemeClr>
                </a:solidFill>
                <a:latin typeface="Arial" panose="020B0604020202020204" pitchFamily="34" charset="0"/>
                <a:cs typeface="Arial" panose="020B0604020202020204" pitchFamily="34" charset="0"/>
                <a:sym typeface="Arial" panose="020B0604020202020204" pitchFamily="34" charset="0"/>
              </a:rPr>
              <a:t>汇报人</a:t>
            </a:r>
            <a:r>
              <a:rPr lang="zh-CN" altLang="en-US" sz="1200" dirty="0" smtClean="0">
                <a:solidFill>
                  <a:schemeClr val="tx1">
                    <a:lumMod val="65000"/>
                    <a:lumOff val="35000"/>
                  </a:schemeClr>
                </a:solidFill>
                <a:latin typeface="Arial" panose="020B0604020202020204" pitchFamily="34" charset="0"/>
                <a:cs typeface="Arial" panose="020B0604020202020204" pitchFamily="34" charset="0"/>
                <a:sym typeface="Arial" panose="020B0604020202020204" pitchFamily="34" charset="0"/>
              </a:rPr>
              <a:t>：同学社  </a:t>
            </a:r>
            <a:r>
              <a:rPr lang="zh-CN" altLang="en-US" sz="1200" dirty="0" smtClean="0">
                <a:solidFill>
                  <a:schemeClr val="tx1">
                    <a:lumMod val="65000"/>
                    <a:lumOff val="35000"/>
                  </a:schemeClr>
                </a:solidFill>
                <a:latin typeface="Arial" panose="020B0604020202020204" pitchFamily="34" charset="0"/>
                <a:cs typeface="Arial" panose="020B0604020202020204" pitchFamily="34" charset="0"/>
                <a:sym typeface="Arial" panose="020B0604020202020204" pitchFamily="34" charset="0"/>
              </a:rPr>
              <a:t>时间：</a:t>
            </a:r>
            <a:r>
              <a:rPr lang="en-US" altLang="zh-CN" sz="1200" dirty="0" smtClean="0">
                <a:solidFill>
                  <a:schemeClr val="tx1">
                    <a:lumMod val="65000"/>
                    <a:lumOff val="35000"/>
                  </a:schemeClr>
                </a:solidFill>
                <a:latin typeface="Arial" panose="020B0604020202020204" pitchFamily="34" charset="0"/>
                <a:cs typeface="Arial" panose="020B0604020202020204" pitchFamily="34" charset="0"/>
                <a:sym typeface="Arial" panose="020B0604020202020204" pitchFamily="34" charset="0"/>
              </a:rPr>
              <a:t>2019.XX</a:t>
            </a:r>
            <a:endParaRPr lang="en-US" altLang="zh-CN" sz="1200" dirty="0">
              <a:solidFill>
                <a:schemeClr val="tx1">
                  <a:lumMod val="65000"/>
                  <a:lumOff val="35000"/>
                </a:schemeClr>
              </a:solidFill>
              <a:latin typeface="Arial" panose="020B0604020202020204" pitchFamily="34" charset="0"/>
              <a:cs typeface="Arial" panose="020B0604020202020204" pitchFamily="34" charset="0"/>
              <a:sym typeface="Arial" panose="020B0604020202020204" pitchFamily="34" charset="0"/>
            </a:endParaRPr>
          </a:p>
        </p:txBody>
      </p:sp>
      <p:pic>
        <p:nvPicPr>
          <p:cNvPr id="4" name="图片 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687745" y="1176485"/>
            <a:ext cx="1804779" cy="1674857"/>
          </a:xfrm>
          <a:prstGeom prst="rect">
            <a:avLst/>
          </a:prstGeom>
        </p:spPr>
      </p:pic>
    </p:spTree>
    <p:extLst>
      <p:ext uri="{BB962C8B-B14F-4D97-AF65-F5344CB8AC3E}">
        <p14:creationId xmlns:p14="http://schemas.microsoft.com/office/powerpoint/2010/main" val="1999637416"/>
      </p:ext>
    </p:extLst>
  </p:cSld>
  <p:clrMapOvr>
    <a:masterClrMapping/>
  </p:clrMapOvr>
  <p:transition spd="slow" advTm="3000">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par>
                          <p:cTn id="11" fill="hold">
                            <p:stCondLst>
                              <p:cond delay="1000"/>
                            </p:stCondLst>
                            <p:childTnLst>
                              <p:par>
                                <p:cTn id="12" presetID="22" presetClass="entr" presetSubtype="8"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wipe(left)">
                                      <p:cBhvr>
                                        <p:cTn id="14" dur="500"/>
                                        <p:tgtEl>
                                          <p:spTgt spid="13"/>
                                        </p:tgtEl>
                                      </p:cBhvr>
                                    </p:animEffect>
                                  </p:childTnLst>
                                </p:cTn>
                              </p:par>
                              <p:par>
                                <p:cTn id="15" presetID="22" presetClass="entr" presetSubtype="2"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right)">
                                      <p:cBhvr>
                                        <p:cTn id="17" dur="500"/>
                                        <p:tgtEl>
                                          <p:spTgt spid="16"/>
                                        </p:tgtEl>
                                      </p:cBhvr>
                                    </p:animEffect>
                                  </p:childTnLst>
                                </p:cTn>
                              </p:par>
                            </p:childTnLst>
                          </p:cTn>
                        </p:par>
                        <p:par>
                          <p:cTn id="18" fill="hold">
                            <p:stCondLst>
                              <p:cond delay="1500"/>
                            </p:stCondLst>
                            <p:childTnLst>
                              <p:par>
                                <p:cTn id="19" presetID="10" presetClass="entr" presetSubtype="0" fill="hold" grpId="0"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childTnLst>
                          </p:cTn>
                        </p:par>
                        <p:par>
                          <p:cTn id="22" fill="hold">
                            <p:stCondLst>
                              <p:cond delay="2000"/>
                            </p:stCondLst>
                            <p:childTnLst>
                              <p:par>
                                <p:cTn id="23" presetID="14" presetClass="entr" presetSubtype="10" fill="hold" grpId="0" nodeType="after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randombar(horizontal)">
                                      <p:cBhvr>
                                        <p:cTn id="25" dur="500"/>
                                        <p:tgtEl>
                                          <p:spTgt spid="20"/>
                                        </p:tgtEl>
                                      </p:cBhvr>
                                    </p:animEffect>
                                  </p:childTnLst>
                                </p:cTn>
                              </p:par>
                            </p:childTnLst>
                          </p:cTn>
                        </p:par>
                        <p:par>
                          <p:cTn id="26" fill="hold">
                            <p:stCondLst>
                              <p:cond delay="2500"/>
                            </p:stCondLst>
                            <p:childTnLst>
                              <p:par>
                                <p:cTn id="27" presetID="2" presetClass="entr" presetSubtype="4" fill="hold" grpId="0" nodeType="afterEffect">
                                  <p:stCondLst>
                                    <p:cond delay="0"/>
                                  </p:stCondLst>
                                  <p:childTnLst>
                                    <p:set>
                                      <p:cBhvr>
                                        <p:cTn id="28" dur="1" fill="hold">
                                          <p:stCondLst>
                                            <p:cond delay="0"/>
                                          </p:stCondLst>
                                        </p:cTn>
                                        <p:tgtEl>
                                          <p:spTgt spid="21"/>
                                        </p:tgtEl>
                                        <p:attrNameLst>
                                          <p:attrName>style.visibility</p:attrName>
                                        </p:attrNameLst>
                                      </p:cBhvr>
                                      <p:to>
                                        <p:strVal val="visible"/>
                                      </p:to>
                                    </p:set>
                                    <p:anim calcmode="lin" valueType="num">
                                      <p:cBhvr additive="base">
                                        <p:cTn id="29" dur="500" fill="hold"/>
                                        <p:tgtEl>
                                          <p:spTgt spid="21"/>
                                        </p:tgtEl>
                                        <p:attrNameLst>
                                          <p:attrName>ppt_x</p:attrName>
                                        </p:attrNameLst>
                                      </p:cBhvr>
                                      <p:tavLst>
                                        <p:tav tm="0">
                                          <p:val>
                                            <p:strVal val="#ppt_x"/>
                                          </p:val>
                                        </p:tav>
                                        <p:tav tm="100000">
                                          <p:val>
                                            <p:strVal val="#ppt_x"/>
                                          </p:val>
                                        </p:tav>
                                      </p:tavLst>
                                    </p:anim>
                                    <p:anim calcmode="lin" valueType="num">
                                      <p:cBhvr additive="base">
                                        <p:cTn id="3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1" grpId="0" animBg="1"/>
      <p:bldP spid="13" grpId="0" animBg="1"/>
      <p:bldP spid="20" grpId="0"/>
      <p:bldP spid="21"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9E7965BD-BA7C-4284-B303-3DF26FF20985"/>
  <p:tag name="ISPRING_SCORM_RATE_SLIDES" val="1"/>
  <p:tag name="ISPRINGONLINEFOLDERID" val="0"/>
  <p:tag name="ISPRINGONLINEFOLDERPATH" val="Content List"/>
  <p:tag name="ISPRINGCLOUDFOLDERID" val="0"/>
  <p:tag name="ISPRINGCLOUDFOLDERPATH" val="Repository"/>
  <p:tag name="ISPRING_PLAYERS_CUSTOMIZATION" val="UEsDBBQAAgAIAEOUV0cNwDEewAEAANoDAAAPAAAAbm9uZS9wbGF5ZXIueG1spZJPb9QwEMXPW6nfIfK9dpYKUa0cekDKiaJKC4jbyptME1PHDp4Ju/vtmfzZpFuQQOKQaPIy72fPs/X9sXHJT4hog8/EWqYiAV+E0voqE18+5zd34v799ZVunTlBTGyZCR88iKQELKJtiX2PhupMvBAkQ0XCL4+bI9pM1ETtRqnD4SAPtzLESr1J07X69vBxW9TQmBvrkYwvmLvs5VYkbbQhWjpl4l0qrq9WA/ICZ5F7fIXBdf3KKIvQqDYCgieIatz2bN3Q3838NMErOrWAgkdfDbPvTfH8EMrOAfbaSo9tWyDqCYO20rSx6zufYCwyMTbsGkA0FaB0vhJq9Ko/mPWTM1hPHLzA9ty22zuLNYsjfejeLerubBmyVxNHXYJ0M0wwnGLeOZeDoS5CKZIIPzrLVd5jv85HkK7FuJzn7h0+Wy/xULDGVW4KCvH0gR18JFOUco5ejtHLwdTbh+ITF49TnNsFMgezhKBratzbf86j7/6fOEp4Mp0jcV7B+hKOueW/BA2PQsAz9pqk1sl+tTOVd9ftmxdX40Iadzdl8R1FQiZWwNewNGTUos8w9Zqm1fg5JTTHotXv91JPRC5/AVBLAQIAABQAAgAIAEOUV0cNwDEewAEAANoDAAAPAAAAAAAAAAEAAAAAAAAAAABub25lL3BsYXllci54bWxQSwUGAAAAAAEAAQA9AAAA7QEAAAAA"/>
  <p:tag name="ISPRING_OUTPUT_FOLDER" val="C:\Users\Administrator\Desktop"/>
  <p:tag name="ISPRING_SCORM_PASSING_SCORE" val="100.000000"/>
  <p:tag name="ISPRING_SCORM_ENDPOINT" val="&lt;endpoint&gt;&lt;enable&gt;0&lt;/enable&gt;&lt;lrs&gt;http://&lt;/lrs&gt;&lt;auth&gt;0&lt;/auth&gt;&lt;login&gt;&lt;/login&gt;&lt;password&gt;&lt;/password&gt;&lt;key&gt;&lt;/key&gt;&lt;name&gt;&lt;/name&gt;&lt;email&gt;&lt;/email&gt;&lt;/endpoint&gt;&#10;"/>
  <p:tag name="ISPRING_PRESENTATION_TITLE" val="bt247"/>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A6S0wzOvQ8a50SA42PUNR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1Smkff3fSzGMOuItfjj3Fw"/>
</p:tagLst>
</file>

<file path=ppt/theme/theme1.xml><?xml version="1.0" encoding="utf-8"?>
<a:theme xmlns:a="http://schemas.openxmlformats.org/drawingml/2006/main" name="自定义设计方案">
  <a:themeElements>
    <a:clrScheme name="自定义 54">
      <a:dk1>
        <a:srgbClr val="000000"/>
      </a:dk1>
      <a:lt1>
        <a:srgbClr val="FFFFFF"/>
      </a:lt1>
      <a:dk2>
        <a:srgbClr val="44546A"/>
      </a:dk2>
      <a:lt2>
        <a:srgbClr val="E7E6E6"/>
      </a:lt2>
      <a:accent1>
        <a:srgbClr val="205381"/>
      </a:accent1>
      <a:accent2>
        <a:srgbClr val="FFC56C"/>
      </a:accent2>
      <a:accent3>
        <a:srgbClr val="A5A5A5"/>
      </a:accent3>
      <a:accent4>
        <a:srgbClr val="205381"/>
      </a:accent4>
      <a:accent5>
        <a:srgbClr val="FFC000"/>
      </a:accent5>
      <a:accent6>
        <a:srgbClr val="FF5959"/>
      </a:accent6>
      <a:hlink>
        <a:srgbClr val="0563C1"/>
      </a:hlink>
      <a:folHlink>
        <a:srgbClr val="954F72"/>
      </a:folHlink>
    </a:clrScheme>
    <a:fontScheme name="自定义 1">
      <a:majorFont>
        <a:latin typeface="Franklin Gothic Medium"/>
        <a:ea typeface="微软雅黑"/>
        <a:cs typeface=""/>
      </a:majorFont>
      <a:minorFont>
        <a:latin typeface="Microsoft Sans Serif"/>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2244</Words>
  <Application>Microsoft Office PowerPoint</Application>
  <PresentationFormat>自定义</PresentationFormat>
  <Paragraphs>216</Paragraphs>
  <Slides>23</Slides>
  <Notes>18</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23</vt:i4>
      </vt:variant>
    </vt:vector>
  </HeadingPairs>
  <TitlesOfParts>
    <vt:vector size="34" baseType="lpstr">
      <vt:lpstr>Bebas Neue</vt:lpstr>
      <vt:lpstr>Open Sans</vt:lpstr>
      <vt:lpstr>宋体</vt:lpstr>
      <vt:lpstr>微软雅黑</vt:lpstr>
      <vt:lpstr>Arial</vt:lpstr>
      <vt:lpstr>Calibri</vt:lpstr>
      <vt:lpstr>Impact</vt:lpstr>
      <vt:lpstr>Microsoft Sans Serif</vt:lpstr>
      <vt:lpstr>Segoe UI</vt:lpstr>
      <vt:lpstr>自定义设计方案</vt:lpstr>
      <vt:lpstr>think-cell Slide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简约长投影工作总结汇报述职报告PPT模板</dc:title>
  <dc:creator/>
  <cp:lastModifiedBy/>
  <cp:revision>1</cp:revision>
  <dcterms:created xsi:type="dcterms:W3CDTF">2016-12-03T15:58:36Z</dcterms:created>
  <dcterms:modified xsi:type="dcterms:W3CDTF">2019-06-19T00:12:24Z</dcterms:modified>
</cp:coreProperties>
</file>